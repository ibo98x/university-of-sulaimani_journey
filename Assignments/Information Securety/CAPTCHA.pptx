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6858000" cy="9144000"/>
  <p:embeddedFontLst>
    <p:embeddedFont>
      <p:font typeface="Fira Sans Black"/>
      <p:bold r:id="rId20"/>
      <p:boldItalic r:id="rId21"/>
    </p:embeddedFont>
    <p:embeddedFont>
      <p:font typeface="Fira Sans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0E275D5-A265-4D82-93A5-02F9085B09CB}">
  <a:tblStyle styleId="{50E275D5-A265-4D82-93A5-02F9085B09C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FiraSansBlack-bold.fntdata"/><Relationship Id="rId22" Type="http://schemas.openxmlformats.org/officeDocument/2006/relationships/font" Target="fonts/FiraSans-regular.fntdata"/><Relationship Id="rId21" Type="http://schemas.openxmlformats.org/officeDocument/2006/relationships/font" Target="fonts/FiraSansBlack-boldItalic.fntdata"/><Relationship Id="rId24" Type="http://schemas.openxmlformats.org/officeDocument/2006/relationships/font" Target="fonts/FiraSans-italic.fntdata"/><Relationship Id="rId23" Type="http://schemas.openxmlformats.org/officeDocument/2006/relationships/font" Target="fonts/FiraSans-bold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schemas.openxmlformats.org/officeDocument/2006/relationships/font" Target="fonts/FiraSans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" name="Google Shape;48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9646c4d463_0_8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9646c4d463_0_8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962ef91124_0_1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962ef91124_0_1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9646c4d463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9646c4d463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9646c4d463_0_8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9646c4d463_0_8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962ef91124_0_5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962ef91124_0_5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9646c4d463_0_8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9646c4d463_0_8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9646c4d463_0_8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Google Shape;324;g9646c4d463_0_8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g31e5c474188_2_3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9" name="Google Shape;419;g31e5c474188_2_3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g9646c4d463_0_8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8" name="Google Shape;428;g9646c4d463_0_8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g31f72f8f934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1" name="Google Shape;541;g31f72f8f934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5" name="Shape 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Google Shape;676;g9646c4d463_0_8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7" name="Google Shape;677;g9646c4d463_0_8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6" name="Shape 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7" name="Google Shape;807;g31f7457cf82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8" name="Google Shape;808;g31f7457cf82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2" name="Shape 8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3" name="Google Shape;813;g31f7457cf82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4" name="Google Shape;814;g31f7457cf82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/>
          <p:nvPr>
            <p:ph type="ctrTitle"/>
          </p:nvPr>
        </p:nvSpPr>
        <p:spPr>
          <a:xfrm>
            <a:off x="4766850" y="1445000"/>
            <a:ext cx="3567000" cy="142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4766850" y="2905900"/>
            <a:ext cx="35670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3" name="Google Shape;13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4"/>
          <p:cNvSpPr txBox="1"/>
          <p:nvPr>
            <p:ph type="title"/>
          </p:nvPr>
        </p:nvSpPr>
        <p:spPr>
          <a:xfrm>
            <a:off x="457200" y="292625"/>
            <a:ext cx="8229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Font typeface="Fira Sans Black"/>
              <a:buNone/>
              <a:defRPr>
                <a:latin typeface="Fira Sans Black"/>
                <a:ea typeface="Fira Sans Black"/>
                <a:cs typeface="Fira Sans Black"/>
                <a:sym typeface="Fira Sans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Font typeface="Fira Sans Black"/>
              <a:buNone/>
              <a:defRPr>
                <a:latin typeface="Fira Sans Black"/>
                <a:ea typeface="Fira Sans Black"/>
                <a:cs typeface="Fira Sans Black"/>
                <a:sym typeface="Fira Sans Blac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Font typeface="Fira Sans Black"/>
              <a:buNone/>
              <a:defRPr>
                <a:latin typeface="Fira Sans Black"/>
                <a:ea typeface="Fira Sans Black"/>
                <a:cs typeface="Fira Sans Black"/>
                <a:sym typeface="Fira Sans Blac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Font typeface="Fira Sans Black"/>
              <a:buNone/>
              <a:defRPr>
                <a:latin typeface="Fira Sans Black"/>
                <a:ea typeface="Fira Sans Black"/>
                <a:cs typeface="Fira Sans Black"/>
                <a:sym typeface="Fira Sans Blac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Font typeface="Fira Sans Black"/>
              <a:buNone/>
              <a:defRPr>
                <a:latin typeface="Fira Sans Black"/>
                <a:ea typeface="Fira Sans Black"/>
                <a:cs typeface="Fira Sans Black"/>
                <a:sym typeface="Fira Sans Blac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Font typeface="Fira Sans Black"/>
              <a:buNone/>
              <a:defRPr>
                <a:latin typeface="Fira Sans Black"/>
                <a:ea typeface="Fira Sans Black"/>
                <a:cs typeface="Fira Sans Black"/>
                <a:sym typeface="Fira Sans Blac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Font typeface="Fira Sans Black"/>
              <a:buNone/>
              <a:defRPr>
                <a:latin typeface="Fira Sans Black"/>
                <a:ea typeface="Fira Sans Black"/>
                <a:cs typeface="Fira Sans Black"/>
                <a:sym typeface="Fira Sans Blac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Font typeface="Fira Sans Black"/>
              <a:buNone/>
              <a:defRPr>
                <a:latin typeface="Fira Sans Black"/>
                <a:ea typeface="Fira Sans Black"/>
                <a:cs typeface="Fira Sans Black"/>
                <a:sym typeface="Fira Sans Blac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Font typeface="Fira Sans Black"/>
              <a:buNone/>
              <a:defRPr>
                <a:latin typeface="Fira Sans Black"/>
                <a:ea typeface="Fira Sans Black"/>
                <a:cs typeface="Fira Sans Black"/>
                <a:sym typeface="Fira Sans Black"/>
              </a:defRPr>
            </a:lvl9pPr>
          </a:lstStyle>
          <a:p/>
        </p:txBody>
      </p:sp>
      <p:sp>
        <p:nvSpPr>
          <p:cNvPr id="16" name="Google Shape;16;p4"/>
          <p:cNvSpPr txBox="1"/>
          <p:nvPr>
            <p:ph idx="1" type="body"/>
          </p:nvPr>
        </p:nvSpPr>
        <p:spPr>
          <a:xfrm>
            <a:off x="457200" y="1152475"/>
            <a:ext cx="8229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Font typeface="Fira Sans"/>
              <a:buChar char="●"/>
              <a:defRPr>
                <a:latin typeface="Fira Sans"/>
                <a:ea typeface="Fira Sans"/>
                <a:cs typeface="Fira Sans"/>
                <a:sym typeface="Fira Sans"/>
              </a:defRPr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Font typeface="Fira Sans"/>
              <a:buChar char="○"/>
              <a:defRPr>
                <a:latin typeface="Fira Sans"/>
                <a:ea typeface="Fira Sans"/>
                <a:cs typeface="Fira Sans"/>
                <a:sym typeface="Fira Sans"/>
              </a:defRPr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Font typeface="Fira Sans"/>
              <a:buChar char="■"/>
              <a:defRPr>
                <a:latin typeface="Fira Sans"/>
                <a:ea typeface="Fira Sans"/>
                <a:cs typeface="Fira Sans"/>
                <a:sym typeface="Fira Sans"/>
              </a:defRPr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Font typeface="Fira Sans"/>
              <a:buChar char="●"/>
              <a:defRPr>
                <a:latin typeface="Fira Sans"/>
                <a:ea typeface="Fira Sans"/>
                <a:cs typeface="Fira Sans"/>
                <a:sym typeface="Fira Sans"/>
              </a:defRPr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Font typeface="Fira Sans"/>
              <a:buChar char="○"/>
              <a:defRPr>
                <a:latin typeface="Fira Sans"/>
                <a:ea typeface="Fira Sans"/>
                <a:cs typeface="Fira Sans"/>
                <a:sym typeface="Fira Sans"/>
              </a:defRPr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Font typeface="Fira Sans"/>
              <a:buChar char="■"/>
              <a:defRPr>
                <a:latin typeface="Fira Sans"/>
                <a:ea typeface="Fira Sans"/>
                <a:cs typeface="Fira Sans"/>
                <a:sym typeface="Fira Sans"/>
              </a:defRPr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Font typeface="Fira Sans"/>
              <a:buChar char="●"/>
              <a:defRPr>
                <a:latin typeface="Fira Sans"/>
                <a:ea typeface="Fira Sans"/>
                <a:cs typeface="Fira Sans"/>
                <a:sym typeface="Fira Sans"/>
              </a:defRPr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Font typeface="Fira Sans"/>
              <a:buChar char="○"/>
              <a:defRPr>
                <a:latin typeface="Fira Sans"/>
                <a:ea typeface="Fira Sans"/>
                <a:cs typeface="Fira Sans"/>
                <a:sym typeface="Fira Sans"/>
              </a:defRPr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Font typeface="Fira Sans"/>
              <a:buChar char="■"/>
              <a:defRPr>
                <a:latin typeface="Fira Sans"/>
                <a:ea typeface="Fira Sans"/>
                <a:cs typeface="Fira Sans"/>
                <a:sym typeface="Fira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5"/>
          <p:cNvSpPr txBox="1"/>
          <p:nvPr>
            <p:ph type="title"/>
          </p:nvPr>
        </p:nvSpPr>
        <p:spPr>
          <a:xfrm>
            <a:off x="457200" y="292625"/>
            <a:ext cx="8229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0" name="Google Shape;20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1" name="Google Shape;21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 txBox="1"/>
          <p:nvPr>
            <p:ph type="title"/>
          </p:nvPr>
        </p:nvSpPr>
        <p:spPr>
          <a:xfrm>
            <a:off x="457200" y="292625"/>
            <a:ext cx="8229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Font typeface="Fira Sans"/>
              <a:buNone/>
              <a:defRPr b="1">
                <a:latin typeface="Fira Sans"/>
                <a:ea typeface="Fira Sans"/>
                <a:cs typeface="Fira Sans"/>
                <a:sym typeface="Fira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Font typeface="Fira Sans"/>
              <a:buNone/>
              <a:defRPr b="1">
                <a:latin typeface="Fira Sans"/>
                <a:ea typeface="Fira Sans"/>
                <a:cs typeface="Fira Sans"/>
                <a:sym typeface="Fira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Font typeface="Fira Sans"/>
              <a:buNone/>
              <a:defRPr b="1">
                <a:latin typeface="Fira Sans"/>
                <a:ea typeface="Fira Sans"/>
                <a:cs typeface="Fira Sans"/>
                <a:sym typeface="Fira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Font typeface="Fira Sans"/>
              <a:buNone/>
              <a:defRPr b="1">
                <a:latin typeface="Fira Sans"/>
                <a:ea typeface="Fira Sans"/>
                <a:cs typeface="Fira Sans"/>
                <a:sym typeface="Fira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Font typeface="Fira Sans"/>
              <a:buNone/>
              <a:defRPr b="1">
                <a:latin typeface="Fira Sans"/>
                <a:ea typeface="Fira Sans"/>
                <a:cs typeface="Fira Sans"/>
                <a:sym typeface="Fira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Font typeface="Fira Sans"/>
              <a:buNone/>
              <a:defRPr b="1">
                <a:latin typeface="Fira Sans"/>
                <a:ea typeface="Fira Sans"/>
                <a:cs typeface="Fira Sans"/>
                <a:sym typeface="Fira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Font typeface="Fira Sans"/>
              <a:buNone/>
              <a:defRPr b="1">
                <a:latin typeface="Fira Sans"/>
                <a:ea typeface="Fira Sans"/>
                <a:cs typeface="Fira Sans"/>
                <a:sym typeface="Fira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Font typeface="Fira Sans"/>
              <a:buNone/>
              <a:defRPr b="1">
                <a:latin typeface="Fira Sans"/>
                <a:ea typeface="Fira Sans"/>
                <a:cs typeface="Fira Sans"/>
                <a:sym typeface="Fira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Font typeface="Fira Sans"/>
              <a:buNone/>
              <a:defRPr b="1">
                <a:latin typeface="Fira Sans"/>
                <a:ea typeface="Fira Sans"/>
                <a:cs typeface="Fira Sans"/>
                <a:sym typeface="Fira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6" name="Google Shape;26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0" name="Google Shape;3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4" name="Google Shape;34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5" name="Google Shape;35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6" name="Google Shape;36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39" name="Google Shape;39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2" name="Google Shape;42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3" name="Google Shape;43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92625"/>
            <a:ext cx="8229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b="1" sz="28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b="1" sz="28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b="1" sz="28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b="1" sz="28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b="1" sz="28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b="1" sz="28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b="1" sz="28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b="1" sz="28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b="1" sz="28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152475"/>
            <a:ext cx="8229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Fira Sans"/>
              <a:buChar char="●"/>
              <a:defRPr sz="18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Sans"/>
              <a:buChar char="○"/>
              <a:defRPr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Sans"/>
              <a:buChar char="■"/>
              <a:defRPr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Sans"/>
              <a:buChar char="●"/>
              <a:defRPr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Sans"/>
              <a:buChar char="○"/>
              <a:defRPr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Sans"/>
              <a:buChar char="■"/>
              <a:defRPr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Sans"/>
              <a:buChar char="●"/>
              <a:defRPr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Sans"/>
              <a:buChar char="○"/>
              <a:defRPr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Fira Sans"/>
              <a:buChar char="■"/>
              <a:defRPr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3.png"/><Relationship Id="rId4" Type="http://schemas.openxmlformats.org/officeDocument/2006/relationships/image" Target="../media/image9.png"/><Relationship Id="rId5" Type="http://schemas.openxmlformats.org/officeDocument/2006/relationships/image" Target="../media/image6.png"/><Relationship Id="rId6" Type="http://schemas.openxmlformats.org/officeDocument/2006/relationships/image" Target="../media/image1.png"/><Relationship Id="rId7" Type="http://schemas.openxmlformats.org/officeDocument/2006/relationships/image" Target="../media/image3.png"/><Relationship Id="rId8" Type="http://schemas.openxmlformats.org/officeDocument/2006/relationships/image" Target="../media/image1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Relationship Id="rId4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10.png"/><Relationship Id="rId5" Type="http://schemas.openxmlformats.org/officeDocument/2006/relationships/image" Target="../media/image14.png"/><Relationship Id="rId6" Type="http://schemas.openxmlformats.org/officeDocument/2006/relationships/image" Target="../media/image16.png"/><Relationship Id="rId7" Type="http://schemas.openxmlformats.org/officeDocument/2006/relationships/image" Target="../media/image18.png"/><Relationship Id="rId8" Type="http://schemas.openxmlformats.org/officeDocument/2006/relationships/image" Target="../media/image1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Relationship Id="rId4" Type="http://schemas.openxmlformats.org/officeDocument/2006/relationships/image" Target="../media/image14.png"/><Relationship Id="rId5" Type="http://schemas.openxmlformats.org/officeDocument/2006/relationships/image" Target="../media/image1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/>
          <p:cNvSpPr txBox="1"/>
          <p:nvPr>
            <p:ph type="ctrTitle"/>
          </p:nvPr>
        </p:nvSpPr>
        <p:spPr>
          <a:xfrm>
            <a:off x="4965250" y="99225"/>
            <a:ext cx="3567000" cy="202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CAPTCHA: Securing the Digital World</a:t>
            </a:r>
            <a:endParaRPr/>
          </a:p>
        </p:txBody>
      </p:sp>
      <p:grpSp>
        <p:nvGrpSpPr>
          <p:cNvPr id="51" name="Google Shape;51;p13"/>
          <p:cNvGrpSpPr/>
          <p:nvPr/>
        </p:nvGrpSpPr>
        <p:grpSpPr>
          <a:xfrm>
            <a:off x="-3148667" y="1167612"/>
            <a:ext cx="6967495" cy="3975885"/>
            <a:chOff x="2925068" y="2092209"/>
            <a:chExt cx="3288881" cy="1876746"/>
          </a:xfrm>
        </p:grpSpPr>
        <p:sp>
          <p:nvSpPr>
            <p:cNvPr id="52" name="Google Shape;52;p13"/>
            <p:cNvSpPr/>
            <p:nvPr/>
          </p:nvSpPr>
          <p:spPr>
            <a:xfrm>
              <a:off x="3215525" y="2092209"/>
              <a:ext cx="2707966" cy="1691850"/>
            </a:xfrm>
            <a:custGeom>
              <a:rect b="b" l="l" r="r" t="t"/>
              <a:pathLst>
                <a:path extrusionOk="0" h="51424" w="82309">
                  <a:moveTo>
                    <a:pt x="2334" y="0"/>
                  </a:moveTo>
                  <a:cubicBezTo>
                    <a:pt x="1036" y="0"/>
                    <a:pt x="0" y="1036"/>
                    <a:pt x="0" y="2334"/>
                  </a:cubicBezTo>
                  <a:lnTo>
                    <a:pt x="0" y="51423"/>
                  </a:lnTo>
                  <a:lnTo>
                    <a:pt x="82308" y="51423"/>
                  </a:lnTo>
                  <a:lnTo>
                    <a:pt x="82308" y="2334"/>
                  </a:lnTo>
                  <a:cubicBezTo>
                    <a:pt x="82308" y="1036"/>
                    <a:pt x="81273" y="0"/>
                    <a:pt x="7997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" name="Google Shape;53;p13"/>
            <p:cNvSpPr/>
            <p:nvPr/>
          </p:nvSpPr>
          <p:spPr>
            <a:xfrm>
              <a:off x="3323634" y="2235192"/>
              <a:ext cx="2492537" cy="1468557"/>
            </a:xfrm>
            <a:custGeom>
              <a:rect b="b" l="l" r="r" t="t"/>
              <a:pathLst>
                <a:path extrusionOk="0" h="44637" w="75761">
                  <a:moveTo>
                    <a:pt x="1" y="0"/>
                  </a:moveTo>
                  <a:lnTo>
                    <a:pt x="1" y="44637"/>
                  </a:lnTo>
                  <a:lnTo>
                    <a:pt x="75760" y="44637"/>
                  </a:lnTo>
                  <a:lnTo>
                    <a:pt x="7576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" name="Google Shape;54;p13"/>
            <p:cNvSpPr/>
            <p:nvPr/>
          </p:nvSpPr>
          <p:spPr>
            <a:xfrm>
              <a:off x="2925068" y="3784023"/>
              <a:ext cx="3288881" cy="184931"/>
            </a:xfrm>
            <a:custGeom>
              <a:rect b="b" l="l" r="r" t="t"/>
              <a:pathLst>
                <a:path extrusionOk="0" h="5621" w="99966">
                  <a:moveTo>
                    <a:pt x="1" y="0"/>
                  </a:moveTo>
                  <a:lnTo>
                    <a:pt x="1" y="2703"/>
                  </a:lnTo>
                  <a:cubicBezTo>
                    <a:pt x="1" y="4310"/>
                    <a:pt x="1311" y="5620"/>
                    <a:pt x="2918" y="5620"/>
                  </a:cubicBezTo>
                  <a:lnTo>
                    <a:pt x="97049" y="5620"/>
                  </a:lnTo>
                  <a:cubicBezTo>
                    <a:pt x="98656" y="5620"/>
                    <a:pt x="99966" y="4310"/>
                    <a:pt x="99966" y="2703"/>
                  </a:cubicBezTo>
                  <a:lnTo>
                    <a:pt x="99966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" name="Google Shape;55;p13"/>
            <p:cNvSpPr/>
            <p:nvPr/>
          </p:nvSpPr>
          <p:spPr>
            <a:xfrm>
              <a:off x="4180924" y="3783234"/>
              <a:ext cx="777592" cy="56062"/>
            </a:xfrm>
            <a:custGeom>
              <a:rect b="b" l="l" r="r" t="t"/>
              <a:pathLst>
                <a:path extrusionOk="0" h="1704" w="23635">
                  <a:moveTo>
                    <a:pt x="0" y="1"/>
                  </a:moveTo>
                  <a:lnTo>
                    <a:pt x="0" y="822"/>
                  </a:lnTo>
                  <a:cubicBezTo>
                    <a:pt x="0" y="1310"/>
                    <a:pt x="405" y="1703"/>
                    <a:pt x="881" y="1703"/>
                  </a:cubicBezTo>
                  <a:lnTo>
                    <a:pt x="22753" y="1703"/>
                  </a:lnTo>
                  <a:cubicBezTo>
                    <a:pt x="23229" y="1703"/>
                    <a:pt x="23622" y="1310"/>
                    <a:pt x="23634" y="822"/>
                  </a:cubicBezTo>
                  <a:lnTo>
                    <a:pt x="2363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13"/>
            <p:cNvSpPr/>
            <p:nvPr/>
          </p:nvSpPr>
          <p:spPr>
            <a:xfrm>
              <a:off x="3323059" y="2235192"/>
              <a:ext cx="2492899" cy="1468557"/>
            </a:xfrm>
            <a:custGeom>
              <a:rect b="b" l="l" r="r" t="t"/>
              <a:pathLst>
                <a:path extrusionOk="0" h="44637" w="75772">
                  <a:moveTo>
                    <a:pt x="1" y="0"/>
                  </a:moveTo>
                  <a:lnTo>
                    <a:pt x="1" y="44637"/>
                  </a:lnTo>
                  <a:lnTo>
                    <a:pt x="7577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" name="Google Shape;57;p13"/>
            <p:cNvSpPr/>
            <p:nvPr/>
          </p:nvSpPr>
          <p:spPr>
            <a:xfrm>
              <a:off x="4150738" y="2399297"/>
              <a:ext cx="837535" cy="1077278"/>
            </a:xfrm>
            <a:custGeom>
              <a:rect b="b" l="l" r="r" t="t"/>
              <a:pathLst>
                <a:path extrusionOk="0" h="32744" w="25457">
                  <a:moveTo>
                    <a:pt x="12728" y="1"/>
                  </a:moveTo>
                  <a:lnTo>
                    <a:pt x="1" y="3775"/>
                  </a:lnTo>
                  <a:lnTo>
                    <a:pt x="1" y="22182"/>
                  </a:lnTo>
                  <a:cubicBezTo>
                    <a:pt x="5156" y="31398"/>
                    <a:pt x="12728" y="32743"/>
                    <a:pt x="12728" y="32743"/>
                  </a:cubicBezTo>
                  <a:cubicBezTo>
                    <a:pt x="12728" y="32743"/>
                    <a:pt x="20301" y="31386"/>
                    <a:pt x="25456" y="22182"/>
                  </a:cubicBezTo>
                  <a:lnTo>
                    <a:pt x="25456" y="3775"/>
                  </a:lnTo>
                  <a:lnTo>
                    <a:pt x="1272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13"/>
            <p:cNvSpPr/>
            <p:nvPr/>
          </p:nvSpPr>
          <p:spPr>
            <a:xfrm>
              <a:off x="4176203" y="2431835"/>
              <a:ext cx="786606" cy="1012201"/>
            </a:xfrm>
            <a:custGeom>
              <a:rect b="b" l="l" r="r" t="t"/>
              <a:pathLst>
                <a:path extrusionOk="0" fill="none" h="30766" w="23909">
                  <a:moveTo>
                    <a:pt x="11954" y="0"/>
                  </a:moveTo>
                  <a:lnTo>
                    <a:pt x="1" y="3560"/>
                  </a:lnTo>
                  <a:lnTo>
                    <a:pt x="1" y="20860"/>
                  </a:lnTo>
                  <a:cubicBezTo>
                    <a:pt x="4846" y="29504"/>
                    <a:pt x="11954" y="30766"/>
                    <a:pt x="11954" y="30766"/>
                  </a:cubicBezTo>
                  <a:cubicBezTo>
                    <a:pt x="11954" y="30766"/>
                    <a:pt x="19062" y="29504"/>
                    <a:pt x="23908" y="20860"/>
                  </a:cubicBezTo>
                  <a:lnTo>
                    <a:pt x="23908" y="3560"/>
                  </a:lnTo>
                  <a:close/>
                </a:path>
              </a:pathLst>
            </a:custGeom>
            <a:noFill/>
            <a:ln cap="flat" cmpd="sng" w="7750">
              <a:solidFill>
                <a:srgbClr val="FCFCFC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13"/>
            <p:cNvSpPr/>
            <p:nvPr/>
          </p:nvSpPr>
          <p:spPr>
            <a:xfrm>
              <a:off x="4479392" y="2781627"/>
              <a:ext cx="180226" cy="313011"/>
            </a:xfrm>
            <a:custGeom>
              <a:rect b="b" l="l" r="r" t="t"/>
              <a:pathLst>
                <a:path extrusionOk="0" h="9514" w="5478">
                  <a:moveTo>
                    <a:pt x="2739" y="0"/>
                  </a:moveTo>
                  <a:cubicBezTo>
                    <a:pt x="1227" y="0"/>
                    <a:pt x="1" y="1239"/>
                    <a:pt x="1" y="2739"/>
                  </a:cubicBezTo>
                  <a:cubicBezTo>
                    <a:pt x="1" y="3810"/>
                    <a:pt x="608" y="4715"/>
                    <a:pt x="1501" y="5180"/>
                  </a:cubicBezTo>
                  <a:lnTo>
                    <a:pt x="1489" y="5180"/>
                  </a:lnTo>
                  <a:lnTo>
                    <a:pt x="310" y="9513"/>
                  </a:lnTo>
                  <a:lnTo>
                    <a:pt x="5168" y="9513"/>
                  </a:lnTo>
                  <a:lnTo>
                    <a:pt x="3978" y="5180"/>
                  </a:lnTo>
                  <a:cubicBezTo>
                    <a:pt x="4871" y="4727"/>
                    <a:pt x="5478" y="3810"/>
                    <a:pt x="5478" y="2739"/>
                  </a:cubicBezTo>
                  <a:cubicBezTo>
                    <a:pt x="5478" y="1215"/>
                    <a:pt x="4251" y="0"/>
                    <a:pt x="273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aphicFrame>
        <p:nvGraphicFramePr>
          <p:cNvPr id="60" name="Google Shape;60;p13"/>
          <p:cNvGraphicFramePr/>
          <p:nvPr/>
        </p:nvGraphicFramePr>
        <p:xfrm>
          <a:off x="3663775" y="2237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{50E275D5-A265-4D82-93A5-02F9085B09CB}</a:tableStyleId>
              </a:tblPr>
              <a:tblGrid>
                <a:gridCol w="2805800"/>
                <a:gridCol w="2455925"/>
              </a:tblGrid>
              <a:tr h="317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GB" sz="2000">
                          <a:solidFill>
                            <a:schemeClr val="dk1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Names</a:t>
                      </a:r>
                      <a:endParaRPr b="1" sz="2000">
                        <a:solidFill>
                          <a:schemeClr val="dk1"/>
                        </a:solidFill>
                        <a:latin typeface="Fira Sans"/>
                        <a:ea typeface="Fira Sans"/>
                        <a:cs typeface="Fira Sans"/>
                        <a:sym typeface="Fira San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2000"/>
                        <a:t>Supervisor</a:t>
                      </a:r>
                      <a:endParaRPr b="1" sz="2200"/>
                    </a:p>
                  </a:txBody>
                  <a:tcPr marT="91425" marB="91425" marR="91425" marL="91425"/>
                </a:tc>
              </a:tr>
              <a:tr h="287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solidFill>
                            <a:schemeClr val="dk1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Abdulazeez Qusay</a:t>
                      </a:r>
                      <a:endParaRPr/>
                    </a:p>
                  </a:txBody>
                  <a:tcPr marT="91425" marB="91425" marR="91425" marL="91425"/>
                </a:tc>
                <a:tc rowSpan="4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/>
                    </a:p>
                  </a:txBody>
                  <a:tcPr marT="91425" marB="91425" marR="91425" marL="91425"/>
                </a:tc>
              </a:tr>
              <a:tr h="518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Mustafa Musab</a:t>
                      </a:r>
                      <a:endParaRPr/>
                    </a:p>
                  </a:txBody>
                  <a:tcPr marT="91425" marB="91425" marR="91425" marL="91425"/>
                </a:tc>
                <a:tc vMerge="1"/>
              </a:tr>
              <a:tr h="518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Ibrahim Qahtan</a:t>
                      </a:r>
                      <a:endParaRPr/>
                    </a:p>
                  </a:txBody>
                  <a:tcPr marT="91425" marB="91425" marR="91425" marL="91425"/>
                </a:tc>
                <a:tc vMerge="1"/>
              </a:tr>
              <a:tr h="518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Kozhin Kamal</a:t>
                      </a:r>
                      <a:endParaRPr/>
                    </a:p>
                  </a:txBody>
                  <a:tcPr marT="91425" marB="91425" marR="91425" marL="91425"/>
                </a:tc>
                <a:tc vMerge="1"/>
              </a:tr>
            </a:tbl>
          </a:graphicData>
        </a:graphic>
      </p:graphicFrame>
      <p:sp>
        <p:nvSpPr>
          <p:cNvPr id="61" name="Google Shape;61;p13"/>
          <p:cNvSpPr txBox="1"/>
          <p:nvPr/>
        </p:nvSpPr>
        <p:spPr>
          <a:xfrm>
            <a:off x="6469575" y="3273138"/>
            <a:ext cx="2316600" cy="4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7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Chewan Jalal</a:t>
            </a:r>
            <a:endParaRPr sz="270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/>
          <p:nvPr/>
        </p:nvSpPr>
        <p:spPr>
          <a:xfrm>
            <a:off x="1884478" y="1454325"/>
            <a:ext cx="1250132" cy="883750"/>
          </a:xfrm>
          <a:custGeom>
            <a:rect b="b" l="l" r="r" t="t"/>
            <a:pathLst>
              <a:path extrusionOk="0" h="35350" w="46638">
                <a:moveTo>
                  <a:pt x="18222" y="1"/>
                </a:moveTo>
                <a:cubicBezTo>
                  <a:pt x="16562" y="1"/>
                  <a:pt x="14936" y="141"/>
                  <a:pt x="13526" y="328"/>
                </a:cubicBezTo>
                <a:cubicBezTo>
                  <a:pt x="11502" y="602"/>
                  <a:pt x="9359" y="1185"/>
                  <a:pt x="8061" y="2769"/>
                </a:cubicBezTo>
                <a:cubicBezTo>
                  <a:pt x="5120" y="6341"/>
                  <a:pt x="8395" y="11960"/>
                  <a:pt x="6704" y="16259"/>
                </a:cubicBezTo>
                <a:cubicBezTo>
                  <a:pt x="5978" y="18116"/>
                  <a:pt x="4406" y="19497"/>
                  <a:pt x="3382" y="21200"/>
                </a:cubicBezTo>
                <a:cubicBezTo>
                  <a:pt x="1" y="26796"/>
                  <a:pt x="3275" y="34035"/>
                  <a:pt x="9704" y="35189"/>
                </a:cubicBezTo>
                <a:cubicBezTo>
                  <a:pt x="10310" y="35300"/>
                  <a:pt x="10910" y="35350"/>
                  <a:pt x="11506" y="35350"/>
                </a:cubicBezTo>
                <a:cubicBezTo>
                  <a:pt x="17283" y="35350"/>
                  <a:pt x="22605" y="30625"/>
                  <a:pt x="28564" y="30117"/>
                </a:cubicBezTo>
                <a:cubicBezTo>
                  <a:pt x="28987" y="30081"/>
                  <a:pt x="29415" y="30065"/>
                  <a:pt x="29845" y="30065"/>
                </a:cubicBezTo>
                <a:cubicBezTo>
                  <a:pt x="32299" y="30065"/>
                  <a:pt x="34837" y="30574"/>
                  <a:pt x="37240" y="30574"/>
                </a:cubicBezTo>
                <a:cubicBezTo>
                  <a:pt x="38923" y="30574"/>
                  <a:pt x="40541" y="30324"/>
                  <a:pt x="42018" y="29474"/>
                </a:cubicBezTo>
                <a:cubicBezTo>
                  <a:pt x="45792" y="27296"/>
                  <a:pt x="46637" y="21890"/>
                  <a:pt x="44899" y="17878"/>
                </a:cubicBezTo>
                <a:cubicBezTo>
                  <a:pt x="43161" y="13877"/>
                  <a:pt x="39529" y="11056"/>
                  <a:pt x="35850" y="8698"/>
                </a:cubicBezTo>
                <a:cubicBezTo>
                  <a:pt x="32505" y="6555"/>
                  <a:pt x="29326" y="3602"/>
                  <a:pt x="25980" y="1626"/>
                </a:cubicBezTo>
                <a:cubicBezTo>
                  <a:pt x="23877" y="395"/>
                  <a:pt x="21003" y="1"/>
                  <a:pt x="18222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7" name="Google Shape;67;p14"/>
          <p:cNvGrpSpPr/>
          <p:nvPr/>
        </p:nvGrpSpPr>
        <p:grpSpPr>
          <a:xfrm>
            <a:off x="1938388" y="2693238"/>
            <a:ext cx="1895413" cy="883650"/>
            <a:chOff x="1884463" y="2693250"/>
            <a:chExt cx="1895413" cy="883650"/>
          </a:xfrm>
        </p:grpSpPr>
        <p:cxnSp>
          <p:nvCxnSpPr>
            <p:cNvPr id="68" name="Google Shape;68;p14"/>
            <p:cNvCxnSpPr/>
            <p:nvPr/>
          </p:nvCxnSpPr>
          <p:spPr>
            <a:xfrm rot="10800000">
              <a:off x="2979775" y="2942025"/>
              <a:ext cx="800100" cy="324000"/>
            </a:xfrm>
            <a:prstGeom prst="curvedConnector3">
              <a:avLst>
                <a:gd fmla="val 50000" name="adj1"/>
              </a:avLst>
            </a:prstGeom>
            <a:noFill/>
            <a:ln cap="flat" cmpd="sng" w="28575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69" name="Google Shape;69;p14"/>
            <p:cNvGrpSpPr/>
            <p:nvPr/>
          </p:nvGrpSpPr>
          <p:grpSpPr>
            <a:xfrm>
              <a:off x="1884463" y="2693250"/>
              <a:ext cx="1165650" cy="883650"/>
              <a:chOff x="1884463" y="2693250"/>
              <a:chExt cx="1165650" cy="883650"/>
            </a:xfrm>
          </p:grpSpPr>
          <p:sp>
            <p:nvSpPr>
              <p:cNvPr id="70" name="Google Shape;70;p14"/>
              <p:cNvSpPr/>
              <p:nvPr/>
            </p:nvSpPr>
            <p:spPr>
              <a:xfrm>
                <a:off x="1884463" y="2693250"/>
                <a:ext cx="1165650" cy="883650"/>
              </a:xfrm>
              <a:custGeom>
                <a:rect b="b" l="l" r="r" t="t"/>
                <a:pathLst>
                  <a:path extrusionOk="0" h="35346" w="46626">
                    <a:moveTo>
                      <a:pt x="35148" y="1"/>
                    </a:moveTo>
                    <a:cubicBezTo>
                      <a:pt x="29365" y="1"/>
                      <a:pt x="24038" y="4734"/>
                      <a:pt x="18074" y="5242"/>
                    </a:cubicBezTo>
                    <a:cubicBezTo>
                      <a:pt x="17663" y="5277"/>
                      <a:pt x="17248" y="5291"/>
                      <a:pt x="16830" y="5291"/>
                    </a:cubicBezTo>
                    <a:cubicBezTo>
                      <a:pt x="14361" y="5291"/>
                      <a:pt x="11804" y="4774"/>
                      <a:pt x="9387" y="4774"/>
                    </a:cubicBezTo>
                    <a:cubicBezTo>
                      <a:pt x="7705" y="4774"/>
                      <a:pt x="6090" y="5025"/>
                      <a:pt x="4620" y="5873"/>
                    </a:cubicBezTo>
                    <a:cubicBezTo>
                      <a:pt x="846" y="8052"/>
                      <a:pt x="0" y="13457"/>
                      <a:pt x="1739" y="17470"/>
                    </a:cubicBezTo>
                    <a:cubicBezTo>
                      <a:pt x="3477" y="21470"/>
                      <a:pt x="7108" y="24292"/>
                      <a:pt x="10775" y="26637"/>
                    </a:cubicBezTo>
                    <a:cubicBezTo>
                      <a:pt x="14133" y="28781"/>
                      <a:pt x="17300" y="31745"/>
                      <a:pt x="20658" y="33710"/>
                    </a:cubicBezTo>
                    <a:cubicBezTo>
                      <a:pt x="22764" y="34949"/>
                      <a:pt x="25642" y="35346"/>
                      <a:pt x="28424" y="35346"/>
                    </a:cubicBezTo>
                    <a:cubicBezTo>
                      <a:pt x="30078" y="35346"/>
                      <a:pt x="31697" y="35206"/>
                      <a:pt x="33100" y="35019"/>
                    </a:cubicBezTo>
                    <a:cubicBezTo>
                      <a:pt x="35136" y="34746"/>
                      <a:pt x="37267" y="34162"/>
                      <a:pt x="38577" y="32579"/>
                    </a:cubicBezTo>
                    <a:cubicBezTo>
                      <a:pt x="41517" y="29007"/>
                      <a:pt x="38231" y="23387"/>
                      <a:pt x="39922" y="19089"/>
                    </a:cubicBezTo>
                    <a:cubicBezTo>
                      <a:pt x="40660" y="17232"/>
                      <a:pt x="42232" y="15850"/>
                      <a:pt x="43256" y="14148"/>
                    </a:cubicBezTo>
                    <a:cubicBezTo>
                      <a:pt x="46625" y="8552"/>
                      <a:pt x="43363" y="1313"/>
                      <a:pt x="36933" y="158"/>
                    </a:cubicBezTo>
                    <a:cubicBezTo>
                      <a:pt x="36333" y="50"/>
                      <a:pt x="35738" y="1"/>
                      <a:pt x="3514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" name="Google Shape;71;p14"/>
              <p:cNvSpPr/>
              <p:nvPr/>
            </p:nvSpPr>
            <p:spPr>
              <a:xfrm>
                <a:off x="2118713" y="2767425"/>
                <a:ext cx="45875" cy="45875"/>
              </a:xfrm>
              <a:custGeom>
                <a:rect b="b" l="l" r="r" t="t"/>
                <a:pathLst>
                  <a:path extrusionOk="0" h="1835" w="1835">
                    <a:moveTo>
                      <a:pt x="917" y="1"/>
                    </a:moveTo>
                    <a:cubicBezTo>
                      <a:pt x="405" y="1"/>
                      <a:pt x="1" y="418"/>
                      <a:pt x="1" y="918"/>
                    </a:cubicBezTo>
                    <a:cubicBezTo>
                      <a:pt x="1" y="1430"/>
                      <a:pt x="405" y="1834"/>
                      <a:pt x="917" y="1834"/>
                    </a:cubicBezTo>
                    <a:cubicBezTo>
                      <a:pt x="1417" y="1834"/>
                      <a:pt x="1834" y="1430"/>
                      <a:pt x="1834" y="918"/>
                    </a:cubicBezTo>
                    <a:cubicBezTo>
                      <a:pt x="1834" y="418"/>
                      <a:pt x="1417" y="1"/>
                      <a:pt x="91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" name="Google Shape;72;p14"/>
              <p:cNvSpPr/>
              <p:nvPr/>
            </p:nvSpPr>
            <p:spPr>
              <a:xfrm>
                <a:off x="2178238" y="2767425"/>
                <a:ext cx="45875" cy="45875"/>
              </a:xfrm>
              <a:custGeom>
                <a:rect b="b" l="l" r="r" t="t"/>
                <a:pathLst>
                  <a:path extrusionOk="0" h="1835" w="1835">
                    <a:moveTo>
                      <a:pt x="918" y="1"/>
                    </a:moveTo>
                    <a:cubicBezTo>
                      <a:pt x="406" y="1"/>
                      <a:pt x="1" y="418"/>
                      <a:pt x="1" y="918"/>
                    </a:cubicBezTo>
                    <a:cubicBezTo>
                      <a:pt x="1" y="1430"/>
                      <a:pt x="406" y="1834"/>
                      <a:pt x="918" y="1834"/>
                    </a:cubicBezTo>
                    <a:cubicBezTo>
                      <a:pt x="1418" y="1834"/>
                      <a:pt x="1834" y="1430"/>
                      <a:pt x="1834" y="918"/>
                    </a:cubicBezTo>
                    <a:cubicBezTo>
                      <a:pt x="1834" y="418"/>
                      <a:pt x="1418" y="1"/>
                      <a:pt x="91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" name="Google Shape;73;p14"/>
              <p:cNvSpPr/>
              <p:nvPr/>
            </p:nvSpPr>
            <p:spPr>
              <a:xfrm>
                <a:off x="2237788" y="2767425"/>
                <a:ext cx="45850" cy="45875"/>
              </a:xfrm>
              <a:custGeom>
                <a:rect b="b" l="l" r="r" t="t"/>
                <a:pathLst>
                  <a:path extrusionOk="0" h="1835" w="1834">
                    <a:moveTo>
                      <a:pt x="917" y="1"/>
                    </a:moveTo>
                    <a:cubicBezTo>
                      <a:pt x="405" y="1"/>
                      <a:pt x="0" y="418"/>
                      <a:pt x="0" y="918"/>
                    </a:cubicBezTo>
                    <a:cubicBezTo>
                      <a:pt x="0" y="1430"/>
                      <a:pt x="405" y="1834"/>
                      <a:pt x="917" y="1834"/>
                    </a:cubicBezTo>
                    <a:cubicBezTo>
                      <a:pt x="1417" y="1834"/>
                      <a:pt x="1834" y="1430"/>
                      <a:pt x="1834" y="918"/>
                    </a:cubicBezTo>
                    <a:cubicBezTo>
                      <a:pt x="1834" y="418"/>
                      <a:pt x="1417" y="1"/>
                      <a:pt x="91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74" name="Google Shape;74;p14"/>
          <p:cNvSpPr txBox="1"/>
          <p:nvPr>
            <p:ph type="title"/>
          </p:nvPr>
        </p:nvSpPr>
        <p:spPr>
          <a:xfrm>
            <a:off x="150350" y="134175"/>
            <a:ext cx="8229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Outline</a:t>
            </a:r>
            <a:endParaRPr/>
          </a:p>
        </p:txBody>
      </p:sp>
      <p:grpSp>
        <p:nvGrpSpPr>
          <p:cNvPr id="75" name="Google Shape;75;p14"/>
          <p:cNvGrpSpPr/>
          <p:nvPr/>
        </p:nvGrpSpPr>
        <p:grpSpPr>
          <a:xfrm>
            <a:off x="3678138" y="2487100"/>
            <a:ext cx="1839825" cy="1444975"/>
            <a:chOff x="3678138" y="2487100"/>
            <a:chExt cx="1839825" cy="1444975"/>
          </a:xfrm>
        </p:grpSpPr>
        <p:sp>
          <p:nvSpPr>
            <p:cNvPr id="76" name="Google Shape;76;p14"/>
            <p:cNvSpPr/>
            <p:nvPr/>
          </p:nvSpPr>
          <p:spPr>
            <a:xfrm>
              <a:off x="3678138" y="2487100"/>
              <a:ext cx="1839825" cy="1444975"/>
            </a:xfrm>
            <a:custGeom>
              <a:rect b="b" l="l" r="r" t="t"/>
              <a:pathLst>
                <a:path extrusionOk="0" h="57799" w="73593">
                  <a:moveTo>
                    <a:pt x="57459" y="1"/>
                  </a:moveTo>
                  <a:cubicBezTo>
                    <a:pt x="48008" y="1"/>
                    <a:pt x="39305" y="7739"/>
                    <a:pt x="29564" y="8571"/>
                  </a:cubicBezTo>
                  <a:cubicBezTo>
                    <a:pt x="28884" y="8628"/>
                    <a:pt x="28199" y="8653"/>
                    <a:pt x="27509" y="8653"/>
                  </a:cubicBezTo>
                  <a:cubicBezTo>
                    <a:pt x="23471" y="8653"/>
                    <a:pt x="19294" y="7807"/>
                    <a:pt x="15344" y="7807"/>
                  </a:cubicBezTo>
                  <a:cubicBezTo>
                    <a:pt x="12594" y="7807"/>
                    <a:pt x="9955" y="8217"/>
                    <a:pt x="7549" y="9607"/>
                  </a:cubicBezTo>
                  <a:cubicBezTo>
                    <a:pt x="1381" y="13178"/>
                    <a:pt x="0" y="22025"/>
                    <a:pt x="2846" y="28573"/>
                  </a:cubicBezTo>
                  <a:cubicBezTo>
                    <a:pt x="5680" y="35110"/>
                    <a:pt x="11621" y="39729"/>
                    <a:pt x="17634" y="43575"/>
                  </a:cubicBezTo>
                  <a:cubicBezTo>
                    <a:pt x="23098" y="47075"/>
                    <a:pt x="28302" y="51921"/>
                    <a:pt x="33778" y="55136"/>
                  </a:cubicBezTo>
                  <a:cubicBezTo>
                    <a:pt x="37215" y="57149"/>
                    <a:pt x="41912" y="57799"/>
                    <a:pt x="46457" y="57799"/>
                  </a:cubicBezTo>
                  <a:cubicBezTo>
                    <a:pt x="49172" y="57799"/>
                    <a:pt x="51832" y="57567"/>
                    <a:pt x="54138" y="57255"/>
                  </a:cubicBezTo>
                  <a:cubicBezTo>
                    <a:pt x="57448" y="56803"/>
                    <a:pt x="60948" y="55850"/>
                    <a:pt x="63068" y="53279"/>
                  </a:cubicBezTo>
                  <a:cubicBezTo>
                    <a:pt x="67878" y="47433"/>
                    <a:pt x="62520" y="38241"/>
                    <a:pt x="65294" y="31204"/>
                  </a:cubicBezTo>
                  <a:cubicBezTo>
                    <a:pt x="66485" y="28180"/>
                    <a:pt x="69057" y="25918"/>
                    <a:pt x="70735" y="23132"/>
                  </a:cubicBezTo>
                  <a:cubicBezTo>
                    <a:pt x="73260" y="18917"/>
                    <a:pt x="73593" y="13452"/>
                    <a:pt x="71557" y="8976"/>
                  </a:cubicBezTo>
                  <a:cubicBezTo>
                    <a:pt x="69533" y="4511"/>
                    <a:pt x="65223" y="1141"/>
                    <a:pt x="60389" y="260"/>
                  </a:cubicBezTo>
                  <a:cubicBezTo>
                    <a:pt x="59403" y="82"/>
                    <a:pt x="58427" y="1"/>
                    <a:pt x="5745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14"/>
            <p:cNvSpPr/>
            <p:nvPr/>
          </p:nvSpPr>
          <p:spPr>
            <a:xfrm>
              <a:off x="3941863" y="2677250"/>
              <a:ext cx="1388875" cy="934350"/>
            </a:xfrm>
            <a:custGeom>
              <a:rect b="b" l="l" r="r" t="t"/>
              <a:pathLst>
                <a:path extrusionOk="0" h="37374" w="55555">
                  <a:moveTo>
                    <a:pt x="2370" y="0"/>
                  </a:moveTo>
                  <a:cubicBezTo>
                    <a:pt x="1060" y="0"/>
                    <a:pt x="0" y="1048"/>
                    <a:pt x="0" y="2358"/>
                  </a:cubicBezTo>
                  <a:lnTo>
                    <a:pt x="0" y="37374"/>
                  </a:lnTo>
                  <a:lnTo>
                    <a:pt x="55555" y="37374"/>
                  </a:lnTo>
                  <a:lnTo>
                    <a:pt x="55555" y="2358"/>
                  </a:lnTo>
                  <a:cubicBezTo>
                    <a:pt x="55555" y="1203"/>
                    <a:pt x="54710" y="215"/>
                    <a:pt x="53567" y="36"/>
                  </a:cubicBezTo>
                  <a:cubicBezTo>
                    <a:pt x="53447" y="12"/>
                    <a:pt x="53316" y="0"/>
                    <a:pt x="5319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14"/>
            <p:cNvSpPr/>
            <p:nvPr/>
          </p:nvSpPr>
          <p:spPr>
            <a:xfrm>
              <a:off x="4006438" y="2749275"/>
              <a:ext cx="1260025" cy="862325"/>
            </a:xfrm>
            <a:custGeom>
              <a:rect b="b" l="l" r="r" t="t"/>
              <a:pathLst>
                <a:path extrusionOk="0" h="34493" w="50401">
                  <a:moveTo>
                    <a:pt x="1" y="1"/>
                  </a:moveTo>
                  <a:lnTo>
                    <a:pt x="1" y="34493"/>
                  </a:lnTo>
                  <a:lnTo>
                    <a:pt x="50400" y="34493"/>
                  </a:lnTo>
                  <a:lnTo>
                    <a:pt x="5040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14"/>
            <p:cNvSpPr/>
            <p:nvPr/>
          </p:nvSpPr>
          <p:spPr>
            <a:xfrm>
              <a:off x="3801063" y="3611300"/>
              <a:ext cx="1670475" cy="61350"/>
            </a:xfrm>
            <a:custGeom>
              <a:rect b="b" l="l" r="r" t="t"/>
              <a:pathLst>
                <a:path extrusionOk="0" h="2454" w="66819">
                  <a:moveTo>
                    <a:pt x="66819" y="0"/>
                  </a:moveTo>
                  <a:lnTo>
                    <a:pt x="1" y="12"/>
                  </a:lnTo>
                  <a:lnTo>
                    <a:pt x="1" y="1476"/>
                  </a:lnTo>
                  <a:cubicBezTo>
                    <a:pt x="1" y="1762"/>
                    <a:pt x="191" y="2012"/>
                    <a:pt x="513" y="2191"/>
                  </a:cubicBezTo>
                  <a:cubicBezTo>
                    <a:pt x="827" y="2359"/>
                    <a:pt x="1195" y="2454"/>
                    <a:pt x="1566" y="2454"/>
                  </a:cubicBezTo>
                  <a:cubicBezTo>
                    <a:pt x="1588" y="2454"/>
                    <a:pt x="1610" y="2453"/>
                    <a:pt x="1632" y="2453"/>
                  </a:cubicBezTo>
                  <a:lnTo>
                    <a:pt x="65199" y="2453"/>
                  </a:lnTo>
                  <a:cubicBezTo>
                    <a:pt x="66092" y="2453"/>
                    <a:pt x="66819" y="2024"/>
                    <a:pt x="66819" y="1488"/>
                  </a:cubicBezTo>
                  <a:lnTo>
                    <a:pt x="6681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14"/>
            <p:cNvSpPr/>
            <p:nvPr/>
          </p:nvSpPr>
          <p:spPr>
            <a:xfrm>
              <a:off x="4496688" y="3611300"/>
              <a:ext cx="279525" cy="37225"/>
            </a:xfrm>
            <a:custGeom>
              <a:rect b="b" l="l" r="r" t="t"/>
              <a:pathLst>
                <a:path extrusionOk="0" h="1489" w="11181">
                  <a:moveTo>
                    <a:pt x="1" y="0"/>
                  </a:moveTo>
                  <a:lnTo>
                    <a:pt x="1" y="976"/>
                  </a:lnTo>
                  <a:cubicBezTo>
                    <a:pt x="1" y="1262"/>
                    <a:pt x="227" y="1488"/>
                    <a:pt x="513" y="1488"/>
                  </a:cubicBezTo>
                  <a:lnTo>
                    <a:pt x="10669" y="1488"/>
                  </a:lnTo>
                  <a:cubicBezTo>
                    <a:pt x="10942" y="1488"/>
                    <a:pt x="11181" y="1262"/>
                    <a:pt x="11181" y="976"/>
                  </a:cubicBezTo>
                  <a:lnTo>
                    <a:pt x="1118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14"/>
            <p:cNvSpPr/>
            <p:nvPr/>
          </p:nvSpPr>
          <p:spPr>
            <a:xfrm>
              <a:off x="4261238" y="2794525"/>
              <a:ext cx="812025" cy="776600"/>
            </a:xfrm>
            <a:custGeom>
              <a:rect b="b" l="l" r="r" t="t"/>
              <a:pathLst>
                <a:path extrusionOk="0" h="31064" w="32481">
                  <a:moveTo>
                    <a:pt x="15693" y="0"/>
                  </a:moveTo>
                  <a:cubicBezTo>
                    <a:pt x="11260" y="3983"/>
                    <a:pt x="6151" y="4468"/>
                    <a:pt x="3929" y="4468"/>
                  </a:cubicBezTo>
                  <a:cubicBezTo>
                    <a:pt x="3215" y="4468"/>
                    <a:pt x="2799" y="4418"/>
                    <a:pt x="2799" y="4418"/>
                  </a:cubicBezTo>
                  <a:lnTo>
                    <a:pt x="2799" y="4418"/>
                  </a:lnTo>
                  <a:cubicBezTo>
                    <a:pt x="1" y="27920"/>
                    <a:pt x="15610" y="31064"/>
                    <a:pt x="15610" y="31064"/>
                  </a:cubicBezTo>
                  <a:cubicBezTo>
                    <a:pt x="32481" y="26980"/>
                    <a:pt x="28326" y="4501"/>
                    <a:pt x="28326" y="4501"/>
                  </a:cubicBezTo>
                  <a:lnTo>
                    <a:pt x="28326" y="4501"/>
                  </a:lnTo>
                  <a:cubicBezTo>
                    <a:pt x="27833" y="4576"/>
                    <a:pt x="27339" y="4610"/>
                    <a:pt x="26847" y="4610"/>
                  </a:cubicBezTo>
                  <a:cubicBezTo>
                    <a:pt x="21150" y="4610"/>
                    <a:pt x="15693" y="0"/>
                    <a:pt x="15693" y="0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14"/>
            <p:cNvSpPr/>
            <p:nvPr/>
          </p:nvSpPr>
          <p:spPr>
            <a:xfrm>
              <a:off x="4238913" y="2776950"/>
              <a:ext cx="812325" cy="776325"/>
            </a:xfrm>
            <a:custGeom>
              <a:rect b="b" l="l" r="r" t="t"/>
              <a:pathLst>
                <a:path extrusionOk="0" h="31053" w="32493">
                  <a:moveTo>
                    <a:pt x="15693" y="1"/>
                  </a:moveTo>
                  <a:cubicBezTo>
                    <a:pt x="11269" y="3984"/>
                    <a:pt x="6155" y="4468"/>
                    <a:pt x="3930" y="4468"/>
                  </a:cubicBezTo>
                  <a:cubicBezTo>
                    <a:pt x="3215" y="4468"/>
                    <a:pt x="2799" y="4418"/>
                    <a:pt x="2799" y="4418"/>
                  </a:cubicBezTo>
                  <a:lnTo>
                    <a:pt x="2799" y="4418"/>
                  </a:lnTo>
                  <a:cubicBezTo>
                    <a:pt x="1" y="27909"/>
                    <a:pt x="15610" y="31052"/>
                    <a:pt x="15610" y="31052"/>
                  </a:cubicBezTo>
                  <a:cubicBezTo>
                    <a:pt x="32493" y="26980"/>
                    <a:pt x="28338" y="4502"/>
                    <a:pt x="28338" y="4501"/>
                  </a:cubicBezTo>
                  <a:lnTo>
                    <a:pt x="28338" y="4501"/>
                  </a:lnTo>
                  <a:cubicBezTo>
                    <a:pt x="27850" y="4575"/>
                    <a:pt x="27360" y="4608"/>
                    <a:pt x="26873" y="4608"/>
                  </a:cubicBezTo>
                  <a:cubicBezTo>
                    <a:pt x="21170" y="4608"/>
                    <a:pt x="15693" y="1"/>
                    <a:pt x="1569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14"/>
            <p:cNvSpPr/>
            <p:nvPr/>
          </p:nvSpPr>
          <p:spPr>
            <a:xfrm>
              <a:off x="4319588" y="2868350"/>
              <a:ext cx="651875" cy="622700"/>
            </a:xfrm>
            <a:custGeom>
              <a:rect b="b" l="l" r="r" t="t"/>
              <a:pathLst>
                <a:path extrusionOk="0" h="24908" w="26075">
                  <a:moveTo>
                    <a:pt x="12597" y="0"/>
                  </a:moveTo>
                  <a:cubicBezTo>
                    <a:pt x="9049" y="3188"/>
                    <a:pt x="4949" y="3576"/>
                    <a:pt x="3162" y="3576"/>
                  </a:cubicBezTo>
                  <a:cubicBezTo>
                    <a:pt x="2586" y="3576"/>
                    <a:pt x="2251" y="3536"/>
                    <a:pt x="2251" y="3536"/>
                  </a:cubicBezTo>
                  <a:lnTo>
                    <a:pt x="2251" y="3536"/>
                  </a:lnTo>
                  <a:cubicBezTo>
                    <a:pt x="0" y="22384"/>
                    <a:pt x="12526" y="24908"/>
                    <a:pt x="12526" y="24908"/>
                  </a:cubicBezTo>
                  <a:cubicBezTo>
                    <a:pt x="26075" y="21634"/>
                    <a:pt x="22741" y="3608"/>
                    <a:pt x="22741" y="3608"/>
                  </a:cubicBezTo>
                  <a:lnTo>
                    <a:pt x="22741" y="3608"/>
                  </a:lnTo>
                  <a:cubicBezTo>
                    <a:pt x="22353" y="3665"/>
                    <a:pt x="21963" y="3692"/>
                    <a:pt x="21574" y="3692"/>
                  </a:cubicBezTo>
                  <a:cubicBezTo>
                    <a:pt x="16997" y="3692"/>
                    <a:pt x="12597" y="0"/>
                    <a:pt x="1259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14"/>
            <p:cNvSpPr/>
            <p:nvPr/>
          </p:nvSpPr>
          <p:spPr>
            <a:xfrm>
              <a:off x="4522588" y="2968350"/>
              <a:ext cx="258975" cy="429850"/>
            </a:xfrm>
            <a:custGeom>
              <a:rect b="b" l="l" r="r" t="t"/>
              <a:pathLst>
                <a:path extrusionOk="0" h="17194" w="10359">
                  <a:moveTo>
                    <a:pt x="5180" y="917"/>
                  </a:moveTo>
                  <a:cubicBezTo>
                    <a:pt x="7001" y="917"/>
                    <a:pt x="8490" y="2406"/>
                    <a:pt x="8490" y="4227"/>
                  </a:cubicBezTo>
                  <a:lnTo>
                    <a:pt x="8490" y="6835"/>
                  </a:lnTo>
                  <a:lnTo>
                    <a:pt x="1870" y="6835"/>
                  </a:lnTo>
                  <a:lnTo>
                    <a:pt x="1870" y="4227"/>
                  </a:lnTo>
                  <a:cubicBezTo>
                    <a:pt x="1870" y="2406"/>
                    <a:pt x="3346" y="917"/>
                    <a:pt x="5180" y="917"/>
                  </a:cubicBezTo>
                  <a:close/>
                  <a:moveTo>
                    <a:pt x="5180" y="1"/>
                  </a:moveTo>
                  <a:cubicBezTo>
                    <a:pt x="2834" y="1"/>
                    <a:pt x="941" y="1894"/>
                    <a:pt x="941" y="4227"/>
                  </a:cubicBezTo>
                  <a:lnTo>
                    <a:pt x="941" y="6835"/>
                  </a:lnTo>
                  <a:lnTo>
                    <a:pt x="620" y="6835"/>
                  </a:lnTo>
                  <a:cubicBezTo>
                    <a:pt x="274" y="6835"/>
                    <a:pt x="0" y="7109"/>
                    <a:pt x="0" y="7442"/>
                  </a:cubicBezTo>
                  <a:lnTo>
                    <a:pt x="0" y="13431"/>
                  </a:lnTo>
                  <a:cubicBezTo>
                    <a:pt x="0" y="15514"/>
                    <a:pt x="1691" y="17193"/>
                    <a:pt x="3763" y="17193"/>
                  </a:cubicBezTo>
                  <a:lnTo>
                    <a:pt x="6608" y="17193"/>
                  </a:lnTo>
                  <a:cubicBezTo>
                    <a:pt x="8680" y="17193"/>
                    <a:pt x="10359" y="15514"/>
                    <a:pt x="10359" y="13431"/>
                  </a:cubicBezTo>
                  <a:lnTo>
                    <a:pt x="10359" y="7442"/>
                  </a:lnTo>
                  <a:cubicBezTo>
                    <a:pt x="10359" y="7109"/>
                    <a:pt x="10085" y="6835"/>
                    <a:pt x="9752" y="6835"/>
                  </a:cubicBezTo>
                  <a:lnTo>
                    <a:pt x="9406" y="6835"/>
                  </a:lnTo>
                  <a:lnTo>
                    <a:pt x="9406" y="4227"/>
                  </a:lnTo>
                  <a:cubicBezTo>
                    <a:pt x="9406" y="1894"/>
                    <a:pt x="7513" y="1"/>
                    <a:pt x="5180" y="1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14"/>
            <p:cNvSpPr/>
            <p:nvPr/>
          </p:nvSpPr>
          <p:spPr>
            <a:xfrm>
              <a:off x="4532713" y="2959725"/>
              <a:ext cx="211950" cy="312850"/>
            </a:xfrm>
            <a:custGeom>
              <a:rect b="b" l="l" r="r" t="t"/>
              <a:pathLst>
                <a:path extrusionOk="0" h="12514" w="8478">
                  <a:moveTo>
                    <a:pt x="4239" y="929"/>
                  </a:moveTo>
                  <a:cubicBezTo>
                    <a:pt x="6060" y="929"/>
                    <a:pt x="7549" y="2405"/>
                    <a:pt x="7549" y="4239"/>
                  </a:cubicBezTo>
                  <a:lnTo>
                    <a:pt x="7549" y="8275"/>
                  </a:lnTo>
                  <a:cubicBezTo>
                    <a:pt x="7549" y="10109"/>
                    <a:pt x="6060" y="11585"/>
                    <a:pt x="4239" y="11585"/>
                  </a:cubicBezTo>
                  <a:cubicBezTo>
                    <a:pt x="2405" y="11585"/>
                    <a:pt x="929" y="10109"/>
                    <a:pt x="929" y="8275"/>
                  </a:cubicBezTo>
                  <a:lnTo>
                    <a:pt x="929" y="4239"/>
                  </a:lnTo>
                  <a:cubicBezTo>
                    <a:pt x="929" y="2405"/>
                    <a:pt x="2405" y="929"/>
                    <a:pt x="4239" y="929"/>
                  </a:cubicBezTo>
                  <a:close/>
                  <a:moveTo>
                    <a:pt x="4239" y="0"/>
                  </a:moveTo>
                  <a:cubicBezTo>
                    <a:pt x="1905" y="0"/>
                    <a:pt x="12" y="1893"/>
                    <a:pt x="0" y="4239"/>
                  </a:cubicBezTo>
                  <a:lnTo>
                    <a:pt x="0" y="8275"/>
                  </a:lnTo>
                  <a:cubicBezTo>
                    <a:pt x="0" y="10609"/>
                    <a:pt x="1905" y="12514"/>
                    <a:pt x="4239" y="12514"/>
                  </a:cubicBezTo>
                  <a:cubicBezTo>
                    <a:pt x="6584" y="12514"/>
                    <a:pt x="8477" y="10609"/>
                    <a:pt x="8477" y="8275"/>
                  </a:cubicBezTo>
                  <a:lnTo>
                    <a:pt x="8477" y="4239"/>
                  </a:lnTo>
                  <a:cubicBezTo>
                    <a:pt x="8477" y="1893"/>
                    <a:pt x="6584" y="0"/>
                    <a:pt x="423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14"/>
            <p:cNvSpPr/>
            <p:nvPr/>
          </p:nvSpPr>
          <p:spPr>
            <a:xfrm>
              <a:off x="4509188" y="3130875"/>
              <a:ext cx="259275" cy="258975"/>
            </a:xfrm>
            <a:custGeom>
              <a:rect b="b" l="l" r="r" t="t"/>
              <a:pathLst>
                <a:path extrusionOk="0" h="10359" w="10371">
                  <a:moveTo>
                    <a:pt x="620" y="0"/>
                  </a:moveTo>
                  <a:cubicBezTo>
                    <a:pt x="274" y="0"/>
                    <a:pt x="13" y="274"/>
                    <a:pt x="13" y="608"/>
                  </a:cubicBezTo>
                  <a:lnTo>
                    <a:pt x="13" y="6596"/>
                  </a:lnTo>
                  <a:cubicBezTo>
                    <a:pt x="1" y="8668"/>
                    <a:pt x="1691" y="10359"/>
                    <a:pt x="3775" y="10359"/>
                  </a:cubicBezTo>
                  <a:lnTo>
                    <a:pt x="6609" y="10359"/>
                  </a:lnTo>
                  <a:cubicBezTo>
                    <a:pt x="8680" y="10359"/>
                    <a:pt x="10371" y="8668"/>
                    <a:pt x="10371" y="6596"/>
                  </a:cubicBezTo>
                  <a:lnTo>
                    <a:pt x="10371" y="608"/>
                  </a:lnTo>
                  <a:cubicBezTo>
                    <a:pt x="10371" y="274"/>
                    <a:pt x="10097" y="0"/>
                    <a:pt x="975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14"/>
            <p:cNvSpPr/>
            <p:nvPr/>
          </p:nvSpPr>
          <p:spPr>
            <a:xfrm>
              <a:off x="4532713" y="3121950"/>
              <a:ext cx="23225" cy="8650"/>
            </a:xfrm>
            <a:custGeom>
              <a:rect b="b" l="l" r="r" t="t"/>
              <a:pathLst>
                <a:path extrusionOk="0" h="346" w="929">
                  <a:moveTo>
                    <a:pt x="0" y="0"/>
                  </a:moveTo>
                  <a:lnTo>
                    <a:pt x="0" y="345"/>
                  </a:lnTo>
                  <a:lnTo>
                    <a:pt x="929" y="345"/>
                  </a:lnTo>
                  <a:lnTo>
                    <a:pt x="92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14"/>
            <p:cNvSpPr/>
            <p:nvPr/>
          </p:nvSpPr>
          <p:spPr>
            <a:xfrm>
              <a:off x="4721413" y="3121950"/>
              <a:ext cx="23250" cy="8650"/>
            </a:xfrm>
            <a:custGeom>
              <a:rect b="b" l="l" r="r" t="t"/>
              <a:pathLst>
                <a:path extrusionOk="0" h="346" w="930">
                  <a:moveTo>
                    <a:pt x="1" y="0"/>
                  </a:moveTo>
                  <a:lnTo>
                    <a:pt x="1" y="345"/>
                  </a:lnTo>
                  <a:lnTo>
                    <a:pt x="929" y="345"/>
                  </a:lnTo>
                  <a:lnTo>
                    <a:pt x="92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" name="Google Shape;89;p14"/>
            <p:cNvSpPr/>
            <p:nvPr/>
          </p:nvSpPr>
          <p:spPr>
            <a:xfrm>
              <a:off x="4571913" y="3206750"/>
              <a:ext cx="164825" cy="108400"/>
            </a:xfrm>
            <a:custGeom>
              <a:rect b="b" l="l" r="r" t="t"/>
              <a:pathLst>
                <a:path extrusionOk="0" h="4336" w="6593">
                  <a:moveTo>
                    <a:pt x="5998" y="0"/>
                  </a:moveTo>
                  <a:cubicBezTo>
                    <a:pt x="5900" y="0"/>
                    <a:pt x="5797" y="39"/>
                    <a:pt x="5707" y="132"/>
                  </a:cubicBezTo>
                  <a:lnTo>
                    <a:pt x="2576" y="3335"/>
                  </a:lnTo>
                  <a:lnTo>
                    <a:pt x="885" y="1633"/>
                  </a:lnTo>
                  <a:cubicBezTo>
                    <a:pt x="793" y="1541"/>
                    <a:pt x="691" y="1502"/>
                    <a:pt x="593" y="1502"/>
                  </a:cubicBezTo>
                  <a:cubicBezTo>
                    <a:pt x="272" y="1502"/>
                    <a:pt x="0" y="1915"/>
                    <a:pt x="301" y="2216"/>
                  </a:cubicBezTo>
                  <a:lnTo>
                    <a:pt x="2290" y="4204"/>
                  </a:lnTo>
                  <a:cubicBezTo>
                    <a:pt x="2365" y="4279"/>
                    <a:pt x="2459" y="4325"/>
                    <a:pt x="2555" y="4325"/>
                  </a:cubicBezTo>
                  <a:cubicBezTo>
                    <a:pt x="2566" y="4325"/>
                    <a:pt x="2577" y="4325"/>
                    <a:pt x="2587" y="4323"/>
                  </a:cubicBezTo>
                  <a:lnTo>
                    <a:pt x="2587" y="4323"/>
                  </a:lnTo>
                  <a:lnTo>
                    <a:pt x="2576" y="4335"/>
                  </a:lnTo>
                  <a:cubicBezTo>
                    <a:pt x="2695" y="4335"/>
                    <a:pt x="2802" y="4288"/>
                    <a:pt x="2873" y="4204"/>
                  </a:cubicBezTo>
                  <a:lnTo>
                    <a:pt x="6302" y="704"/>
                  </a:lnTo>
                  <a:cubicBezTo>
                    <a:pt x="6593" y="404"/>
                    <a:pt x="6315" y="0"/>
                    <a:pt x="5998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" name="Google Shape;90;p14"/>
            <p:cNvSpPr/>
            <p:nvPr/>
          </p:nvSpPr>
          <p:spPr>
            <a:xfrm>
              <a:off x="4569413" y="3199650"/>
              <a:ext cx="164925" cy="108350"/>
            </a:xfrm>
            <a:custGeom>
              <a:rect b="b" l="l" r="r" t="t"/>
              <a:pathLst>
                <a:path extrusionOk="0" h="4334" w="6597">
                  <a:moveTo>
                    <a:pt x="5993" y="0"/>
                  </a:moveTo>
                  <a:cubicBezTo>
                    <a:pt x="5895" y="0"/>
                    <a:pt x="5792" y="39"/>
                    <a:pt x="5700" y="131"/>
                  </a:cubicBezTo>
                  <a:lnTo>
                    <a:pt x="2580" y="3333"/>
                  </a:lnTo>
                  <a:lnTo>
                    <a:pt x="878" y="1631"/>
                  </a:lnTo>
                  <a:cubicBezTo>
                    <a:pt x="790" y="1543"/>
                    <a:pt x="692" y="1507"/>
                    <a:pt x="598" y="1507"/>
                  </a:cubicBezTo>
                  <a:cubicBezTo>
                    <a:pt x="280" y="1507"/>
                    <a:pt x="1" y="1921"/>
                    <a:pt x="294" y="2214"/>
                  </a:cubicBezTo>
                  <a:lnTo>
                    <a:pt x="2295" y="4215"/>
                  </a:lnTo>
                  <a:cubicBezTo>
                    <a:pt x="2365" y="4285"/>
                    <a:pt x="2469" y="4332"/>
                    <a:pt x="2586" y="4334"/>
                  </a:cubicBezTo>
                  <a:lnTo>
                    <a:pt x="2586" y="4334"/>
                  </a:lnTo>
                  <a:cubicBezTo>
                    <a:pt x="2691" y="4332"/>
                    <a:pt x="2796" y="4285"/>
                    <a:pt x="2878" y="4215"/>
                  </a:cubicBezTo>
                  <a:lnTo>
                    <a:pt x="6295" y="714"/>
                  </a:lnTo>
                  <a:cubicBezTo>
                    <a:pt x="6596" y="413"/>
                    <a:pt x="6317" y="0"/>
                    <a:pt x="5993" y="0"/>
                  </a:cubicBezTo>
                  <a:close/>
                  <a:moveTo>
                    <a:pt x="2586" y="4334"/>
                  </a:moveTo>
                  <a:lnTo>
                    <a:pt x="2586" y="4334"/>
                  </a:lnTo>
                  <a:cubicBezTo>
                    <a:pt x="2584" y="4334"/>
                    <a:pt x="2582" y="4334"/>
                    <a:pt x="2580" y="4334"/>
                  </a:cubicBezTo>
                  <a:lnTo>
                    <a:pt x="2592" y="4334"/>
                  </a:lnTo>
                  <a:cubicBezTo>
                    <a:pt x="2590" y="4334"/>
                    <a:pt x="2588" y="4334"/>
                    <a:pt x="2586" y="433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1" name="Google Shape;91;p14"/>
          <p:cNvSpPr txBox="1"/>
          <p:nvPr/>
        </p:nvSpPr>
        <p:spPr>
          <a:xfrm>
            <a:off x="873700" y="1719625"/>
            <a:ext cx="981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accent2"/>
                </a:solidFill>
                <a:latin typeface="Fira Sans"/>
                <a:ea typeface="Fira Sans"/>
                <a:cs typeface="Fira Sans"/>
                <a:sym typeface="Fira Sans"/>
              </a:rPr>
              <a:t>What is CAPTCHA?</a:t>
            </a:r>
            <a:endParaRPr b="1">
              <a:solidFill>
                <a:schemeClr val="accent2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accent2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92" name="Google Shape;92;p14"/>
          <p:cNvSpPr txBox="1"/>
          <p:nvPr/>
        </p:nvSpPr>
        <p:spPr>
          <a:xfrm>
            <a:off x="7016875" y="1626013"/>
            <a:ext cx="1296000" cy="66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>
                <a:solidFill>
                  <a:schemeClr val="accent6"/>
                </a:solidFill>
                <a:latin typeface="Fira Sans"/>
                <a:ea typeface="Fira Sans"/>
                <a:cs typeface="Fira Sans"/>
                <a:sym typeface="Fira Sans"/>
              </a:rPr>
              <a:t>Challenges and Innovations in CAPTCHA</a:t>
            </a:r>
            <a:endParaRPr b="1">
              <a:solidFill>
                <a:schemeClr val="accent6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accent5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accent5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93" name="Google Shape;93;p14"/>
          <p:cNvSpPr txBox="1"/>
          <p:nvPr/>
        </p:nvSpPr>
        <p:spPr>
          <a:xfrm>
            <a:off x="7204700" y="4659825"/>
            <a:ext cx="1296000" cy="50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accent1"/>
                </a:solidFill>
                <a:latin typeface="Fira Sans"/>
                <a:ea typeface="Fira Sans"/>
                <a:cs typeface="Fira Sans"/>
                <a:sym typeface="Fira Sans"/>
              </a:rPr>
              <a:t>CAPTCHA -Text Type- Python Code</a:t>
            </a:r>
            <a:endParaRPr b="1">
              <a:solidFill>
                <a:schemeClr val="accent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accent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accent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accent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accent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accent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94" name="Google Shape;94;p14"/>
          <p:cNvSpPr txBox="1"/>
          <p:nvPr/>
        </p:nvSpPr>
        <p:spPr>
          <a:xfrm>
            <a:off x="726100" y="2825850"/>
            <a:ext cx="1128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accent3"/>
                </a:solidFill>
                <a:latin typeface="Fira Sans"/>
                <a:ea typeface="Fira Sans"/>
                <a:cs typeface="Fira Sans"/>
                <a:sym typeface="Fira Sans"/>
              </a:rPr>
              <a:t>Why CAPTCHA is Important?</a:t>
            </a:r>
            <a:endParaRPr b="1">
              <a:solidFill>
                <a:schemeClr val="accent3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accent3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95" name="Google Shape;95;p14"/>
          <p:cNvSpPr txBox="1"/>
          <p:nvPr/>
        </p:nvSpPr>
        <p:spPr>
          <a:xfrm>
            <a:off x="642400" y="3932069"/>
            <a:ext cx="1296000" cy="88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>
                <a:solidFill>
                  <a:schemeClr val="accent4"/>
                </a:solidFill>
                <a:latin typeface="Fira Sans"/>
                <a:ea typeface="Fira Sans"/>
                <a:cs typeface="Fira Sans"/>
                <a:sym typeface="Fira Sans"/>
              </a:rPr>
              <a:t>Types of CAPTCHA</a:t>
            </a:r>
            <a:endParaRPr b="1">
              <a:solidFill>
                <a:schemeClr val="accent4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>
              <a:solidFill>
                <a:schemeClr val="accent4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accent4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96" name="Google Shape;96;p14"/>
          <p:cNvSpPr txBox="1"/>
          <p:nvPr/>
        </p:nvSpPr>
        <p:spPr>
          <a:xfrm>
            <a:off x="7083950" y="2773186"/>
            <a:ext cx="1296000" cy="71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accent1"/>
                </a:solidFill>
                <a:latin typeface="Fira Sans"/>
                <a:ea typeface="Fira Sans"/>
                <a:cs typeface="Fira Sans"/>
                <a:sym typeface="Fira Sans"/>
              </a:rPr>
              <a:t>Future of CAPTCHA</a:t>
            </a:r>
            <a:endParaRPr b="1">
              <a:solidFill>
                <a:schemeClr val="accent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>
              <a:solidFill>
                <a:schemeClr val="accent6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>
              <a:solidFill>
                <a:schemeClr val="accent6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accent6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pic>
        <p:nvPicPr>
          <p:cNvPr id="97" name="Google Shape;97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03200" y="1563052"/>
            <a:ext cx="666300" cy="666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23187" y="2848725"/>
            <a:ext cx="572700" cy="5727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9" name="Google Shape;99;p14"/>
          <p:cNvCxnSpPr/>
          <p:nvPr/>
        </p:nvCxnSpPr>
        <p:spPr>
          <a:xfrm rot="10800000">
            <a:off x="3017994" y="2044650"/>
            <a:ext cx="970200" cy="7812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00" name="Google Shape;100;p14"/>
          <p:cNvGrpSpPr/>
          <p:nvPr/>
        </p:nvGrpSpPr>
        <p:grpSpPr>
          <a:xfrm>
            <a:off x="1938388" y="3769750"/>
            <a:ext cx="2582638" cy="890063"/>
            <a:chOff x="1884463" y="2686838"/>
            <a:chExt cx="2582638" cy="890063"/>
          </a:xfrm>
        </p:grpSpPr>
        <p:cxnSp>
          <p:nvCxnSpPr>
            <p:cNvPr id="101" name="Google Shape;101;p14"/>
            <p:cNvCxnSpPr/>
            <p:nvPr/>
          </p:nvCxnSpPr>
          <p:spPr>
            <a:xfrm flipH="1">
              <a:off x="2979700" y="2686838"/>
              <a:ext cx="1487400" cy="255300"/>
            </a:xfrm>
            <a:prstGeom prst="curvedConnector3">
              <a:avLst>
                <a:gd fmla="val 50000" name="adj1"/>
              </a:avLst>
            </a:prstGeom>
            <a:noFill/>
            <a:ln cap="flat" cmpd="sng" w="28575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102" name="Google Shape;102;p14"/>
            <p:cNvGrpSpPr/>
            <p:nvPr/>
          </p:nvGrpSpPr>
          <p:grpSpPr>
            <a:xfrm>
              <a:off x="1884463" y="2693250"/>
              <a:ext cx="1165650" cy="883650"/>
              <a:chOff x="1884463" y="2693250"/>
              <a:chExt cx="1165650" cy="883650"/>
            </a:xfrm>
          </p:grpSpPr>
          <p:sp>
            <p:nvSpPr>
              <p:cNvPr id="103" name="Google Shape;103;p14"/>
              <p:cNvSpPr/>
              <p:nvPr/>
            </p:nvSpPr>
            <p:spPr>
              <a:xfrm>
                <a:off x="1884463" y="2693250"/>
                <a:ext cx="1165650" cy="883650"/>
              </a:xfrm>
              <a:custGeom>
                <a:rect b="b" l="l" r="r" t="t"/>
                <a:pathLst>
                  <a:path extrusionOk="0" h="35346" w="46626">
                    <a:moveTo>
                      <a:pt x="35148" y="1"/>
                    </a:moveTo>
                    <a:cubicBezTo>
                      <a:pt x="29365" y="1"/>
                      <a:pt x="24038" y="4734"/>
                      <a:pt x="18074" y="5242"/>
                    </a:cubicBezTo>
                    <a:cubicBezTo>
                      <a:pt x="17663" y="5277"/>
                      <a:pt x="17248" y="5291"/>
                      <a:pt x="16830" y="5291"/>
                    </a:cubicBezTo>
                    <a:cubicBezTo>
                      <a:pt x="14361" y="5291"/>
                      <a:pt x="11804" y="4774"/>
                      <a:pt x="9387" y="4774"/>
                    </a:cubicBezTo>
                    <a:cubicBezTo>
                      <a:pt x="7705" y="4774"/>
                      <a:pt x="6090" y="5025"/>
                      <a:pt x="4620" y="5873"/>
                    </a:cubicBezTo>
                    <a:cubicBezTo>
                      <a:pt x="846" y="8052"/>
                      <a:pt x="0" y="13457"/>
                      <a:pt x="1739" y="17470"/>
                    </a:cubicBezTo>
                    <a:cubicBezTo>
                      <a:pt x="3477" y="21470"/>
                      <a:pt x="7108" y="24292"/>
                      <a:pt x="10775" y="26637"/>
                    </a:cubicBezTo>
                    <a:cubicBezTo>
                      <a:pt x="14133" y="28781"/>
                      <a:pt x="17300" y="31745"/>
                      <a:pt x="20658" y="33710"/>
                    </a:cubicBezTo>
                    <a:cubicBezTo>
                      <a:pt x="22764" y="34949"/>
                      <a:pt x="25642" y="35346"/>
                      <a:pt x="28424" y="35346"/>
                    </a:cubicBezTo>
                    <a:cubicBezTo>
                      <a:pt x="30078" y="35346"/>
                      <a:pt x="31697" y="35206"/>
                      <a:pt x="33100" y="35019"/>
                    </a:cubicBezTo>
                    <a:cubicBezTo>
                      <a:pt x="35136" y="34746"/>
                      <a:pt x="37267" y="34162"/>
                      <a:pt x="38577" y="32579"/>
                    </a:cubicBezTo>
                    <a:cubicBezTo>
                      <a:pt x="41517" y="29007"/>
                      <a:pt x="38231" y="23387"/>
                      <a:pt x="39922" y="19089"/>
                    </a:cubicBezTo>
                    <a:cubicBezTo>
                      <a:pt x="40660" y="17232"/>
                      <a:pt x="42232" y="15850"/>
                      <a:pt x="43256" y="14148"/>
                    </a:cubicBezTo>
                    <a:cubicBezTo>
                      <a:pt x="46625" y="8552"/>
                      <a:pt x="43363" y="1313"/>
                      <a:pt x="36933" y="158"/>
                    </a:cubicBezTo>
                    <a:cubicBezTo>
                      <a:pt x="36333" y="50"/>
                      <a:pt x="35738" y="1"/>
                      <a:pt x="3514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" name="Google Shape;104;p14"/>
              <p:cNvSpPr/>
              <p:nvPr/>
            </p:nvSpPr>
            <p:spPr>
              <a:xfrm>
                <a:off x="2118713" y="2767425"/>
                <a:ext cx="45875" cy="45875"/>
              </a:xfrm>
              <a:custGeom>
                <a:rect b="b" l="l" r="r" t="t"/>
                <a:pathLst>
                  <a:path extrusionOk="0" h="1835" w="1835">
                    <a:moveTo>
                      <a:pt x="917" y="1"/>
                    </a:moveTo>
                    <a:cubicBezTo>
                      <a:pt x="405" y="1"/>
                      <a:pt x="1" y="418"/>
                      <a:pt x="1" y="918"/>
                    </a:cubicBezTo>
                    <a:cubicBezTo>
                      <a:pt x="1" y="1430"/>
                      <a:pt x="405" y="1834"/>
                      <a:pt x="917" y="1834"/>
                    </a:cubicBezTo>
                    <a:cubicBezTo>
                      <a:pt x="1417" y="1834"/>
                      <a:pt x="1834" y="1430"/>
                      <a:pt x="1834" y="918"/>
                    </a:cubicBezTo>
                    <a:cubicBezTo>
                      <a:pt x="1834" y="418"/>
                      <a:pt x="1417" y="1"/>
                      <a:pt x="91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5" name="Google Shape;105;p14"/>
              <p:cNvSpPr/>
              <p:nvPr/>
            </p:nvSpPr>
            <p:spPr>
              <a:xfrm>
                <a:off x="2178238" y="2767425"/>
                <a:ext cx="45875" cy="45875"/>
              </a:xfrm>
              <a:custGeom>
                <a:rect b="b" l="l" r="r" t="t"/>
                <a:pathLst>
                  <a:path extrusionOk="0" h="1835" w="1835">
                    <a:moveTo>
                      <a:pt x="918" y="1"/>
                    </a:moveTo>
                    <a:cubicBezTo>
                      <a:pt x="406" y="1"/>
                      <a:pt x="1" y="418"/>
                      <a:pt x="1" y="918"/>
                    </a:cubicBezTo>
                    <a:cubicBezTo>
                      <a:pt x="1" y="1430"/>
                      <a:pt x="406" y="1834"/>
                      <a:pt x="918" y="1834"/>
                    </a:cubicBezTo>
                    <a:cubicBezTo>
                      <a:pt x="1418" y="1834"/>
                      <a:pt x="1834" y="1430"/>
                      <a:pt x="1834" y="918"/>
                    </a:cubicBezTo>
                    <a:cubicBezTo>
                      <a:pt x="1834" y="418"/>
                      <a:pt x="1418" y="1"/>
                      <a:pt x="91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6" name="Google Shape;106;p14"/>
              <p:cNvSpPr/>
              <p:nvPr/>
            </p:nvSpPr>
            <p:spPr>
              <a:xfrm>
                <a:off x="2237788" y="2767425"/>
                <a:ext cx="45850" cy="45875"/>
              </a:xfrm>
              <a:custGeom>
                <a:rect b="b" l="l" r="r" t="t"/>
                <a:pathLst>
                  <a:path extrusionOk="0" h="1835" w="1834">
                    <a:moveTo>
                      <a:pt x="917" y="1"/>
                    </a:moveTo>
                    <a:cubicBezTo>
                      <a:pt x="405" y="1"/>
                      <a:pt x="0" y="418"/>
                      <a:pt x="0" y="918"/>
                    </a:cubicBezTo>
                    <a:cubicBezTo>
                      <a:pt x="0" y="1430"/>
                      <a:pt x="405" y="1834"/>
                      <a:pt x="917" y="1834"/>
                    </a:cubicBezTo>
                    <a:cubicBezTo>
                      <a:pt x="1417" y="1834"/>
                      <a:pt x="1834" y="1430"/>
                      <a:pt x="1834" y="918"/>
                    </a:cubicBezTo>
                    <a:cubicBezTo>
                      <a:pt x="1834" y="418"/>
                      <a:pt x="1417" y="1"/>
                      <a:pt x="91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pic>
        <p:nvPicPr>
          <p:cNvPr id="107" name="Google Shape;107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223175" y="3932076"/>
            <a:ext cx="572724" cy="572746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4"/>
          <p:cNvSpPr/>
          <p:nvPr/>
        </p:nvSpPr>
        <p:spPr>
          <a:xfrm flipH="1">
            <a:off x="6236963" y="2438425"/>
            <a:ext cx="1250132" cy="883750"/>
          </a:xfrm>
          <a:custGeom>
            <a:rect b="b" l="l" r="r" t="t"/>
            <a:pathLst>
              <a:path extrusionOk="0" h="35350" w="46638">
                <a:moveTo>
                  <a:pt x="18222" y="1"/>
                </a:moveTo>
                <a:cubicBezTo>
                  <a:pt x="16562" y="1"/>
                  <a:pt x="14936" y="141"/>
                  <a:pt x="13526" y="328"/>
                </a:cubicBezTo>
                <a:cubicBezTo>
                  <a:pt x="11502" y="602"/>
                  <a:pt x="9359" y="1185"/>
                  <a:pt x="8061" y="2769"/>
                </a:cubicBezTo>
                <a:cubicBezTo>
                  <a:pt x="5120" y="6341"/>
                  <a:pt x="8395" y="11960"/>
                  <a:pt x="6704" y="16259"/>
                </a:cubicBezTo>
                <a:cubicBezTo>
                  <a:pt x="5978" y="18116"/>
                  <a:pt x="4406" y="19497"/>
                  <a:pt x="3382" y="21200"/>
                </a:cubicBezTo>
                <a:cubicBezTo>
                  <a:pt x="1" y="26796"/>
                  <a:pt x="3275" y="34035"/>
                  <a:pt x="9704" y="35189"/>
                </a:cubicBezTo>
                <a:cubicBezTo>
                  <a:pt x="10310" y="35300"/>
                  <a:pt x="10910" y="35350"/>
                  <a:pt x="11506" y="35350"/>
                </a:cubicBezTo>
                <a:cubicBezTo>
                  <a:pt x="17283" y="35350"/>
                  <a:pt x="22605" y="30625"/>
                  <a:pt x="28564" y="30117"/>
                </a:cubicBezTo>
                <a:cubicBezTo>
                  <a:pt x="28987" y="30081"/>
                  <a:pt x="29415" y="30065"/>
                  <a:pt x="29845" y="30065"/>
                </a:cubicBezTo>
                <a:cubicBezTo>
                  <a:pt x="32299" y="30065"/>
                  <a:pt x="34837" y="30574"/>
                  <a:pt x="37240" y="30574"/>
                </a:cubicBezTo>
                <a:cubicBezTo>
                  <a:pt x="38923" y="30574"/>
                  <a:pt x="40541" y="30324"/>
                  <a:pt x="42018" y="29474"/>
                </a:cubicBezTo>
                <a:cubicBezTo>
                  <a:pt x="45792" y="27296"/>
                  <a:pt x="46637" y="21890"/>
                  <a:pt x="44899" y="17878"/>
                </a:cubicBezTo>
                <a:cubicBezTo>
                  <a:pt x="43161" y="13877"/>
                  <a:pt x="39529" y="11056"/>
                  <a:pt x="35850" y="8698"/>
                </a:cubicBezTo>
                <a:cubicBezTo>
                  <a:pt x="32505" y="6555"/>
                  <a:pt x="29326" y="3602"/>
                  <a:pt x="25980" y="1626"/>
                </a:cubicBezTo>
                <a:cubicBezTo>
                  <a:pt x="23877" y="395"/>
                  <a:pt x="21003" y="1"/>
                  <a:pt x="18222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09" name="Google Shape;109;p14"/>
          <p:cNvCxnSpPr/>
          <p:nvPr/>
        </p:nvCxnSpPr>
        <p:spPr>
          <a:xfrm flipH="1" rot="10800000">
            <a:off x="5338250" y="2897713"/>
            <a:ext cx="1342800" cy="2265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10" name="Google Shape;110;p1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575674" y="2593938"/>
            <a:ext cx="572724" cy="572724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4"/>
          <p:cNvSpPr/>
          <p:nvPr/>
        </p:nvSpPr>
        <p:spPr>
          <a:xfrm flipH="1">
            <a:off x="5833813" y="3823425"/>
            <a:ext cx="1250132" cy="883750"/>
          </a:xfrm>
          <a:custGeom>
            <a:rect b="b" l="l" r="r" t="t"/>
            <a:pathLst>
              <a:path extrusionOk="0" h="35350" w="46638">
                <a:moveTo>
                  <a:pt x="18222" y="1"/>
                </a:moveTo>
                <a:cubicBezTo>
                  <a:pt x="16562" y="1"/>
                  <a:pt x="14936" y="141"/>
                  <a:pt x="13526" y="328"/>
                </a:cubicBezTo>
                <a:cubicBezTo>
                  <a:pt x="11502" y="602"/>
                  <a:pt x="9359" y="1185"/>
                  <a:pt x="8061" y="2769"/>
                </a:cubicBezTo>
                <a:cubicBezTo>
                  <a:pt x="5120" y="6341"/>
                  <a:pt x="8395" y="11960"/>
                  <a:pt x="6704" y="16259"/>
                </a:cubicBezTo>
                <a:cubicBezTo>
                  <a:pt x="5978" y="18116"/>
                  <a:pt x="4406" y="19497"/>
                  <a:pt x="3382" y="21200"/>
                </a:cubicBezTo>
                <a:cubicBezTo>
                  <a:pt x="1" y="26796"/>
                  <a:pt x="3275" y="34035"/>
                  <a:pt x="9704" y="35189"/>
                </a:cubicBezTo>
                <a:cubicBezTo>
                  <a:pt x="10310" y="35300"/>
                  <a:pt x="10910" y="35350"/>
                  <a:pt x="11506" y="35350"/>
                </a:cubicBezTo>
                <a:cubicBezTo>
                  <a:pt x="17283" y="35350"/>
                  <a:pt x="22605" y="30625"/>
                  <a:pt x="28564" y="30117"/>
                </a:cubicBezTo>
                <a:cubicBezTo>
                  <a:pt x="28987" y="30081"/>
                  <a:pt x="29415" y="30065"/>
                  <a:pt x="29845" y="30065"/>
                </a:cubicBezTo>
                <a:cubicBezTo>
                  <a:pt x="32299" y="30065"/>
                  <a:pt x="34837" y="30574"/>
                  <a:pt x="37240" y="30574"/>
                </a:cubicBezTo>
                <a:cubicBezTo>
                  <a:pt x="38923" y="30574"/>
                  <a:pt x="40541" y="30324"/>
                  <a:pt x="42018" y="29474"/>
                </a:cubicBezTo>
                <a:cubicBezTo>
                  <a:pt x="45792" y="27296"/>
                  <a:pt x="46637" y="21890"/>
                  <a:pt x="44899" y="17878"/>
                </a:cubicBezTo>
                <a:cubicBezTo>
                  <a:pt x="43161" y="13877"/>
                  <a:pt x="39529" y="11056"/>
                  <a:pt x="35850" y="8698"/>
                </a:cubicBezTo>
                <a:cubicBezTo>
                  <a:pt x="32505" y="6555"/>
                  <a:pt x="29326" y="3602"/>
                  <a:pt x="25980" y="1626"/>
                </a:cubicBezTo>
                <a:cubicBezTo>
                  <a:pt x="23877" y="395"/>
                  <a:pt x="21003" y="1"/>
                  <a:pt x="18222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2" name="Google Shape;112;p14"/>
          <p:cNvCxnSpPr/>
          <p:nvPr/>
        </p:nvCxnSpPr>
        <p:spPr>
          <a:xfrm>
            <a:off x="5030800" y="3823425"/>
            <a:ext cx="1032900" cy="456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13" name="Google Shape;113;p1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236975" y="3978928"/>
            <a:ext cx="572724" cy="572746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4"/>
          <p:cNvSpPr/>
          <p:nvPr/>
        </p:nvSpPr>
        <p:spPr>
          <a:xfrm flipH="1">
            <a:off x="5697038" y="1360425"/>
            <a:ext cx="1250132" cy="883750"/>
          </a:xfrm>
          <a:custGeom>
            <a:rect b="b" l="l" r="r" t="t"/>
            <a:pathLst>
              <a:path extrusionOk="0" h="35350" w="46638">
                <a:moveTo>
                  <a:pt x="18222" y="1"/>
                </a:moveTo>
                <a:cubicBezTo>
                  <a:pt x="16562" y="1"/>
                  <a:pt x="14936" y="141"/>
                  <a:pt x="13526" y="328"/>
                </a:cubicBezTo>
                <a:cubicBezTo>
                  <a:pt x="11502" y="602"/>
                  <a:pt x="9359" y="1185"/>
                  <a:pt x="8061" y="2769"/>
                </a:cubicBezTo>
                <a:cubicBezTo>
                  <a:pt x="5120" y="6341"/>
                  <a:pt x="8395" y="11960"/>
                  <a:pt x="6704" y="16259"/>
                </a:cubicBezTo>
                <a:cubicBezTo>
                  <a:pt x="5978" y="18116"/>
                  <a:pt x="4406" y="19497"/>
                  <a:pt x="3382" y="21200"/>
                </a:cubicBezTo>
                <a:cubicBezTo>
                  <a:pt x="1" y="26796"/>
                  <a:pt x="3275" y="34035"/>
                  <a:pt x="9704" y="35189"/>
                </a:cubicBezTo>
                <a:cubicBezTo>
                  <a:pt x="10310" y="35300"/>
                  <a:pt x="10910" y="35350"/>
                  <a:pt x="11506" y="35350"/>
                </a:cubicBezTo>
                <a:cubicBezTo>
                  <a:pt x="17283" y="35350"/>
                  <a:pt x="22605" y="30625"/>
                  <a:pt x="28564" y="30117"/>
                </a:cubicBezTo>
                <a:cubicBezTo>
                  <a:pt x="28987" y="30081"/>
                  <a:pt x="29415" y="30065"/>
                  <a:pt x="29845" y="30065"/>
                </a:cubicBezTo>
                <a:cubicBezTo>
                  <a:pt x="32299" y="30065"/>
                  <a:pt x="34837" y="30574"/>
                  <a:pt x="37240" y="30574"/>
                </a:cubicBezTo>
                <a:cubicBezTo>
                  <a:pt x="38923" y="30574"/>
                  <a:pt x="40541" y="30324"/>
                  <a:pt x="42018" y="29474"/>
                </a:cubicBezTo>
                <a:cubicBezTo>
                  <a:pt x="45792" y="27296"/>
                  <a:pt x="46637" y="21890"/>
                  <a:pt x="44899" y="17878"/>
                </a:cubicBezTo>
                <a:cubicBezTo>
                  <a:pt x="43161" y="13877"/>
                  <a:pt x="39529" y="11056"/>
                  <a:pt x="35850" y="8698"/>
                </a:cubicBezTo>
                <a:cubicBezTo>
                  <a:pt x="32505" y="6555"/>
                  <a:pt x="29326" y="3602"/>
                  <a:pt x="25980" y="1626"/>
                </a:cubicBezTo>
                <a:cubicBezTo>
                  <a:pt x="23877" y="395"/>
                  <a:pt x="21003" y="1"/>
                  <a:pt x="18222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5" name="Google Shape;115;p14"/>
          <p:cNvCxnSpPr/>
          <p:nvPr/>
        </p:nvCxnSpPr>
        <p:spPr>
          <a:xfrm flipH="1" rot="10800000">
            <a:off x="5151550" y="2014000"/>
            <a:ext cx="1126500" cy="5886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16" name="Google Shape;116;p14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988963" y="1469158"/>
            <a:ext cx="666300" cy="6662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5"/>
          <p:cNvSpPr txBox="1"/>
          <p:nvPr>
            <p:ph type="title"/>
          </p:nvPr>
        </p:nvSpPr>
        <p:spPr>
          <a:xfrm>
            <a:off x="457200" y="292625"/>
            <a:ext cx="8229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What is CAPTCHA?</a:t>
            </a:r>
            <a:endParaRPr/>
          </a:p>
        </p:txBody>
      </p:sp>
      <p:sp>
        <p:nvSpPr>
          <p:cNvPr id="122" name="Google Shape;122;p15"/>
          <p:cNvSpPr txBox="1"/>
          <p:nvPr/>
        </p:nvSpPr>
        <p:spPr>
          <a:xfrm>
            <a:off x="4472175" y="1151575"/>
            <a:ext cx="4671900" cy="39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</a:rPr>
              <a:t>CAPTCHA </a:t>
            </a:r>
            <a:r>
              <a:rPr lang="en-GB" sz="2000">
                <a:solidFill>
                  <a:schemeClr val="dk1"/>
                </a:solidFill>
              </a:rPr>
              <a:t>stands for </a:t>
            </a:r>
            <a:r>
              <a:rPr i="1" lang="en-GB" sz="2000">
                <a:solidFill>
                  <a:schemeClr val="dk1"/>
                </a:solidFill>
              </a:rPr>
              <a:t>Completely Automated Public Turing test to tell Computers and Humans Apart</a:t>
            </a:r>
            <a:r>
              <a:rPr lang="en-GB" sz="2000">
                <a:solidFill>
                  <a:schemeClr val="dk1"/>
                </a:solidFill>
              </a:rPr>
              <a:t>.</a:t>
            </a:r>
            <a:endParaRPr sz="20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</a:rPr>
              <a:t>Key Point</a:t>
            </a:r>
            <a:r>
              <a:rPr lang="en-GB" sz="2000">
                <a:solidFill>
                  <a:schemeClr val="dk1"/>
                </a:solidFill>
              </a:rPr>
              <a:t>: CAPTCHA prevents bots from misusing online services by challenging them with tasks humans can solve but bots cannot.</a:t>
            </a:r>
            <a:endParaRPr sz="2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  <p:pic>
        <p:nvPicPr>
          <p:cNvPr id="123" name="Google Shape;12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865324"/>
            <a:ext cx="4259626" cy="42595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8" name="Google Shape;128;p16"/>
          <p:cNvGraphicFramePr/>
          <p:nvPr/>
        </p:nvGraphicFramePr>
        <p:xfrm>
          <a:off x="4429050" y="10457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{50E275D5-A265-4D82-93A5-02F9085B09CB}</a:tableStyleId>
              </a:tblPr>
              <a:tblGrid>
                <a:gridCol w="1788625"/>
                <a:gridCol w="2469125"/>
              </a:tblGrid>
              <a:tr h="104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2000">
                          <a:solidFill>
                            <a:schemeClr val="lt1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2000</a:t>
                      </a:r>
                      <a:endParaRPr b="1" sz="2000">
                        <a:solidFill>
                          <a:schemeClr val="lt1"/>
                        </a:solidFill>
                        <a:latin typeface="Fira Sans"/>
                        <a:ea typeface="Fira Sans"/>
                        <a:cs typeface="Fira Sans"/>
                        <a:sym typeface="Fira Sans"/>
                      </a:endParaRPr>
                    </a:p>
                  </a:txBody>
                  <a:tcPr marT="91425" marB="91425" marR="91425" marL="68400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CAPTCHA concept introduced by Carnegie Mellon.</a:t>
                      </a:r>
                      <a:endParaRPr sz="2000"/>
                    </a:p>
                  </a:txBody>
                  <a:tcPr marT="91425" marB="91425" marR="274300" marL="182875" anchor="ctr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1095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2000">
                          <a:solidFill>
                            <a:schemeClr val="lt1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2009</a:t>
                      </a:r>
                      <a:endParaRPr b="1" sz="2000">
                        <a:solidFill>
                          <a:schemeClr val="lt1"/>
                        </a:solidFill>
                        <a:latin typeface="Fira Sans"/>
                        <a:ea typeface="Fira Sans"/>
                        <a:cs typeface="Fira Sans"/>
                        <a:sym typeface="Fira Sans"/>
                      </a:endParaRPr>
                    </a:p>
                  </a:txBody>
                  <a:tcPr marT="91425" marB="91425" marR="91425" marL="68400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Google acquired reCAPTCHA.</a:t>
                      </a:r>
                      <a:endParaRPr sz="2000">
                        <a:latin typeface="Fira Sans"/>
                        <a:ea typeface="Fira Sans"/>
                        <a:cs typeface="Fira Sans"/>
                        <a:sym typeface="Fira Sans"/>
                      </a:endParaRPr>
                    </a:p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200">
                        <a:latin typeface="Fira Sans"/>
                        <a:ea typeface="Fira Sans"/>
                        <a:cs typeface="Fira Sans"/>
                        <a:sym typeface="Fira Sans"/>
                      </a:endParaRPr>
                    </a:p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200">
                        <a:latin typeface="Fira Sans"/>
                        <a:ea typeface="Fira Sans"/>
                        <a:cs typeface="Fira Sans"/>
                        <a:sym typeface="Fira Sans"/>
                      </a:endParaRPr>
                    </a:p>
                  </a:txBody>
                  <a:tcPr marT="91425" marB="91425" marR="274300" marL="182875" anchor="ctr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1502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2000">
                          <a:solidFill>
                            <a:schemeClr val="lt1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2018</a:t>
                      </a:r>
                      <a:endParaRPr b="1" sz="2000">
                        <a:solidFill>
                          <a:schemeClr val="lt1"/>
                        </a:solidFill>
                        <a:latin typeface="Fira Sans"/>
                        <a:ea typeface="Fira Sans"/>
                        <a:cs typeface="Fira Sans"/>
                        <a:sym typeface="Fira Sans"/>
                      </a:endParaRPr>
                    </a:p>
                  </a:txBody>
                  <a:tcPr marT="91425" marB="91425" marR="91425" marL="68400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Invisible CAPTCHA (reCAPTCHA v3) launched.</a:t>
                      </a:r>
                      <a:endParaRPr sz="2000">
                        <a:latin typeface="Fira Sans"/>
                        <a:ea typeface="Fira Sans"/>
                        <a:cs typeface="Fira Sans"/>
                        <a:sym typeface="Fira Sans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Fira Sans"/>
                        <a:ea typeface="Fira Sans"/>
                        <a:cs typeface="Fira Sans"/>
                        <a:sym typeface="Fira Sans"/>
                      </a:endParaRPr>
                    </a:p>
                  </a:txBody>
                  <a:tcPr marT="91425" marB="91425" marR="274300" marL="182875" anchor="ctr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</a:tbl>
          </a:graphicData>
        </a:graphic>
      </p:graphicFrame>
      <p:sp>
        <p:nvSpPr>
          <p:cNvPr id="129" name="Google Shape;129;p16"/>
          <p:cNvSpPr txBox="1"/>
          <p:nvPr>
            <p:ph type="title"/>
          </p:nvPr>
        </p:nvSpPr>
        <p:spPr>
          <a:xfrm>
            <a:off x="457200" y="292625"/>
            <a:ext cx="8229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History of CAPTCHA</a:t>
            </a:r>
            <a:endParaRPr/>
          </a:p>
        </p:txBody>
      </p:sp>
      <p:grpSp>
        <p:nvGrpSpPr>
          <p:cNvPr id="130" name="Google Shape;130;p16"/>
          <p:cNvGrpSpPr/>
          <p:nvPr/>
        </p:nvGrpSpPr>
        <p:grpSpPr>
          <a:xfrm>
            <a:off x="132182" y="1708128"/>
            <a:ext cx="3806288" cy="3348664"/>
            <a:chOff x="733900" y="1708125"/>
            <a:chExt cx="3561605" cy="3020624"/>
          </a:xfrm>
        </p:grpSpPr>
        <p:grpSp>
          <p:nvGrpSpPr>
            <p:cNvPr id="131" name="Google Shape;131;p16"/>
            <p:cNvGrpSpPr/>
            <p:nvPr/>
          </p:nvGrpSpPr>
          <p:grpSpPr>
            <a:xfrm>
              <a:off x="733900" y="1708125"/>
              <a:ext cx="3561605" cy="3020624"/>
              <a:chOff x="733900" y="1708125"/>
              <a:chExt cx="3561605" cy="3020624"/>
            </a:xfrm>
          </p:grpSpPr>
          <p:sp>
            <p:nvSpPr>
              <p:cNvPr id="132" name="Google Shape;132;p16"/>
              <p:cNvSpPr/>
              <p:nvPr/>
            </p:nvSpPr>
            <p:spPr>
              <a:xfrm>
                <a:off x="733900" y="4490375"/>
                <a:ext cx="3561605" cy="238374"/>
              </a:xfrm>
              <a:custGeom>
                <a:rect b="b" l="l" r="r" t="t"/>
                <a:pathLst>
                  <a:path extrusionOk="0" h="4728" w="81618">
                    <a:moveTo>
                      <a:pt x="40803" y="0"/>
                    </a:moveTo>
                    <a:cubicBezTo>
                      <a:pt x="18265" y="0"/>
                      <a:pt x="1" y="1060"/>
                      <a:pt x="1" y="2370"/>
                    </a:cubicBezTo>
                    <a:cubicBezTo>
                      <a:pt x="1" y="3679"/>
                      <a:pt x="18265" y="4727"/>
                      <a:pt x="40803" y="4727"/>
                    </a:cubicBezTo>
                    <a:cubicBezTo>
                      <a:pt x="63342" y="4727"/>
                      <a:pt x="81618" y="3679"/>
                      <a:pt x="81618" y="2370"/>
                    </a:cubicBezTo>
                    <a:cubicBezTo>
                      <a:pt x="81618" y="1060"/>
                      <a:pt x="63342" y="0"/>
                      <a:pt x="40803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3" name="Google Shape;133;p16"/>
              <p:cNvSpPr/>
              <p:nvPr/>
            </p:nvSpPr>
            <p:spPr>
              <a:xfrm>
                <a:off x="733939" y="1708125"/>
                <a:ext cx="3561543" cy="2379555"/>
              </a:xfrm>
              <a:custGeom>
                <a:rect b="b" l="l" r="r" t="t"/>
                <a:pathLst>
                  <a:path extrusionOk="0" h="47197" w="70641">
                    <a:moveTo>
                      <a:pt x="953" y="0"/>
                    </a:moveTo>
                    <a:cubicBezTo>
                      <a:pt x="417" y="0"/>
                      <a:pt x="0" y="429"/>
                      <a:pt x="0" y="953"/>
                    </a:cubicBezTo>
                    <a:lnTo>
                      <a:pt x="0" y="46244"/>
                    </a:lnTo>
                    <a:cubicBezTo>
                      <a:pt x="0" y="46780"/>
                      <a:pt x="429" y="47196"/>
                      <a:pt x="953" y="47196"/>
                    </a:cubicBezTo>
                    <a:lnTo>
                      <a:pt x="69688" y="47196"/>
                    </a:lnTo>
                    <a:cubicBezTo>
                      <a:pt x="70223" y="47196"/>
                      <a:pt x="70640" y="46780"/>
                      <a:pt x="70640" y="46256"/>
                    </a:cubicBezTo>
                    <a:lnTo>
                      <a:pt x="70640" y="953"/>
                    </a:lnTo>
                    <a:cubicBezTo>
                      <a:pt x="70640" y="417"/>
                      <a:pt x="70200" y="0"/>
                      <a:pt x="69688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4" name="Google Shape;134;p16"/>
              <p:cNvSpPr/>
              <p:nvPr/>
            </p:nvSpPr>
            <p:spPr>
              <a:xfrm>
                <a:off x="2514364" y="1708125"/>
                <a:ext cx="1781099" cy="2379555"/>
              </a:xfrm>
              <a:custGeom>
                <a:rect b="b" l="l" r="r" t="t"/>
                <a:pathLst>
                  <a:path extrusionOk="0" h="47197" w="35327">
                    <a:moveTo>
                      <a:pt x="0" y="0"/>
                    </a:moveTo>
                    <a:lnTo>
                      <a:pt x="0" y="47196"/>
                    </a:lnTo>
                    <a:lnTo>
                      <a:pt x="33481" y="47196"/>
                    </a:lnTo>
                    <a:cubicBezTo>
                      <a:pt x="34493" y="47196"/>
                      <a:pt x="35326" y="46363"/>
                      <a:pt x="35326" y="45351"/>
                    </a:cubicBezTo>
                    <a:lnTo>
                      <a:pt x="35326" y="1846"/>
                    </a:lnTo>
                    <a:cubicBezTo>
                      <a:pt x="35326" y="834"/>
                      <a:pt x="34493" y="0"/>
                      <a:pt x="3348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5" name="Google Shape;135;p16"/>
              <p:cNvSpPr/>
              <p:nvPr/>
            </p:nvSpPr>
            <p:spPr>
              <a:xfrm>
                <a:off x="814354" y="1787935"/>
                <a:ext cx="3401265" cy="1904773"/>
              </a:xfrm>
              <a:custGeom>
                <a:rect b="b" l="l" r="r" t="t"/>
                <a:pathLst>
                  <a:path extrusionOk="0" h="37780" w="67462">
                    <a:moveTo>
                      <a:pt x="358" y="1"/>
                    </a:moveTo>
                    <a:cubicBezTo>
                      <a:pt x="167" y="1"/>
                      <a:pt x="1" y="155"/>
                      <a:pt x="1" y="358"/>
                    </a:cubicBezTo>
                    <a:lnTo>
                      <a:pt x="1" y="37422"/>
                    </a:lnTo>
                    <a:cubicBezTo>
                      <a:pt x="1" y="37624"/>
                      <a:pt x="167" y="37779"/>
                      <a:pt x="358" y="37779"/>
                    </a:cubicBezTo>
                    <a:lnTo>
                      <a:pt x="67104" y="37779"/>
                    </a:lnTo>
                    <a:cubicBezTo>
                      <a:pt x="67295" y="37779"/>
                      <a:pt x="67462" y="37624"/>
                      <a:pt x="67462" y="37422"/>
                    </a:cubicBezTo>
                    <a:lnTo>
                      <a:pt x="67462" y="358"/>
                    </a:lnTo>
                    <a:cubicBezTo>
                      <a:pt x="67462" y="155"/>
                      <a:pt x="67295" y="1"/>
                      <a:pt x="67104" y="1"/>
                    </a:cubicBezTo>
                    <a:close/>
                  </a:path>
                </a:pathLst>
              </a:custGeom>
              <a:solidFill>
                <a:srgbClr val="43B6E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6" name="Google Shape;136;p16"/>
              <p:cNvSpPr/>
              <p:nvPr/>
            </p:nvSpPr>
            <p:spPr>
              <a:xfrm>
                <a:off x="1883446" y="4518012"/>
                <a:ext cx="1263664" cy="91861"/>
              </a:xfrm>
              <a:custGeom>
                <a:rect b="b" l="l" r="r" t="t"/>
                <a:pathLst>
                  <a:path extrusionOk="0" h="1822" w="25064">
                    <a:moveTo>
                      <a:pt x="906" y="0"/>
                    </a:moveTo>
                    <a:cubicBezTo>
                      <a:pt x="406" y="0"/>
                      <a:pt x="1" y="417"/>
                      <a:pt x="1" y="917"/>
                    </a:cubicBezTo>
                    <a:cubicBezTo>
                      <a:pt x="1" y="1417"/>
                      <a:pt x="418" y="1822"/>
                      <a:pt x="906" y="1822"/>
                    </a:cubicBezTo>
                    <a:lnTo>
                      <a:pt x="24147" y="1822"/>
                    </a:lnTo>
                    <a:cubicBezTo>
                      <a:pt x="24647" y="1822"/>
                      <a:pt x="25052" y="1417"/>
                      <a:pt x="25063" y="917"/>
                    </a:cubicBezTo>
                    <a:cubicBezTo>
                      <a:pt x="25063" y="405"/>
                      <a:pt x="24647" y="0"/>
                      <a:pt x="24159" y="0"/>
                    </a:cubicBezTo>
                    <a:close/>
                  </a:path>
                </a:pathLst>
              </a:custGeom>
              <a:solidFill>
                <a:srgbClr val="2D556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7" name="Google Shape;137;p16"/>
              <p:cNvSpPr/>
              <p:nvPr/>
            </p:nvSpPr>
            <p:spPr>
              <a:xfrm>
                <a:off x="1989120" y="4087602"/>
                <a:ext cx="1052314" cy="430465"/>
              </a:xfrm>
              <a:custGeom>
                <a:rect b="b" l="l" r="r" t="t"/>
                <a:pathLst>
                  <a:path extrusionOk="0" h="8538" w="20872">
                    <a:moveTo>
                      <a:pt x="4608" y="0"/>
                    </a:moveTo>
                    <a:cubicBezTo>
                      <a:pt x="4608" y="2763"/>
                      <a:pt x="4608" y="8537"/>
                      <a:pt x="0" y="8537"/>
                    </a:cubicBezTo>
                    <a:lnTo>
                      <a:pt x="20815" y="8537"/>
                    </a:lnTo>
                    <a:cubicBezTo>
                      <a:pt x="16240" y="8513"/>
                      <a:pt x="16240" y="2751"/>
                      <a:pt x="16240" y="0"/>
                    </a:cubicBezTo>
                    <a:close/>
                    <a:moveTo>
                      <a:pt x="20815" y="8537"/>
                    </a:moveTo>
                    <a:lnTo>
                      <a:pt x="20815" y="8537"/>
                    </a:lnTo>
                    <a:cubicBezTo>
                      <a:pt x="20825" y="8537"/>
                      <a:pt x="20834" y="8537"/>
                      <a:pt x="20844" y="8537"/>
                    </a:cubicBezTo>
                    <a:cubicBezTo>
                      <a:pt x="20853" y="8537"/>
                      <a:pt x="20862" y="8537"/>
                      <a:pt x="20872" y="8537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8" name="Google Shape;138;p16"/>
              <p:cNvSpPr/>
              <p:nvPr/>
            </p:nvSpPr>
            <p:spPr>
              <a:xfrm>
                <a:off x="2423109" y="3798865"/>
                <a:ext cx="183116" cy="183116"/>
              </a:xfrm>
              <a:custGeom>
                <a:rect b="b" l="l" r="r" t="t"/>
                <a:pathLst>
                  <a:path extrusionOk="0" h="3632" w="3632">
                    <a:moveTo>
                      <a:pt x="1810" y="0"/>
                    </a:moveTo>
                    <a:cubicBezTo>
                      <a:pt x="810" y="0"/>
                      <a:pt x="1" y="810"/>
                      <a:pt x="1" y="1810"/>
                    </a:cubicBezTo>
                    <a:cubicBezTo>
                      <a:pt x="1" y="2810"/>
                      <a:pt x="810" y="3632"/>
                      <a:pt x="1810" y="3632"/>
                    </a:cubicBezTo>
                    <a:cubicBezTo>
                      <a:pt x="2810" y="3632"/>
                      <a:pt x="3632" y="2810"/>
                      <a:pt x="3632" y="1810"/>
                    </a:cubicBezTo>
                    <a:cubicBezTo>
                      <a:pt x="3632" y="810"/>
                      <a:pt x="2810" y="0"/>
                      <a:pt x="181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9" name="Google Shape;139;p16"/>
              <p:cNvSpPr/>
              <p:nvPr/>
            </p:nvSpPr>
            <p:spPr>
              <a:xfrm>
                <a:off x="2514364" y="3798865"/>
                <a:ext cx="91861" cy="183116"/>
              </a:xfrm>
              <a:custGeom>
                <a:rect b="b" l="l" r="r" t="t"/>
                <a:pathLst>
                  <a:path extrusionOk="0" h="3632" w="1822">
                    <a:moveTo>
                      <a:pt x="0" y="0"/>
                    </a:moveTo>
                    <a:lnTo>
                      <a:pt x="0" y="3632"/>
                    </a:lnTo>
                    <a:cubicBezTo>
                      <a:pt x="1000" y="3632"/>
                      <a:pt x="1822" y="2810"/>
                      <a:pt x="1822" y="1810"/>
                    </a:cubicBezTo>
                    <a:cubicBezTo>
                      <a:pt x="1822" y="810"/>
                      <a:pt x="1012" y="0"/>
                      <a:pt x="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" name="Google Shape;140;p16"/>
              <p:cNvSpPr/>
              <p:nvPr/>
            </p:nvSpPr>
            <p:spPr>
              <a:xfrm>
                <a:off x="2514364" y="4087602"/>
                <a:ext cx="526510" cy="430465"/>
              </a:xfrm>
              <a:custGeom>
                <a:rect b="b" l="l" r="r" t="t"/>
                <a:pathLst>
                  <a:path extrusionOk="0" h="8538" w="10443">
                    <a:moveTo>
                      <a:pt x="0" y="0"/>
                    </a:moveTo>
                    <a:lnTo>
                      <a:pt x="0" y="8537"/>
                    </a:lnTo>
                    <a:lnTo>
                      <a:pt x="10386" y="8537"/>
                    </a:lnTo>
                    <a:cubicBezTo>
                      <a:pt x="5822" y="8513"/>
                      <a:pt x="5822" y="2751"/>
                      <a:pt x="5822" y="0"/>
                    </a:cubicBezTo>
                    <a:close/>
                    <a:moveTo>
                      <a:pt x="10386" y="8537"/>
                    </a:moveTo>
                    <a:cubicBezTo>
                      <a:pt x="10395" y="8537"/>
                      <a:pt x="10404" y="8537"/>
                      <a:pt x="10414" y="8537"/>
                    </a:cubicBezTo>
                    <a:cubicBezTo>
                      <a:pt x="10423" y="8537"/>
                      <a:pt x="10433" y="8537"/>
                      <a:pt x="10442" y="8537"/>
                    </a:cubicBezTo>
                    <a:close/>
                  </a:path>
                </a:pathLst>
              </a:custGeom>
              <a:solidFill>
                <a:srgbClr val="1C374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" name="Google Shape;141;p16"/>
              <p:cNvSpPr/>
              <p:nvPr/>
            </p:nvSpPr>
            <p:spPr>
              <a:xfrm>
                <a:off x="2514364" y="4519171"/>
                <a:ext cx="632135" cy="90701"/>
              </a:xfrm>
              <a:custGeom>
                <a:rect b="b" l="l" r="r" t="t"/>
                <a:pathLst>
                  <a:path extrusionOk="0" h="1799" w="12538">
                    <a:moveTo>
                      <a:pt x="0" y="1"/>
                    </a:moveTo>
                    <a:lnTo>
                      <a:pt x="0" y="1799"/>
                    </a:lnTo>
                    <a:lnTo>
                      <a:pt x="11633" y="1799"/>
                    </a:lnTo>
                    <a:cubicBezTo>
                      <a:pt x="12121" y="1799"/>
                      <a:pt x="12538" y="1394"/>
                      <a:pt x="12538" y="894"/>
                    </a:cubicBezTo>
                    <a:cubicBezTo>
                      <a:pt x="12538" y="394"/>
                      <a:pt x="12133" y="1"/>
                      <a:pt x="1163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pic>
          <p:nvPicPr>
            <p:cNvPr id="142" name="Google Shape;142;p1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905844" y="2112645"/>
              <a:ext cx="1217711" cy="12177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7"/>
          <p:cNvSpPr txBox="1"/>
          <p:nvPr>
            <p:ph type="title"/>
          </p:nvPr>
        </p:nvSpPr>
        <p:spPr>
          <a:xfrm>
            <a:off x="457200" y="292625"/>
            <a:ext cx="8229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Why CAPTCHA is Important?</a:t>
            </a:r>
            <a:endParaRPr/>
          </a:p>
        </p:txBody>
      </p:sp>
      <p:grpSp>
        <p:nvGrpSpPr>
          <p:cNvPr id="148" name="Google Shape;148;p17"/>
          <p:cNvGrpSpPr/>
          <p:nvPr/>
        </p:nvGrpSpPr>
        <p:grpSpPr>
          <a:xfrm>
            <a:off x="7241350" y="1617250"/>
            <a:ext cx="1623900" cy="1045200"/>
            <a:chOff x="7241350" y="1160050"/>
            <a:chExt cx="1623900" cy="1045200"/>
          </a:xfrm>
        </p:grpSpPr>
        <p:sp>
          <p:nvSpPr>
            <p:cNvPr id="149" name="Google Shape;149;p17"/>
            <p:cNvSpPr txBox="1"/>
            <p:nvPr/>
          </p:nvSpPr>
          <p:spPr>
            <a:xfrm>
              <a:off x="7405301" y="1296675"/>
              <a:ext cx="1296000" cy="2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0" spcFirstLastPara="1" rIns="0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>
                <a:solidFill>
                  <a:schemeClr val="accent4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150" name="Google Shape;150;p17"/>
            <p:cNvSpPr txBox="1"/>
            <p:nvPr/>
          </p:nvSpPr>
          <p:spPr>
            <a:xfrm>
              <a:off x="7241350" y="1160050"/>
              <a:ext cx="1623900" cy="104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0" spcFirstLastPara="1" rIns="0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>
                  <a:solidFill>
                    <a:schemeClr val="dk1"/>
                  </a:solidFill>
                  <a:latin typeface="Fira Sans"/>
                  <a:ea typeface="Fira Sans"/>
                  <a:cs typeface="Fira Sans"/>
                  <a:sym typeface="Fira Sans"/>
                </a:rPr>
                <a:t>Protects against spam submissions, brute force attacks and fake account creation.</a:t>
              </a:r>
              <a:endParaRPr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endParaRPr>
            </a:p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t/>
              </a:r>
              <a:endParaRPr sz="12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</p:grpSp>
      <p:sp>
        <p:nvSpPr>
          <p:cNvPr id="151" name="Google Shape;151;p17"/>
          <p:cNvSpPr txBox="1"/>
          <p:nvPr/>
        </p:nvSpPr>
        <p:spPr>
          <a:xfrm>
            <a:off x="859675" y="2804250"/>
            <a:ext cx="2076300" cy="86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Infographic on </a:t>
            </a:r>
            <a:r>
              <a:rPr lang="en-GB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cyber attacks</a:t>
            </a:r>
            <a:r>
              <a:rPr lang="en-GB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 stopped by CAPTCHA.</a:t>
            </a:r>
            <a:endParaRPr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grpSp>
        <p:nvGrpSpPr>
          <p:cNvPr id="152" name="Google Shape;152;p17"/>
          <p:cNvGrpSpPr/>
          <p:nvPr/>
        </p:nvGrpSpPr>
        <p:grpSpPr>
          <a:xfrm>
            <a:off x="6860500" y="2972538"/>
            <a:ext cx="1840801" cy="1389300"/>
            <a:chOff x="6860500" y="2286738"/>
            <a:chExt cx="1840801" cy="1389300"/>
          </a:xfrm>
        </p:grpSpPr>
        <p:sp>
          <p:nvSpPr>
            <p:cNvPr id="153" name="Google Shape;153;p17"/>
            <p:cNvSpPr txBox="1"/>
            <p:nvPr/>
          </p:nvSpPr>
          <p:spPr>
            <a:xfrm>
              <a:off x="7405301" y="2651772"/>
              <a:ext cx="1296000" cy="2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0" spcFirstLastPara="1" rIns="0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>
                <a:solidFill>
                  <a:schemeClr val="accent5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154" name="Google Shape;154;p17"/>
            <p:cNvSpPr txBox="1"/>
            <p:nvPr/>
          </p:nvSpPr>
          <p:spPr>
            <a:xfrm>
              <a:off x="6860500" y="2286738"/>
              <a:ext cx="1840800" cy="138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0" spcFirstLastPara="1" rIns="0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300">
                  <a:solidFill>
                    <a:schemeClr val="dk1"/>
                  </a:solidFill>
                  <a:latin typeface="Fira Sans"/>
                  <a:ea typeface="Fira Sans"/>
                  <a:cs typeface="Fira Sans"/>
                  <a:sym typeface="Fira Sans"/>
                </a:rPr>
                <a:t>over 25% of internet traffic i</a:t>
              </a:r>
              <a:r>
                <a:rPr lang="en-GB" sz="1300">
                  <a:solidFill>
                    <a:schemeClr val="dk1"/>
                  </a:solidFill>
                  <a:latin typeface="Fira Sans"/>
                  <a:ea typeface="Fira Sans"/>
                  <a:cs typeface="Fira Sans"/>
                  <a:sym typeface="Fira Sans"/>
                </a:rPr>
                <a:t>s a</a:t>
              </a:r>
              <a:r>
                <a:rPr lang="en-GB" sz="1300">
                  <a:solidFill>
                    <a:schemeClr val="dk1"/>
                  </a:solidFill>
                  <a:latin typeface="Fira Sans"/>
                  <a:ea typeface="Fira Sans"/>
                  <a:cs typeface="Fira Sans"/>
                  <a:sym typeface="Fira Sans"/>
                </a:rPr>
                <a:t>ttributed to malicious bots.</a:t>
              </a:r>
              <a:endParaRPr sz="15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</p:grpSp>
      <p:pic>
        <p:nvPicPr>
          <p:cNvPr id="155" name="Google Shape;155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77638" y="1162388"/>
            <a:ext cx="3307013" cy="33070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57849" y="2189275"/>
            <a:ext cx="1458851" cy="14588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78187" y="1965338"/>
            <a:ext cx="838925" cy="838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11475" y="1617250"/>
            <a:ext cx="838925" cy="838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74825" y="3208100"/>
            <a:ext cx="838925" cy="838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8"/>
          <p:cNvSpPr txBox="1"/>
          <p:nvPr>
            <p:ph type="title"/>
          </p:nvPr>
        </p:nvSpPr>
        <p:spPr>
          <a:xfrm>
            <a:off x="457200" y="292625"/>
            <a:ext cx="8229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Types of CAPTCHA</a:t>
            </a:r>
            <a:endParaRPr/>
          </a:p>
        </p:txBody>
      </p:sp>
      <p:sp>
        <p:nvSpPr>
          <p:cNvPr id="165" name="Google Shape;165;p18"/>
          <p:cNvSpPr txBox="1"/>
          <p:nvPr/>
        </p:nvSpPr>
        <p:spPr>
          <a:xfrm>
            <a:off x="89075" y="1186700"/>
            <a:ext cx="1863000" cy="31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Text-based CAPTCHA</a:t>
            </a:r>
            <a:endParaRPr b="1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66" name="Google Shape;166;p18"/>
          <p:cNvSpPr txBox="1"/>
          <p:nvPr/>
        </p:nvSpPr>
        <p:spPr>
          <a:xfrm>
            <a:off x="7121800" y="1390650"/>
            <a:ext cx="1863000" cy="2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reCAPTCHA (v2 &amp; v3)</a:t>
            </a:r>
            <a:endParaRPr b="1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67" name="Google Shape;167;p18"/>
          <p:cNvSpPr txBox="1"/>
          <p:nvPr/>
        </p:nvSpPr>
        <p:spPr>
          <a:xfrm>
            <a:off x="299200" y="4386275"/>
            <a:ext cx="1653000" cy="2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Audio CAPTCHA</a:t>
            </a:r>
            <a:endParaRPr b="1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68" name="Google Shape;168;p18"/>
          <p:cNvSpPr txBox="1"/>
          <p:nvPr/>
        </p:nvSpPr>
        <p:spPr>
          <a:xfrm>
            <a:off x="6598900" y="2978800"/>
            <a:ext cx="2385900" cy="2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Behavioral CAPTCHA.</a:t>
            </a:r>
            <a:endParaRPr b="1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69" name="Google Shape;169;p18"/>
          <p:cNvSpPr txBox="1"/>
          <p:nvPr/>
        </p:nvSpPr>
        <p:spPr>
          <a:xfrm>
            <a:off x="7442975" y="4198275"/>
            <a:ext cx="558000" cy="30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Visual</a:t>
            </a:r>
            <a:endParaRPr b="1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70" name="Google Shape;170;p18"/>
          <p:cNvSpPr txBox="1"/>
          <p:nvPr/>
        </p:nvSpPr>
        <p:spPr>
          <a:xfrm>
            <a:off x="89075" y="2841525"/>
            <a:ext cx="1863000" cy="2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Image-based CAPTCHA</a:t>
            </a:r>
            <a:endParaRPr b="1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grpSp>
        <p:nvGrpSpPr>
          <p:cNvPr id="171" name="Google Shape;171;p18"/>
          <p:cNvGrpSpPr/>
          <p:nvPr/>
        </p:nvGrpSpPr>
        <p:grpSpPr>
          <a:xfrm>
            <a:off x="5761500" y="1390650"/>
            <a:ext cx="1594238" cy="753150"/>
            <a:chOff x="5761500" y="1390650"/>
            <a:chExt cx="1594238" cy="753150"/>
          </a:xfrm>
        </p:grpSpPr>
        <p:grpSp>
          <p:nvGrpSpPr>
            <p:cNvPr id="172" name="Google Shape;172;p18"/>
            <p:cNvGrpSpPr/>
            <p:nvPr/>
          </p:nvGrpSpPr>
          <p:grpSpPr>
            <a:xfrm>
              <a:off x="6879773" y="1390650"/>
              <a:ext cx="475964" cy="475964"/>
              <a:chOff x="6574973" y="1390650"/>
              <a:chExt cx="475964" cy="475964"/>
            </a:xfrm>
          </p:grpSpPr>
          <p:sp>
            <p:nvSpPr>
              <p:cNvPr id="173" name="Google Shape;173;p18"/>
              <p:cNvSpPr/>
              <p:nvPr/>
            </p:nvSpPr>
            <p:spPr>
              <a:xfrm>
                <a:off x="6574973" y="1390650"/>
                <a:ext cx="475964" cy="475964"/>
              </a:xfrm>
              <a:custGeom>
                <a:rect b="b" l="l" r="r" t="t"/>
                <a:pathLst>
                  <a:path extrusionOk="0" h="14467" w="14467">
                    <a:moveTo>
                      <a:pt x="7228" y="0"/>
                    </a:moveTo>
                    <a:cubicBezTo>
                      <a:pt x="3239" y="0"/>
                      <a:pt x="1" y="3227"/>
                      <a:pt x="1" y="7227"/>
                    </a:cubicBezTo>
                    <a:cubicBezTo>
                      <a:pt x="1" y="11228"/>
                      <a:pt x="3239" y="14466"/>
                      <a:pt x="7228" y="14466"/>
                    </a:cubicBezTo>
                    <a:cubicBezTo>
                      <a:pt x="11228" y="14466"/>
                      <a:pt x="14467" y="11228"/>
                      <a:pt x="14467" y="7227"/>
                    </a:cubicBezTo>
                    <a:cubicBezTo>
                      <a:pt x="14467" y="3227"/>
                      <a:pt x="11228" y="0"/>
                      <a:pt x="7228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4" name="Google Shape;174;p18"/>
              <p:cNvSpPr/>
              <p:nvPr/>
            </p:nvSpPr>
            <p:spPr>
              <a:xfrm>
                <a:off x="6614552" y="1513268"/>
                <a:ext cx="398781" cy="230728"/>
              </a:xfrm>
              <a:custGeom>
                <a:rect b="b" l="l" r="r" t="t"/>
                <a:pathLst>
                  <a:path extrusionOk="0" fill="none" h="7013" w="12121">
                    <a:moveTo>
                      <a:pt x="5001" y="7013"/>
                    </a:moveTo>
                    <a:lnTo>
                      <a:pt x="2262" y="7013"/>
                    </a:lnTo>
                    <a:cubicBezTo>
                      <a:pt x="1119" y="7013"/>
                      <a:pt x="0" y="6060"/>
                      <a:pt x="0" y="4870"/>
                    </a:cubicBezTo>
                    <a:cubicBezTo>
                      <a:pt x="0" y="3774"/>
                      <a:pt x="810" y="2786"/>
                      <a:pt x="1941" y="2786"/>
                    </a:cubicBezTo>
                    <a:cubicBezTo>
                      <a:pt x="2262" y="2786"/>
                      <a:pt x="2572" y="2881"/>
                      <a:pt x="2858" y="3012"/>
                    </a:cubicBezTo>
                    <a:cubicBezTo>
                      <a:pt x="2858" y="2941"/>
                      <a:pt x="2846" y="2858"/>
                      <a:pt x="2846" y="2786"/>
                    </a:cubicBezTo>
                    <a:cubicBezTo>
                      <a:pt x="2846" y="1238"/>
                      <a:pt x="4096" y="0"/>
                      <a:pt x="5632" y="0"/>
                    </a:cubicBezTo>
                    <a:cubicBezTo>
                      <a:pt x="6941" y="0"/>
                      <a:pt x="8037" y="917"/>
                      <a:pt x="8334" y="2131"/>
                    </a:cubicBezTo>
                    <a:cubicBezTo>
                      <a:pt x="8704" y="1881"/>
                      <a:pt x="9168" y="1726"/>
                      <a:pt x="9644" y="1726"/>
                    </a:cubicBezTo>
                    <a:cubicBezTo>
                      <a:pt x="10359" y="1726"/>
                      <a:pt x="11049" y="2060"/>
                      <a:pt x="11490" y="2619"/>
                    </a:cubicBezTo>
                    <a:cubicBezTo>
                      <a:pt x="11823" y="3036"/>
                      <a:pt x="12002" y="3560"/>
                      <a:pt x="12025" y="4096"/>
                    </a:cubicBezTo>
                    <a:cubicBezTo>
                      <a:pt x="12121" y="5513"/>
                      <a:pt x="11252" y="7013"/>
                      <a:pt x="9739" y="7013"/>
                    </a:cubicBezTo>
                    <a:lnTo>
                      <a:pt x="7072" y="7013"/>
                    </a:lnTo>
                    <a:lnTo>
                      <a:pt x="7072" y="7013"/>
                    </a:lnTo>
                    <a:lnTo>
                      <a:pt x="7072" y="5060"/>
                    </a:lnTo>
                    <a:lnTo>
                      <a:pt x="7751" y="5060"/>
                    </a:lnTo>
                    <a:lnTo>
                      <a:pt x="6037" y="3155"/>
                    </a:lnTo>
                    <a:lnTo>
                      <a:pt x="4334" y="5060"/>
                    </a:lnTo>
                    <a:lnTo>
                      <a:pt x="5013" y="5060"/>
                    </a:lnTo>
                    <a:lnTo>
                      <a:pt x="5013" y="7013"/>
                    </a:lnTo>
                  </a:path>
                </a:pathLst>
              </a:custGeom>
              <a:solidFill>
                <a:schemeClr val="accent5"/>
              </a:solidFill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175" name="Google Shape;175;p18"/>
            <p:cNvCxnSpPr/>
            <p:nvPr/>
          </p:nvCxnSpPr>
          <p:spPr>
            <a:xfrm flipH="1" rot="10800000">
              <a:off x="5761500" y="1639500"/>
              <a:ext cx="980700" cy="504300"/>
            </a:xfrm>
            <a:prstGeom prst="curvedConnector3">
              <a:avLst>
                <a:gd fmla="val 50000" name="adj1"/>
              </a:avLst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oval"/>
            </a:ln>
          </p:spPr>
        </p:cxnSp>
      </p:grpSp>
      <p:grpSp>
        <p:nvGrpSpPr>
          <p:cNvPr id="176" name="Google Shape;176;p18"/>
          <p:cNvGrpSpPr/>
          <p:nvPr/>
        </p:nvGrpSpPr>
        <p:grpSpPr>
          <a:xfrm>
            <a:off x="1784020" y="1390650"/>
            <a:ext cx="1589955" cy="753150"/>
            <a:chOff x="1784020" y="1390650"/>
            <a:chExt cx="1589955" cy="753150"/>
          </a:xfrm>
        </p:grpSpPr>
        <p:sp>
          <p:nvSpPr>
            <p:cNvPr id="177" name="Google Shape;177;p18"/>
            <p:cNvSpPr/>
            <p:nvPr/>
          </p:nvSpPr>
          <p:spPr>
            <a:xfrm>
              <a:off x="1784020" y="1390650"/>
              <a:ext cx="475964" cy="475964"/>
            </a:xfrm>
            <a:custGeom>
              <a:rect b="b" l="l" r="r" t="t"/>
              <a:pathLst>
                <a:path extrusionOk="0" h="14467" w="14467">
                  <a:moveTo>
                    <a:pt x="7228" y="0"/>
                  </a:moveTo>
                  <a:cubicBezTo>
                    <a:pt x="3239" y="0"/>
                    <a:pt x="1" y="3227"/>
                    <a:pt x="1" y="7227"/>
                  </a:cubicBezTo>
                  <a:cubicBezTo>
                    <a:pt x="1" y="11228"/>
                    <a:pt x="3239" y="14466"/>
                    <a:pt x="7228" y="14466"/>
                  </a:cubicBezTo>
                  <a:cubicBezTo>
                    <a:pt x="11228" y="14466"/>
                    <a:pt x="14467" y="11228"/>
                    <a:pt x="14467" y="7227"/>
                  </a:cubicBezTo>
                  <a:cubicBezTo>
                    <a:pt x="14467" y="3227"/>
                    <a:pt x="11228" y="0"/>
                    <a:pt x="722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78" name="Google Shape;178;p18"/>
            <p:cNvCxnSpPr/>
            <p:nvPr/>
          </p:nvCxnSpPr>
          <p:spPr>
            <a:xfrm rot="10800000">
              <a:off x="2393275" y="1639500"/>
              <a:ext cx="980700" cy="504300"/>
            </a:xfrm>
            <a:prstGeom prst="curvedConnector3">
              <a:avLst>
                <a:gd fmla="val 50000" name="adj1"/>
              </a:avLst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oval"/>
            </a:ln>
          </p:spPr>
        </p:cxnSp>
      </p:grpSp>
      <p:grpSp>
        <p:nvGrpSpPr>
          <p:cNvPr id="179" name="Google Shape;179;p18"/>
          <p:cNvGrpSpPr/>
          <p:nvPr/>
        </p:nvGrpSpPr>
        <p:grpSpPr>
          <a:xfrm>
            <a:off x="5761500" y="3839300"/>
            <a:ext cx="1594238" cy="747384"/>
            <a:chOff x="5761500" y="3839300"/>
            <a:chExt cx="1594238" cy="747384"/>
          </a:xfrm>
        </p:grpSpPr>
        <p:sp>
          <p:nvSpPr>
            <p:cNvPr id="180" name="Google Shape;180;p18"/>
            <p:cNvSpPr/>
            <p:nvPr/>
          </p:nvSpPr>
          <p:spPr>
            <a:xfrm>
              <a:off x="6879773" y="4110720"/>
              <a:ext cx="475964" cy="475964"/>
            </a:xfrm>
            <a:custGeom>
              <a:rect b="b" l="l" r="r" t="t"/>
              <a:pathLst>
                <a:path extrusionOk="0" h="14467" w="14467">
                  <a:moveTo>
                    <a:pt x="7228" y="0"/>
                  </a:moveTo>
                  <a:cubicBezTo>
                    <a:pt x="3239" y="0"/>
                    <a:pt x="1" y="3239"/>
                    <a:pt x="1" y="7239"/>
                  </a:cubicBezTo>
                  <a:cubicBezTo>
                    <a:pt x="1" y="11240"/>
                    <a:pt x="3239" y="14466"/>
                    <a:pt x="7228" y="14466"/>
                  </a:cubicBezTo>
                  <a:cubicBezTo>
                    <a:pt x="11228" y="14466"/>
                    <a:pt x="14467" y="11240"/>
                    <a:pt x="14467" y="7239"/>
                  </a:cubicBezTo>
                  <a:cubicBezTo>
                    <a:pt x="14467" y="3239"/>
                    <a:pt x="11228" y="0"/>
                    <a:pt x="7228" y="0"/>
                  </a:cubicBezTo>
                  <a:close/>
                </a:path>
              </a:pathLst>
            </a:custGeom>
            <a:solidFill>
              <a:srgbClr val="5A6BD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81" name="Google Shape;181;p18"/>
            <p:cNvCxnSpPr/>
            <p:nvPr/>
          </p:nvCxnSpPr>
          <p:spPr>
            <a:xfrm>
              <a:off x="5761500" y="3839300"/>
              <a:ext cx="980700" cy="504300"/>
            </a:xfrm>
            <a:prstGeom prst="curvedConnector3">
              <a:avLst>
                <a:gd fmla="val 50000" name="adj1"/>
              </a:avLst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oval"/>
            </a:ln>
          </p:spPr>
        </p:cxnSp>
      </p:grpSp>
      <p:grpSp>
        <p:nvGrpSpPr>
          <p:cNvPr id="182" name="Google Shape;182;p18"/>
          <p:cNvGrpSpPr/>
          <p:nvPr/>
        </p:nvGrpSpPr>
        <p:grpSpPr>
          <a:xfrm>
            <a:off x="1784020" y="3839300"/>
            <a:ext cx="1589955" cy="986755"/>
            <a:chOff x="1784020" y="3839300"/>
            <a:chExt cx="1589955" cy="986755"/>
          </a:xfrm>
        </p:grpSpPr>
        <p:grpSp>
          <p:nvGrpSpPr>
            <p:cNvPr id="183" name="Google Shape;183;p18"/>
            <p:cNvGrpSpPr/>
            <p:nvPr/>
          </p:nvGrpSpPr>
          <p:grpSpPr>
            <a:xfrm>
              <a:off x="1784020" y="4110720"/>
              <a:ext cx="1546209" cy="715335"/>
              <a:chOff x="2088820" y="4110720"/>
              <a:chExt cx="1546209" cy="715335"/>
            </a:xfrm>
          </p:grpSpPr>
          <p:sp>
            <p:nvSpPr>
              <p:cNvPr id="184" name="Google Shape;184;p18"/>
              <p:cNvSpPr/>
              <p:nvPr/>
            </p:nvSpPr>
            <p:spPr>
              <a:xfrm>
                <a:off x="2088820" y="4110720"/>
                <a:ext cx="475964" cy="475964"/>
              </a:xfrm>
              <a:custGeom>
                <a:rect b="b" l="l" r="r" t="t"/>
                <a:pathLst>
                  <a:path extrusionOk="0" h="14467" w="14467">
                    <a:moveTo>
                      <a:pt x="7228" y="0"/>
                    </a:moveTo>
                    <a:cubicBezTo>
                      <a:pt x="3239" y="0"/>
                      <a:pt x="1" y="3239"/>
                      <a:pt x="1" y="7239"/>
                    </a:cubicBezTo>
                    <a:cubicBezTo>
                      <a:pt x="1" y="11240"/>
                      <a:pt x="3239" y="14466"/>
                      <a:pt x="7228" y="14466"/>
                    </a:cubicBezTo>
                    <a:cubicBezTo>
                      <a:pt x="11228" y="14466"/>
                      <a:pt x="14467" y="11240"/>
                      <a:pt x="14467" y="7239"/>
                    </a:cubicBezTo>
                    <a:cubicBezTo>
                      <a:pt x="14467" y="3239"/>
                      <a:pt x="11228" y="0"/>
                      <a:pt x="7228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5" name="Google Shape;185;p18"/>
              <p:cNvSpPr/>
              <p:nvPr/>
            </p:nvSpPr>
            <p:spPr>
              <a:xfrm>
                <a:off x="3448157" y="4507944"/>
                <a:ext cx="186872" cy="318110"/>
              </a:xfrm>
              <a:custGeom>
                <a:rect b="b" l="l" r="r" t="t"/>
                <a:pathLst>
                  <a:path extrusionOk="0" fill="none" h="9669" w="5680">
                    <a:moveTo>
                      <a:pt x="5680" y="4834"/>
                    </a:moveTo>
                    <a:cubicBezTo>
                      <a:pt x="5680" y="7501"/>
                      <a:pt x="4406" y="9668"/>
                      <a:pt x="2834" y="9668"/>
                    </a:cubicBezTo>
                    <a:cubicBezTo>
                      <a:pt x="1262" y="9668"/>
                      <a:pt x="0" y="7501"/>
                      <a:pt x="0" y="4834"/>
                    </a:cubicBezTo>
                    <a:cubicBezTo>
                      <a:pt x="0" y="2167"/>
                      <a:pt x="1262" y="0"/>
                      <a:pt x="2834" y="0"/>
                    </a:cubicBezTo>
                    <a:cubicBezTo>
                      <a:pt x="4406" y="0"/>
                      <a:pt x="5680" y="2167"/>
                      <a:pt x="5680" y="4834"/>
                    </a:cubicBezTo>
                    <a:close/>
                  </a:path>
                </a:pathLst>
              </a:custGeom>
              <a:solidFill>
                <a:schemeClr val="accent4"/>
              </a:solidFill>
              <a:ln cap="flat" cmpd="sng" w="9525">
                <a:solidFill>
                  <a:schemeClr val="lt1"/>
                </a:solidFill>
                <a:prstDash val="solid"/>
                <a:miter lim="1190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186" name="Google Shape;186;p18"/>
            <p:cNvCxnSpPr/>
            <p:nvPr/>
          </p:nvCxnSpPr>
          <p:spPr>
            <a:xfrm flipH="1">
              <a:off x="2393275" y="3839300"/>
              <a:ext cx="980700" cy="504300"/>
            </a:xfrm>
            <a:prstGeom prst="curvedConnector3">
              <a:avLst>
                <a:gd fmla="val 50000" name="adj1"/>
              </a:avLst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oval"/>
            </a:ln>
          </p:spPr>
        </p:cxnSp>
      </p:grpSp>
      <p:cxnSp>
        <p:nvCxnSpPr>
          <p:cNvPr id="187" name="Google Shape;187;p18"/>
          <p:cNvCxnSpPr/>
          <p:nvPr/>
        </p:nvCxnSpPr>
        <p:spPr>
          <a:xfrm>
            <a:off x="5761497" y="2941138"/>
            <a:ext cx="784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oval"/>
          </a:ln>
        </p:spPr>
      </p:cxnSp>
      <p:grpSp>
        <p:nvGrpSpPr>
          <p:cNvPr id="188" name="Google Shape;188;p18"/>
          <p:cNvGrpSpPr/>
          <p:nvPr/>
        </p:nvGrpSpPr>
        <p:grpSpPr>
          <a:xfrm>
            <a:off x="2925068" y="2092209"/>
            <a:ext cx="3288881" cy="1876746"/>
            <a:chOff x="2925068" y="2092209"/>
            <a:chExt cx="3288881" cy="1876746"/>
          </a:xfrm>
        </p:grpSpPr>
        <p:sp>
          <p:nvSpPr>
            <p:cNvPr id="189" name="Google Shape;189;p18"/>
            <p:cNvSpPr/>
            <p:nvPr/>
          </p:nvSpPr>
          <p:spPr>
            <a:xfrm>
              <a:off x="3215525" y="2092209"/>
              <a:ext cx="2707966" cy="1691850"/>
            </a:xfrm>
            <a:custGeom>
              <a:rect b="b" l="l" r="r" t="t"/>
              <a:pathLst>
                <a:path extrusionOk="0" h="51424" w="82309">
                  <a:moveTo>
                    <a:pt x="2334" y="0"/>
                  </a:moveTo>
                  <a:cubicBezTo>
                    <a:pt x="1036" y="0"/>
                    <a:pt x="0" y="1036"/>
                    <a:pt x="0" y="2334"/>
                  </a:cubicBezTo>
                  <a:lnTo>
                    <a:pt x="0" y="51423"/>
                  </a:lnTo>
                  <a:lnTo>
                    <a:pt x="82308" y="51423"/>
                  </a:lnTo>
                  <a:lnTo>
                    <a:pt x="82308" y="2334"/>
                  </a:lnTo>
                  <a:cubicBezTo>
                    <a:pt x="82308" y="1036"/>
                    <a:pt x="81273" y="0"/>
                    <a:pt x="7997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" name="Google Shape;190;p18"/>
            <p:cNvSpPr/>
            <p:nvPr/>
          </p:nvSpPr>
          <p:spPr>
            <a:xfrm>
              <a:off x="3323634" y="2235192"/>
              <a:ext cx="2492537" cy="1468557"/>
            </a:xfrm>
            <a:custGeom>
              <a:rect b="b" l="l" r="r" t="t"/>
              <a:pathLst>
                <a:path extrusionOk="0" h="44637" w="75761">
                  <a:moveTo>
                    <a:pt x="1" y="0"/>
                  </a:moveTo>
                  <a:lnTo>
                    <a:pt x="1" y="44637"/>
                  </a:lnTo>
                  <a:lnTo>
                    <a:pt x="75760" y="44637"/>
                  </a:lnTo>
                  <a:lnTo>
                    <a:pt x="757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" name="Google Shape;191;p18"/>
            <p:cNvSpPr/>
            <p:nvPr/>
          </p:nvSpPr>
          <p:spPr>
            <a:xfrm>
              <a:off x="2925068" y="3784023"/>
              <a:ext cx="3288881" cy="184931"/>
            </a:xfrm>
            <a:custGeom>
              <a:rect b="b" l="l" r="r" t="t"/>
              <a:pathLst>
                <a:path extrusionOk="0" h="5621" w="99966">
                  <a:moveTo>
                    <a:pt x="1" y="0"/>
                  </a:moveTo>
                  <a:lnTo>
                    <a:pt x="1" y="2703"/>
                  </a:lnTo>
                  <a:cubicBezTo>
                    <a:pt x="1" y="4310"/>
                    <a:pt x="1311" y="5620"/>
                    <a:pt x="2918" y="5620"/>
                  </a:cubicBezTo>
                  <a:lnTo>
                    <a:pt x="97049" y="5620"/>
                  </a:lnTo>
                  <a:cubicBezTo>
                    <a:pt x="98656" y="5620"/>
                    <a:pt x="99966" y="4310"/>
                    <a:pt x="99966" y="2703"/>
                  </a:cubicBezTo>
                  <a:lnTo>
                    <a:pt x="99966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" name="Google Shape;192;p18"/>
            <p:cNvSpPr/>
            <p:nvPr/>
          </p:nvSpPr>
          <p:spPr>
            <a:xfrm>
              <a:off x="4180924" y="3783234"/>
              <a:ext cx="777592" cy="56062"/>
            </a:xfrm>
            <a:custGeom>
              <a:rect b="b" l="l" r="r" t="t"/>
              <a:pathLst>
                <a:path extrusionOk="0" h="1704" w="23635">
                  <a:moveTo>
                    <a:pt x="0" y="1"/>
                  </a:moveTo>
                  <a:lnTo>
                    <a:pt x="0" y="822"/>
                  </a:lnTo>
                  <a:cubicBezTo>
                    <a:pt x="0" y="1310"/>
                    <a:pt x="405" y="1703"/>
                    <a:pt x="881" y="1703"/>
                  </a:cubicBezTo>
                  <a:lnTo>
                    <a:pt x="22753" y="1703"/>
                  </a:lnTo>
                  <a:cubicBezTo>
                    <a:pt x="23229" y="1703"/>
                    <a:pt x="23622" y="1310"/>
                    <a:pt x="23634" y="822"/>
                  </a:cubicBezTo>
                  <a:lnTo>
                    <a:pt x="2363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" name="Google Shape;193;p18"/>
            <p:cNvSpPr/>
            <p:nvPr/>
          </p:nvSpPr>
          <p:spPr>
            <a:xfrm>
              <a:off x="3323059" y="2235192"/>
              <a:ext cx="2492899" cy="1468557"/>
            </a:xfrm>
            <a:custGeom>
              <a:rect b="b" l="l" r="r" t="t"/>
              <a:pathLst>
                <a:path extrusionOk="0" h="44637" w="75772">
                  <a:moveTo>
                    <a:pt x="1" y="0"/>
                  </a:moveTo>
                  <a:lnTo>
                    <a:pt x="1" y="44637"/>
                  </a:lnTo>
                  <a:lnTo>
                    <a:pt x="7577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194" name="Google Shape;194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31275" y="2129525"/>
            <a:ext cx="2530225" cy="1574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79200" y="1497200"/>
            <a:ext cx="310500" cy="310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6" name="Google Shape;196;p18"/>
          <p:cNvGrpSpPr/>
          <p:nvPr/>
        </p:nvGrpSpPr>
        <p:grpSpPr>
          <a:xfrm>
            <a:off x="2091438" y="2755135"/>
            <a:ext cx="1403521" cy="472839"/>
            <a:chOff x="1783263" y="2752248"/>
            <a:chExt cx="1403521" cy="472839"/>
          </a:xfrm>
        </p:grpSpPr>
        <p:cxnSp>
          <p:nvCxnSpPr>
            <p:cNvPr id="197" name="Google Shape;197;p18"/>
            <p:cNvCxnSpPr/>
            <p:nvPr/>
          </p:nvCxnSpPr>
          <p:spPr>
            <a:xfrm rot="10800000">
              <a:off x="2402584" y="2938250"/>
              <a:ext cx="7842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grpSp>
          <p:nvGrpSpPr>
            <p:cNvPr id="198" name="Google Shape;198;p18"/>
            <p:cNvGrpSpPr/>
            <p:nvPr/>
          </p:nvGrpSpPr>
          <p:grpSpPr>
            <a:xfrm>
              <a:off x="1783263" y="2752248"/>
              <a:ext cx="473201" cy="472839"/>
              <a:chOff x="2088063" y="2683289"/>
              <a:chExt cx="473201" cy="472839"/>
            </a:xfrm>
          </p:grpSpPr>
          <p:sp>
            <p:nvSpPr>
              <p:cNvPr id="199" name="Google Shape;199;p18"/>
              <p:cNvSpPr/>
              <p:nvPr/>
            </p:nvSpPr>
            <p:spPr>
              <a:xfrm>
                <a:off x="2166003" y="2758499"/>
                <a:ext cx="319262" cy="319294"/>
              </a:xfrm>
              <a:custGeom>
                <a:rect b="b" l="l" r="r" t="t"/>
                <a:pathLst>
                  <a:path extrusionOk="0" fill="none" h="9705" w="9704">
                    <a:moveTo>
                      <a:pt x="9442" y="3870"/>
                    </a:moveTo>
                    <a:lnTo>
                      <a:pt x="8478" y="3501"/>
                    </a:lnTo>
                    <a:cubicBezTo>
                      <a:pt x="8442" y="3406"/>
                      <a:pt x="8418" y="3335"/>
                      <a:pt x="8370" y="3263"/>
                    </a:cubicBezTo>
                    <a:lnTo>
                      <a:pt x="8787" y="2311"/>
                    </a:lnTo>
                    <a:cubicBezTo>
                      <a:pt x="8859" y="2144"/>
                      <a:pt x="8811" y="1965"/>
                      <a:pt x="8692" y="1846"/>
                    </a:cubicBezTo>
                    <a:lnTo>
                      <a:pt x="7859" y="1013"/>
                    </a:lnTo>
                    <a:cubicBezTo>
                      <a:pt x="7739" y="894"/>
                      <a:pt x="7549" y="846"/>
                      <a:pt x="7406" y="918"/>
                    </a:cubicBezTo>
                    <a:lnTo>
                      <a:pt x="6454" y="1334"/>
                    </a:lnTo>
                    <a:cubicBezTo>
                      <a:pt x="6370" y="1311"/>
                      <a:pt x="6287" y="1263"/>
                      <a:pt x="6215" y="1239"/>
                    </a:cubicBezTo>
                    <a:lnTo>
                      <a:pt x="5834" y="263"/>
                    </a:lnTo>
                    <a:cubicBezTo>
                      <a:pt x="5775" y="108"/>
                      <a:pt x="5620" y="1"/>
                      <a:pt x="5453" y="1"/>
                    </a:cubicBezTo>
                    <a:lnTo>
                      <a:pt x="4263" y="1"/>
                    </a:lnTo>
                    <a:cubicBezTo>
                      <a:pt x="4084" y="1"/>
                      <a:pt x="3929" y="108"/>
                      <a:pt x="3870" y="263"/>
                    </a:cubicBezTo>
                    <a:lnTo>
                      <a:pt x="3501" y="1239"/>
                    </a:lnTo>
                    <a:cubicBezTo>
                      <a:pt x="3406" y="1263"/>
                      <a:pt x="3334" y="1299"/>
                      <a:pt x="3263" y="1334"/>
                    </a:cubicBezTo>
                    <a:lnTo>
                      <a:pt x="2310" y="918"/>
                    </a:lnTo>
                    <a:cubicBezTo>
                      <a:pt x="2144" y="846"/>
                      <a:pt x="1965" y="894"/>
                      <a:pt x="1846" y="1013"/>
                    </a:cubicBezTo>
                    <a:lnTo>
                      <a:pt x="1012" y="1846"/>
                    </a:lnTo>
                    <a:cubicBezTo>
                      <a:pt x="893" y="1965"/>
                      <a:pt x="846" y="2156"/>
                      <a:pt x="929" y="2311"/>
                    </a:cubicBezTo>
                    <a:lnTo>
                      <a:pt x="1346" y="3263"/>
                    </a:lnTo>
                    <a:cubicBezTo>
                      <a:pt x="1310" y="3335"/>
                      <a:pt x="1262" y="3430"/>
                      <a:pt x="1239" y="3501"/>
                    </a:cubicBezTo>
                    <a:lnTo>
                      <a:pt x="274" y="3870"/>
                    </a:lnTo>
                    <a:cubicBezTo>
                      <a:pt x="108" y="3930"/>
                      <a:pt x="0" y="4097"/>
                      <a:pt x="0" y="4263"/>
                    </a:cubicBezTo>
                    <a:lnTo>
                      <a:pt x="0" y="5454"/>
                    </a:lnTo>
                    <a:cubicBezTo>
                      <a:pt x="0" y="5633"/>
                      <a:pt x="108" y="5775"/>
                      <a:pt x="274" y="5835"/>
                    </a:cubicBezTo>
                    <a:lnTo>
                      <a:pt x="1239" y="6204"/>
                    </a:lnTo>
                    <a:cubicBezTo>
                      <a:pt x="1262" y="6299"/>
                      <a:pt x="1298" y="6371"/>
                      <a:pt x="1346" y="6442"/>
                    </a:cubicBezTo>
                    <a:lnTo>
                      <a:pt x="929" y="7395"/>
                    </a:lnTo>
                    <a:cubicBezTo>
                      <a:pt x="846" y="7561"/>
                      <a:pt x="893" y="7740"/>
                      <a:pt x="1012" y="7859"/>
                    </a:cubicBezTo>
                    <a:lnTo>
                      <a:pt x="1846" y="8692"/>
                    </a:lnTo>
                    <a:cubicBezTo>
                      <a:pt x="1965" y="8812"/>
                      <a:pt x="2155" y="8859"/>
                      <a:pt x="2310" y="8788"/>
                    </a:cubicBezTo>
                    <a:lnTo>
                      <a:pt x="3263" y="8371"/>
                    </a:lnTo>
                    <a:cubicBezTo>
                      <a:pt x="3334" y="8395"/>
                      <a:pt x="3429" y="8442"/>
                      <a:pt x="3501" y="8466"/>
                    </a:cubicBezTo>
                    <a:lnTo>
                      <a:pt x="3870" y="9443"/>
                    </a:lnTo>
                    <a:cubicBezTo>
                      <a:pt x="3929" y="9597"/>
                      <a:pt x="4096" y="9704"/>
                      <a:pt x="4263" y="9704"/>
                    </a:cubicBezTo>
                    <a:lnTo>
                      <a:pt x="5453" y="9704"/>
                    </a:lnTo>
                    <a:cubicBezTo>
                      <a:pt x="5632" y="9704"/>
                      <a:pt x="5775" y="9597"/>
                      <a:pt x="5834" y="9443"/>
                    </a:cubicBezTo>
                    <a:lnTo>
                      <a:pt x="6215" y="8466"/>
                    </a:lnTo>
                    <a:cubicBezTo>
                      <a:pt x="6299" y="8442"/>
                      <a:pt x="6370" y="8407"/>
                      <a:pt x="6454" y="8371"/>
                    </a:cubicBezTo>
                    <a:lnTo>
                      <a:pt x="7406" y="8788"/>
                    </a:lnTo>
                    <a:cubicBezTo>
                      <a:pt x="7561" y="8859"/>
                      <a:pt x="7739" y="8812"/>
                      <a:pt x="7859" y="8692"/>
                    </a:cubicBezTo>
                    <a:lnTo>
                      <a:pt x="8692" y="7859"/>
                    </a:lnTo>
                    <a:cubicBezTo>
                      <a:pt x="8811" y="7740"/>
                      <a:pt x="8859" y="7549"/>
                      <a:pt x="8787" y="7395"/>
                    </a:cubicBezTo>
                    <a:lnTo>
                      <a:pt x="8370" y="6442"/>
                    </a:lnTo>
                    <a:cubicBezTo>
                      <a:pt x="8394" y="6371"/>
                      <a:pt x="8442" y="6287"/>
                      <a:pt x="8478" y="6204"/>
                    </a:cubicBezTo>
                    <a:lnTo>
                      <a:pt x="9442" y="5835"/>
                    </a:lnTo>
                    <a:cubicBezTo>
                      <a:pt x="9609" y="5775"/>
                      <a:pt x="9704" y="5609"/>
                      <a:pt x="9704" y="5454"/>
                    </a:cubicBezTo>
                    <a:lnTo>
                      <a:pt x="9704" y="4263"/>
                    </a:lnTo>
                    <a:cubicBezTo>
                      <a:pt x="9704" y="4097"/>
                      <a:pt x="9609" y="3930"/>
                      <a:pt x="9442" y="3870"/>
                    </a:cubicBezTo>
                    <a:close/>
                  </a:path>
                </a:pathLst>
              </a:custGeom>
              <a:solidFill>
                <a:schemeClr val="accent3"/>
              </a:solidFill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" name="Google Shape;200;p18"/>
              <p:cNvSpPr/>
              <p:nvPr/>
            </p:nvSpPr>
            <p:spPr>
              <a:xfrm>
                <a:off x="2255326" y="2850158"/>
                <a:ext cx="139068" cy="139101"/>
              </a:xfrm>
              <a:custGeom>
                <a:rect b="b" l="l" r="r" t="t"/>
                <a:pathLst>
                  <a:path extrusionOk="0" fill="none" h="4228" w="4227">
                    <a:moveTo>
                      <a:pt x="4227" y="2108"/>
                    </a:moveTo>
                    <a:cubicBezTo>
                      <a:pt x="4227" y="3275"/>
                      <a:pt x="3274" y="4228"/>
                      <a:pt x="2107" y="4228"/>
                    </a:cubicBezTo>
                    <a:cubicBezTo>
                      <a:pt x="941" y="4228"/>
                      <a:pt x="0" y="3275"/>
                      <a:pt x="0" y="2108"/>
                    </a:cubicBezTo>
                    <a:cubicBezTo>
                      <a:pt x="0" y="942"/>
                      <a:pt x="941" y="1"/>
                      <a:pt x="2107" y="1"/>
                    </a:cubicBezTo>
                    <a:cubicBezTo>
                      <a:pt x="3274" y="1"/>
                      <a:pt x="4227" y="942"/>
                      <a:pt x="4227" y="2108"/>
                    </a:cubicBezTo>
                    <a:close/>
                  </a:path>
                </a:pathLst>
              </a:custGeom>
              <a:solidFill>
                <a:schemeClr val="accent3"/>
              </a:solidFill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" name="Google Shape;201;p18"/>
              <p:cNvSpPr/>
              <p:nvPr/>
            </p:nvSpPr>
            <p:spPr>
              <a:xfrm>
                <a:off x="2088063" y="2683289"/>
                <a:ext cx="473201" cy="472839"/>
              </a:xfrm>
              <a:custGeom>
                <a:rect b="b" l="l" r="r" t="t"/>
                <a:pathLst>
                  <a:path extrusionOk="0" h="14372" w="14383">
                    <a:moveTo>
                      <a:pt x="7191" y="1"/>
                    </a:moveTo>
                    <a:cubicBezTo>
                      <a:pt x="3227" y="1"/>
                      <a:pt x="0" y="3216"/>
                      <a:pt x="0" y="7180"/>
                    </a:cubicBezTo>
                    <a:cubicBezTo>
                      <a:pt x="0" y="11157"/>
                      <a:pt x="3227" y="14372"/>
                      <a:pt x="7191" y="14372"/>
                    </a:cubicBezTo>
                    <a:cubicBezTo>
                      <a:pt x="11168" y="14372"/>
                      <a:pt x="14383" y="11157"/>
                      <a:pt x="14383" y="7180"/>
                    </a:cubicBezTo>
                    <a:cubicBezTo>
                      <a:pt x="14383" y="3216"/>
                      <a:pt x="11168" y="1"/>
                      <a:pt x="7191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pic>
        <p:nvPicPr>
          <p:cNvPr id="202" name="Google Shape;202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189700" y="2836325"/>
            <a:ext cx="310500" cy="31046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855399" y="4175400"/>
            <a:ext cx="358100" cy="358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1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879800" y="4116465"/>
            <a:ext cx="475955" cy="475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1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638825" y="2712538"/>
            <a:ext cx="558001" cy="558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9"/>
          <p:cNvSpPr/>
          <p:nvPr/>
        </p:nvSpPr>
        <p:spPr>
          <a:xfrm>
            <a:off x="6929575" y="1572143"/>
            <a:ext cx="1992653" cy="1259982"/>
          </a:xfrm>
          <a:custGeom>
            <a:rect b="b" l="l" r="r" t="t"/>
            <a:pathLst>
              <a:path extrusionOk="0" h="29146" w="47546">
                <a:moveTo>
                  <a:pt x="29394" y="0"/>
                </a:moveTo>
                <a:cubicBezTo>
                  <a:pt x="23132" y="0"/>
                  <a:pt x="17800" y="2743"/>
                  <a:pt x="17800" y="2743"/>
                </a:cubicBezTo>
                <a:cubicBezTo>
                  <a:pt x="17800" y="2743"/>
                  <a:pt x="7490" y="2898"/>
                  <a:pt x="3727" y="9506"/>
                </a:cubicBezTo>
                <a:cubicBezTo>
                  <a:pt x="0" y="16114"/>
                  <a:pt x="2632" y="26758"/>
                  <a:pt x="10764" y="28841"/>
                </a:cubicBezTo>
                <a:cubicBezTo>
                  <a:pt x="11584" y="29052"/>
                  <a:pt x="12367" y="29146"/>
                  <a:pt x="13122" y="29146"/>
                </a:cubicBezTo>
                <a:cubicBezTo>
                  <a:pt x="19163" y="29146"/>
                  <a:pt x="23434" y="23158"/>
                  <a:pt x="31137" y="23158"/>
                </a:cubicBezTo>
                <a:cubicBezTo>
                  <a:pt x="31999" y="23158"/>
                  <a:pt x="32905" y="23233"/>
                  <a:pt x="33862" y="23400"/>
                </a:cubicBezTo>
                <a:cubicBezTo>
                  <a:pt x="34422" y="23499"/>
                  <a:pt x="34963" y="23546"/>
                  <a:pt x="35483" y="23546"/>
                </a:cubicBezTo>
                <a:cubicBezTo>
                  <a:pt x="44759" y="23546"/>
                  <a:pt x="47545" y="8548"/>
                  <a:pt x="38898" y="2719"/>
                </a:cubicBezTo>
                <a:cubicBezTo>
                  <a:pt x="35862" y="681"/>
                  <a:pt x="32513" y="0"/>
                  <a:pt x="2939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19"/>
          <p:cNvSpPr/>
          <p:nvPr/>
        </p:nvSpPr>
        <p:spPr>
          <a:xfrm>
            <a:off x="4192325" y="3255893"/>
            <a:ext cx="1992653" cy="1259982"/>
          </a:xfrm>
          <a:custGeom>
            <a:rect b="b" l="l" r="r" t="t"/>
            <a:pathLst>
              <a:path extrusionOk="0" h="29146" w="47546">
                <a:moveTo>
                  <a:pt x="29394" y="0"/>
                </a:moveTo>
                <a:cubicBezTo>
                  <a:pt x="23132" y="0"/>
                  <a:pt x="17800" y="2743"/>
                  <a:pt x="17800" y="2743"/>
                </a:cubicBezTo>
                <a:cubicBezTo>
                  <a:pt x="17800" y="2743"/>
                  <a:pt x="7490" y="2898"/>
                  <a:pt x="3727" y="9506"/>
                </a:cubicBezTo>
                <a:cubicBezTo>
                  <a:pt x="0" y="16114"/>
                  <a:pt x="2632" y="26758"/>
                  <a:pt x="10764" y="28841"/>
                </a:cubicBezTo>
                <a:cubicBezTo>
                  <a:pt x="11584" y="29052"/>
                  <a:pt x="12367" y="29146"/>
                  <a:pt x="13122" y="29146"/>
                </a:cubicBezTo>
                <a:cubicBezTo>
                  <a:pt x="19163" y="29146"/>
                  <a:pt x="23434" y="23158"/>
                  <a:pt x="31137" y="23158"/>
                </a:cubicBezTo>
                <a:cubicBezTo>
                  <a:pt x="31999" y="23158"/>
                  <a:pt x="32905" y="23233"/>
                  <a:pt x="33862" y="23400"/>
                </a:cubicBezTo>
                <a:cubicBezTo>
                  <a:pt x="34422" y="23499"/>
                  <a:pt x="34963" y="23546"/>
                  <a:pt x="35483" y="23546"/>
                </a:cubicBezTo>
                <a:cubicBezTo>
                  <a:pt x="44759" y="23546"/>
                  <a:pt x="47545" y="8548"/>
                  <a:pt x="38898" y="2719"/>
                </a:cubicBezTo>
                <a:cubicBezTo>
                  <a:pt x="35862" y="681"/>
                  <a:pt x="32513" y="0"/>
                  <a:pt x="29394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19"/>
          <p:cNvSpPr/>
          <p:nvPr/>
        </p:nvSpPr>
        <p:spPr>
          <a:xfrm>
            <a:off x="6929575" y="3255893"/>
            <a:ext cx="1992653" cy="1259982"/>
          </a:xfrm>
          <a:custGeom>
            <a:rect b="b" l="l" r="r" t="t"/>
            <a:pathLst>
              <a:path extrusionOk="0" h="29146" w="47546">
                <a:moveTo>
                  <a:pt x="29394" y="0"/>
                </a:moveTo>
                <a:cubicBezTo>
                  <a:pt x="23132" y="0"/>
                  <a:pt x="17800" y="2743"/>
                  <a:pt x="17800" y="2743"/>
                </a:cubicBezTo>
                <a:cubicBezTo>
                  <a:pt x="17800" y="2743"/>
                  <a:pt x="7490" y="2898"/>
                  <a:pt x="3727" y="9506"/>
                </a:cubicBezTo>
                <a:cubicBezTo>
                  <a:pt x="0" y="16114"/>
                  <a:pt x="2632" y="26758"/>
                  <a:pt x="10764" y="28841"/>
                </a:cubicBezTo>
                <a:cubicBezTo>
                  <a:pt x="11584" y="29052"/>
                  <a:pt x="12367" y="29146"/>
                  <a:pt x="13122" y="29146"/>
                </a:cubicBezTo>
                <a:cubicBezTo>
                  <a:pt x="19163" y="29146"/>
                  <a:pt x="23434" y="23158"/>
                  <a:pt x="31137" y="23158"/>
                </a:cubicBezTo>
                <a:cubicBezTo>
                  <a:pt x="31999" y="23158"/>
                  <a:pt x="32905" y="23233"/>
                  <a:pt x="33862" y="23400"/>
                </a:cubicBezTo>
                <a:cubicBezTo>
                  <a:pt x="34422" y="23499"/>
                  <a:pt x="34963" y="23546"/>
                  <a:pt x="35483" y="23546"/>
                </a:cubicBezTo>
                <a:cubicBezTo>
                  <a:pt x="44759" y="23546"/>
                  <a:pt x="47545" y="8548"/>
                  <a:pt x="38898" y="2719"/>
                </a:cubicBezTo>
                <a:cubicBezTo>
                  <a:pt x="35862" y="681"/>
                  <a:pt x="32513" y="0"/>
                  <a:pt x="29394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19"/>
          <p:cNvSpPr/>
          <p:nvPr/>
        </p:nvSpPr>
        <p:spPr>
          <a:xfrm>
            <a:off x="7157150" y="1691675"/>
            <a:ext cx="1537500" cy="891600"/>
          </a:xfrm>
          <a:prstGeom prst="wedgeRoundRectCallout">
            <a:avLst>
              <a:gd fmla="val -20833" name="adj1"/>
              <a:gd fmla="val 62500" name="adj2"/>
              <a:gd fmla="val 0" name="adj3"/>
            </a:avLst>
          </a:prstGeom>
          <a:solidFill>
            <a:schemeClr val="lt2"/>
          </a:soli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19"/>
          <p:cNvSpPr/>
          <p:nvPr/>
        </p:nvSpPr>
        <p:spPr>
          <a:xfrm>
            <a:off x="7157150" y="3371950"/>
            <a:ext cx="1537500" cy="891600"/>
          </a:xfrm>
          <a:prstGeom prst="wedgeRoundRectCallout">
            <a:avLst>
              <a:gd fmla="val -20833" name="adj1"/>
              <a:gd fmla="val 62500" name="adj2"/>
              <a:gd fmla="val 0" name="adj3"/>
            </a:avLst>
          </a:prstGeom>
          <a:solidFill>
            <a:schemeClr val="lt2"/>
          </a:soli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19"/>
          <p:cNvSpPr txBox="1"/>
          <p:nvPr>
            <p:ph type="title"/>
          </p:nvPr>
        </p:nvSpPr>
        <p:spPr>
          <a:xfrm>
            <a:off x="457200" y="292625"/>
            <a:ext cx="8229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Strengths</a:t>
            </a:r>
            <a:r>
              <a:rPr lang="en-GB"/>
              <a:t> of CAPTCHA Types</a:t>
            </a:r>
            <a:endParaRPr/>
          </a:p>
        </p:txBody>
      </p:sp>
      <p:sp>
        <p:nvSpPr>
          <p:cNvPr id="216" name="Google Shape;216;p19"/>
          <p:cNvSpPr/>
          <p:nvPr/>
        </p:nvSpPr>
        <p:spPr>
          <a:xfrm>
            <a:off x="4192325" y="1572143"/>
            <a:ext cx="1992653" cy="1259982"/>
          </a:xfrm>
          <a:custGeom>
            <a:rect b="b" l="l" r="r" t="t"/>
            <a:pathLst>
              <a:path extrusionOk="0" h="29146" w="47546">
                <a:moveTo>
                  <a:pt x="29394" y="0"/>
                </a:moveTo>
                <a:cubicBezTo>
                  <a:pt x="23132" y="0"/>
                  <a:pt x="17800" y="2743"/>
                  <a:pt x="17800" y="2743"/>
                </a:cubicBezTo>
                <a:cubicBezTo>
                  <a:pt x="17800" y="2743"/>
                  <a:pt x="7490" y="2898"/>
                  <a:pt x="3727" y="9506"/>
                </a:cubicBezTo>
                <a:cubicBezTo>
                  <a:pt x="0" y="16114"/>
                  <a:pt x="2632" y="26758"/>
                  <a:pt x="10764" y="28841"/>
                </a:cubicBezTo>
                <a:cubicBezTo>
                  <a:pt x="11584" y="29052"/>
                  <a:pt x="12367" y="29146"/>
                  <a:pt x="13122" y="29146"/>
                </a:cubicBezTo>
                <a:cubicBezTo>
                  <a:pt x="19163" y="29146"/>
                  <a:pt x="23434" y="23158"/>
                  <a:pt x="31137" y="23158"/>
                </a:cubicBezTo>
                <a:cubicBezTo>
                  <a:pt x="31999" y="23158"/>
                  <a:pt x="32905" y="23233"/>
                  <a:pt x="33862" y="23400"/>
                </a:cubicBezTo>
                <a:cubicBezTo>
                  <a:pt x="34422" y="23499"/>
                  <a:pt x="34963" y="23546"/>
                  <a:pt x="35483" y="23546"/>
                </a:cubicBezTo>
                <a:cubicBezTo>
                  <a:pt x="44759" y="23546"/>
                  <a:pt x="47545" y="8548"/>
                  <a:pt x="38898" y="2719"/>
                </a:cubicBezTo>
                <a:cubicBezTo>
                  <a:pt x="35862" y="681"/>
                  <a:pt x="32513" y="0"/>
                  <a:pt x="29394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17" name="Google Shape;217;p19"/>
          <p:cNvGrpSpPr/>
          <p:nvPr/>
        </p:nvGrpSpPr>
        <p:grpSpPr>
          <a:xfrm>
            <a:off x="783125" y="1463225"/>
            <a:ext cx="2497032" cy="3337368"/>
            <a:chOff x="783125" y="1463225"/>
            <a:chExt cx="2497032" cy="3337368"/>
          </a:xfrm>
        </p:grpSpPr>
        <p:sp>
          <p:nvSpPr>
            <p:cNvPr id="218" name="Google Shape;218;p19"/>
            <p:cNvSpPr/>
            <p:nvPr/>
          </p:nvSpPr>
          <p:spPr>
            <a:xfrm>
              <a:off x="1356175" y="4562756"/>
              <a:ext cx="1332383" cy="237837"/>
            </a:xfrm>
            <a:custGeom>
              <a:rect b="b" l="l" r="r" t="t"/>
              <a:pathLst>
                <a:path extrusionOk="0" h="7205" w="40363">
                  <a:moveTo>
                    <a:pt x="20182" y="1"/>
                  </a:moveTo>
                  <a:cubicBezTo>
                    <a:pt x="9038" y="1"/>
                    <a:pt x="1" y="1608"/>
                    <a:pt x="1" y="3597"/>
                  </a:cubicBezTo>
                  <a:cubicBezTo>
                    <a:pt x="1" y="5597"/>
                    <a:pt x="9038" y="7204"/>
                    <a:pt x="20182" y="7204"/>
                  </a:cubicBezTo>
                  <a:cubicBezTo>
                    <a:pt x="31326" y="7204"/>
                    <a:pt x="40363" y="5597"/>
                    <a:pt x="40363" y="3597"/>
                  </a:cubicBezTo>
                  <a:cubicBezTo>
                    <a:pt x="40363" y="1608"/>
                    <a:pt x="31326" y="1"/>
                    <a:pt x="2018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" name="Google Shape;219;p19"/>
            <p:cNvSpPr/>
            <p:nvPr/>
          </p:nvSpPr>
          <p:spPr>
            <a:xfrm>
              <a:off x="1057452" y="1687044"/>
              <a:ext cx="1878302" cy="2460565"/>
            </a:xfrm>
            <a:custGeom>
              <a:rect b="b" l="l" r="r" t="t"/>
              <a:pathLst>
                <a:path extrusionOk="0" h="74540" w="56901">
                  <a:moveTo>
                    <a:pt x="28867" y="0"/>
                  </a:moveTo>
                  <a:cubicBezTo>
                    <a:pt x="19306" y="0"/>
                    <a:pt x="9834" y="5502"/>
                    <a:pt x="5502" y="13782"/>
                  </a:cubicBezTo>
                  <a:cubicBezTo>
                    <a:pt x="1" y="24307"/>
                    <a:pt x="6204" y="33213"/>
                    <a:pt x="10895" y="39702"/>
                  </a:cubicBezTo>
                  <a:cubicBezTo>
                    <a:pt x="15586" y="46191"/>
                    <a:pt x="11955" y="49477"/>
                    <a:pt x="13515" y="62241"/>
                  </a:cubicBezTo>
                  <a:cubicBezTo>
                    <a:pt x="14909" y="73739"/>
                    <a:pt x="25163" y="74309"/>
                    <a:pt x="27183" y="74309"/>
                  </a:cubicBezTo>
                  <a:cubicBezTo>
                    <a:pt x="27406" y="74309"/>
                    <a:pt x="27528" y="74302"/>
                    <a:pt x="27528" y="74302"/>
                  </a:cubicBezTo>
                  <a:cubicBezTo>
                    <a:pt x="35029" y="74183"/>
                    <a:pt x="40173" y="74540"/>
                    <a:pt x="42506" y="65301"/>
                  </a:cubicBezTo>
                  <a:cubicBezTo>
                    <a:pt x="44840" y="56049"/>
                    <a:pt x="48709" y="55478"/>
                    <a:pt x="52805" y="44822"/>
                  </a:cubicBezTo>
                  <a:cubicBezTo>
                    <a:pt x="56901" y="34154"/>
                    <a:pt x="52924" y="31106"/>
                    <a:pt x="50805" y="23391"/>
                  </a:cubicBezTo>
                  <a:cubicBezTo>
                    <a:pt x="48697" y="15664"/>
                    <a:pt x="48340" y="5365"/>
                    <a:pt x="36601" y="1281"/>
                  </a:cubicBezTo>
                  <a:cubicBezTo>
                    <a:pt x="34084" y="409"/>
                    <a:pt x="31472" y="0"/>
                    <a:pt x="2886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" name="Google Shape;220;p19"/>
            <p:cNvSpPr/>
            <p:nvPr/>
          </p:nvSpPr>
          <p:spPr>
            <a:xfrm>
              <a:off x="1043323" y="1503466"/>
              <a:ext cx="545556" cy="2914156"/>
            </a:xfrm>
            <a:custGeom>
              <a:rect b="b" l="l" r="r" t="t"/>
              <a:pathLst>
                <a:path extrusionOk="0" h="88281" w="16527">
                  <a:moveTo>
                    <a:pt x="9180" y="48395"/>
                  </a:moveTo>
                  <a:cubicBezTo>
                    <a:pt x="9263" y="48395"/>
                    <a:pt x="9347" y="48395"/>
                    <a:pt x="9430" y="48418"/>
                  </a:cubicBezTo>
                  <a:cubicBezTo>
                    <a:pt x="10573" y="48478"/>
                    <a:pt x="11311" y="48895"/>
                    <a:pt x="11573" y="49669"/>
                  </a:cubicBezTo>
                  <a:cubicBezTo>
                    <a:pt x="11823" y="50395"/>
                    <a:pt x="11692" y="51371"/>
                    <a:pt x="11311" y="52467"/>
                  </a:cubicBezTo>
                  <a:cubicBezTo>
                    <a:pt x="10918" y="52657"/>
                    <a:pt x="10514" y="52836"/>
                    <a:pt x="10073" y="52967"/>
                  </a:cubicBezTo>
                  <a:cubicBezTo>
                    <a:pt x="9449" y="53158"/>
                    <a:pt x="8868" y="53253"/>
                    <a:pt x="8349" y="53253"/>
                  </a:cubicBezTo>
                  <a:cubicBezTo>
                    <a:pt x="7482" y="53253"/>
                    <a:pt x="6786" y="52988"/>
                    <a:pt x="6346" y="52467"/>
                  </a:cubicBezTo>
                  <a:cubicBezTo>
                    <a:pt x="5811" y="51824"/>
                    <a:pt x="5727" y="50871"/>
                    <a:pt x="6144" y="50038"/>
                  </a:cubicBezTo>
                  <a:cubicBezTo>
                    <a:pt x="6668" y="48990"/>
                    <a:pt x="7775" y="48395"/>
                    <a:pt x="9180" y="48395"/>
                  </a:cubicBezTo>
                  <a:close/>
                  <a:moveTo>
                    <a:pt x="16230" y="1"/>
                  </a:moveTo>
                  <a:cubicBezTo>
                    <a:pt x="16189" y="1"/>
                    <a:pt x="16148" y="11"/>
                    <a:pt x="16109" y="31"/>
                  </a:cubicBezTo>
                  <a:cubicBezTo>
                    <a:pt x="15990" y="91"/>
                    <a:pt x="3786" y="6354"/>
                    <a:pt x="1572" y="20653"/>
                  </a:cubicBezTo>
                  <a:cubicBezTo>
                    <a:pt x="0" y="30833"/>
                    <a:pt x="4418" y="33417"/>
                    <a:pt x="8311" y="35679"/>
                  </a:cubicBezTo>
                  <a:cubicBezTo>
                    <a:pt x="9954" y="36631"/>
                    <a:pt x="11502" y="37524"/>
                    <a:pt x="12442" y="38917"/>
                  </a:cubicBezTo>
                  <a:cubicBezTo>
                    <a:pt x="14526" y="42013"/>
                    <a:pt x="15205" y="46097"/>
                    <a:pt x="14145" y="49049"/>
                  </a:cubicBezTo>
                  <a:cubicBezTo>
                    <a:pt x="13704" y="50288"/>
                    <a:pt x="12978" y="51288"/>
                    <a:pt x="12002" y="52002"/>
                  </a:cubicBezTo>
                  <a:cubicBezTo>
                    <a:pt x="12288" y="51002"/>
                    <a:pt x="12323" y="50145"/>
                    <a:pt x="12085" y="49466"/>
                  </a:cubicBezTo>
                  <a:cubicBezTo>
                    <a:pt x="11847" y="48787"/>
                    <a:pt x="11192" y="47954"/>
                    <a:pt x="9466" y="47859"/>
                  </a:cubicBezTo>
                  <a:cubicBezTo>
                    <a:pt x="9376" y="47854"/>
                    <a:pt x="9287" y="47852"/>
                    <a:pt x="9200" y="47852"/>
                  </a:cubicBezTo>
                  <a:cubicBezTo>
                    <a:pt x="7593" y="47852"/>
                    <a:pt x="6277" y="48569"/>
                    <a:pt x="5668" y="49800"/>
                  </a:cubicBezTo>
                  <a:cubicBezTo>
                    <a:pt x="5156" y="50823"/>
                    <a:pt x="5263" y="52002"/>
                    <a:pt x="5953" y="52800"/>
                  </a:cubicBezTo>
                  <a:cubicBezTo>
                    <a:pt x="6500" y="53446"/>
                    <a:pt x="7345" y="53775"/>
                    <a:pt x="8382" y="53775"/>
                  </a:cubicBezTo>
                  <a:cubicBezTo>
                    <a:pt x="8950" y="53775"/>
                    <a:pt x="9575" y="53676"/>
                    <a:pt x="10240" y="53479"/>
                  </a:cubicBezTo>
                  <a:cubicBezTo>
                    <a:pt x="10502" y="53383"/>
                    <a:pt x="10752" y="53300"/>
                    <a:pt x="11014" y="53193"/>
                  </a:cubicBezTo>
                  <a:lnTo>
                    <a:pt x="11014" y="53193"/>
                  </a:lnTo>
                  <a:cubicBezTo>
                    <a:pt x="10097" y="55181"/>
                    <a:pt x="8466" y="57408"/>
                    <a:pt x="6751" y="58932"/>
                  </a:cubicBezTo>
                  <a:cubicBezTo>
                    <a:pt x="2632" y="62646"/>
                    <a:pt x="3667" y="78196"/>
                    <a:pt x="8716" y="88138"/>
                  </a:cubicBezTo>
                  <a:cubicBezTo>
                    <a:pt x="8763" y="88221"/>
                    <a:pt x="8847" y="88280"/>
                    <a:pt x="8954" y="88280"/>
                  </a:cubicBezTo>
                  <a:cubicBezTo>
                    <a:pt x="9001" y="88280"/>
                    <a:pt x="9025" y="88269"/>
                    <a:pt x="9061" y="88269"/>
                  </a:cubicBezTo>
                  <a:cubicBezTo>
                    <a:pt x="9192" y="88209"/>
                    <a:pt x="9251" y="88042"/>
                    <a:pt x="9180" y="87911"/>
                  </a:cubicBezTo>
                  <a:cubicBezTo>
                    <a:pt x="4322" y="78339"/>
                    <a:pt x="3191" y="62861"/>
                    <a:pt x="7096" y="59372"/>
                  </a:cubicBezTo>
                  <a:cubicBezTo>
                    <a:pt x="8561" y="58039"/>
                    <a:pt x="10025" y="56193"/>
                    <a:pt x="10990" y="54407"/>
                  </a:cubicBezTo>
                  <a:cubicBezTo>
                    <a:pt x="11287" y="53860"/>
                    <a:pt x="11526" y="53336"/>
                    <a:pt x="11716" y="52848"/>
                  </a:cubicBezTo>
                  <a:cubicBezTo>
                    <a:pt x="13073" y="52062"/>
                    <a:pt x="14073" y="50835"/>
                    <a:pt x="14633" y="49264"/>
                  </a:cubicBezTo>
                  <a:cubicBezTo>
                    <a:pt x="15752" y="46132"/>
                    <a:pt x="15038" y="41870"/>
                    <a:pt x="12871" y="38631"/>
                  </a:cubicBezTo>
                  <a:cubicBezTo>
                    <a:pt x="11859" y="37143"/>
                    <a:pt x="10263" y="36215"/>
                    <a:pt x="8561" y="35226"/>
                  </a:cubicBezTo>
                  <a:cubicBezTo>
                    <a:pt x="4810" y="33036"/>
                    <a:pt x="572" y="30571"/>
                    <a:pt x="2096" y="20748"/>
                  </a:cubicBezTo>
                  <a:cubicBezTo>
                    <a:pt x="4275" y="6711"/>
                    <a:pt x="16229" y="567"/>
                    <a:pt x="16348" y="508"/>
                  </a:cubicBezTo>
                  <a:cubicBezTo>
                    <a:pt x="16490" y="448"/>
                    <a:pt x="16526" y="282"/>
                    <a:pt x="16467" y="151"/>
                  </a:cubicBezTo>
                  <a:cubicBezTo>
                    <a:pt x="16424" y="58"/>
                    <a:pt x="16329" y="1"/>
                    <a:pt x="1623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" name="Google Shape;221;p19"/>
            <p:cNvSpPr/>
            <p:nvPr/>
          </p:nvSpPr>
          <p:spPr>
            <a:xfrm>
              <a:off x="2354910" y="1483131"/>
              <a:ext cx="636730" cy="2839784"/>
            </a:xfrm>
            <a:custGeom>
              <a:rect b="b" l="l" r="r" t="t"/>
              <a:pathLst>
                <a:path extrusionOk="0" h="86028" w="19289">
                  <a:moveTo>
                    <a:pt x="12359" y="15078"/>
                  </a:moveTo>
                  <a:cubicBezTo>
                    <a:pt x="13085" y="15078"/>
                    <a:pt x="13919" y="15423"/>
                    <a:pt x="14752" y="16126"/>
                  </a:cubicBezTo>
                  <a:cubicBezTo>
                    <a:pt x="14288" y="17209"/>
                    <a:pt x="13514" y="18078"/>
                    <a:pt x="12252" y="18447"/>
                  </a:cubicBezTo>
                  <a:cubicBezTo>
                    <a:pt x="11984" y="18522"/>
                    <a:pt x="11723" y="18559"/>
                    <a:pt x="11484" y="18559"/>
                  </a:cubicBezTo>
                  <a:cubicBezTo>
                    <a:pt x="10928" y="18559"/>
                    <a:pt x="10492" y="18361"/>
                    <a:pt x="10359" y="17995"/>
                  </a:cubicBezTo>
                  <a:cubicBezTo>
                    <a:pt x="10026" y="17126"/>
                    <a:pt x="10430" y="15971"/>
                    <a:pt x="11240" y="15423"/>
                  </a:cubicBezTo>
                  <a:cubicBezTo>
                    <a:pt x="11561" y="15185"/>
                    <a:pt x="11954" y="15078"/>
                    <a:pt x="12359" y="15078"/>
                  </a:cubicBezTo>
                  <a:close/>
                  <a:moveTo>
                    <a:pt x="4526" y="1"/>
                  </a:moveTo>
                  <a:cubicBezTo>
                    <a:pt x="4392" y="1"/>
                    <a:pt x="4283" y="92"/>
                    <a:pt x="4251" y="231"/>
                  </a:cubicBezTo>
                  <a:cubicBezTo>
                    <a:pt x="4239" y="374"/>
                    <a:pt x="4334" y="517"/>
                    <a:pt x="4477" y="540"/>
                  </a:cubicBezTo>
                  <a:cubicBezTo>
                    <a:pt x="4572" y="552"/>
                    <a:pt x="13181" y="2124"/>
                    <a:pt x="15014" y="10232"/>
                  </a:cubicBezTo>
                  <a:cubicBezTo>
                    <a:pt x="15348" y="11708"/>
                    <a:pt x="15502" y="13828"/>
                    <a:pt x="14955" y="15578"/>
                  </a:cubicBezTo>
                  <a:cubicBezTo>
                    <a:pt x="13919" y="14780"/>
                    <a:pt x="13050" y="14536"/>
                    <a:pt x="12373" y="14536"/>
                  </a:cubicBezTo>
                  <a:cubicBezTo>
                    <a:pt x="11695" y="14536"/>
                    <a:pt x="11210" y="14780"/>
                    <a:pt x="10942" y="14959"/>
                  </a:cubicBezTo>
                  <a:cubicBezTo>
                    <a:pt x="9906" y="15649"/>
                    <a:pt x="9454" y="17066"/>
                    <a:pt x="9847" y="18162"/>
                  </a:cubicBezTo>
                  <a:cubicBezTo>
                    <a:pt x="10054" y="18750"/>
                    <a:pt x="10677" y="19080"/>
                    <a:pt x="11458" y="19080"/>
                  </a:cubicBezTo>
                  <a:cubicBezTo>
                    <a:pt x="11752" y="19080"/>
                    <a:pt x="12069" y="19033"/>
                    <a:pt x="12395" y="18935"/>
                  </a:cubicBezTo>
                  <a:cubicBezTo>
                    <a:pt x="13550" y="18590"/>
                    <a:pt x="14550" y="17697"/>
                    <a:pt x="15169" y="16471"/>
                  </a:cubicBezTo>
                  <a:cubicBezTo>
                    <a:pt x="17074" y="18281"/>
                    <a:pt x="17669" y="22198"/>
                    <a:pt x="17824" y="25186"/>
                  </a:cubicBezTo>
                  <a:cubicBezTo>
                    <a:pt x="18027" y="28615"/>
                    <a:pt x="17693" y="32735"/>
                    <a:pt x="17026" y="35699"/>
                  </a:cubicBezTo>
                  <a:cubicBezTo>
                    <a:pt x="16324" y="38807"/>
                    <a:pt x="13514" y="43974"/>
                    <a:pt x="10537" y="49451"/>
                  </a:cubicBezTo>
                  <a:cubicBezTo>
                    <a:pt x="8335" y="53499"/>
                    <a:pt x="6061" y="57678"/>
                    <a:pt x="4275" y="61631"/>
                  </a:cubicBezTo>
                  <a:cubicBezTo>
                    <a:pt x="0" y="71085"/>
                    <a:pt x="2536" y="85658"/>
                    <a:pt x="2560" y="85801"/>
                  </a:cubicBezTo>
                  <a:cubicBezTo>
                    <a:pt x="2584" y="85944"/>
                    <a:pt x="2691" y="86027"/>
                    <a:pt x="2834" y="86027"/>
                  </a:cubicBezTo>
                  <a:lnTo>
                    <a:pt x="2858" y="86027"/>
                  </a:lnTo>
                  <a:cubicBezTo>
                    <a:pt x="3001" y="86003"/>
                    <a:pt x="3108" y="85860"/>
                    <a:pt x="3084" y="85717"/>
                  </a:cubicBezTo>
                  <a:cubicBezTo>
                    <a:pt x="3060" y="85563"/>
                    <a:pt x="548" y="71156"/>
                    <a:pt x="4763" y="61857"/>
                  </a:cubicBezTo>
                  <a:cubicBezTo>
                    <a:pt x="6549" y="57916"/>
                    <a:pt x="8823" y="53737"/>
                    <a:pt x="11014" y="49701"/>
                  </a:cubicBezTo>
                  <a:cubicBezTo>
                    <a:pt x="14002" y="44189"/>
                    <a:pt x="16836" y="38997"/>
                    <a:pt x="17562" y="35818"/>
                  </a:cubicBezTo>
                  <a:cubicBezTo>
                    <a:pt x="18705" y="30782"/>
                    <a:pt x="19289" y="19424"/>
                    <a:pt x="15443" y="15995"/>
                  </a:cubicBezTo>
                  <a:lnTo>
                    <a:pt x="15407" y="15947"/>
                  </a:lnTo>
                  <a:cubicBezTo>
                    <a:pt x="16014" y="14363"/>
                    <a:pt x="16062" y="12423"/>
                    <a:pt x="15538" y="10113"/>
                  </a:cubicBezTo>
                  <a:cubicBezTo>
                    <a:pt x="13621" y="1660"/>
                    <a:pt x="4656" y="16"/>
                    <a:pt x="4572" y="5"/>
                  </a:cubicBezTo>
                  <a:cubicBezTo>
                    <a:pt x="4557" y="2"/>
                    <a:pt x="4541" y="1"/>
                    <a:pt x="4526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" name="Google Shape;222;p19"/>
            <p:cNvSpPr/>
            <p:nvPr/>
          </p:nvSpPr>
          <p:spPr>
            <a:xfrm>
              <a:off x="2347449" y="3581584"/>
              <a:ext cx="349609" cy="981156"/>
            </a:xfrm>
            <a:custGeom>
              <a:rect b="b" l="l" r="r" t="t"/>
              <a:pathLst>
                <a:path extrusionOk="0" h="29723" w="10591">
                  <a:moveTo>
                    <a:pt x="6970" y="1"/>
                  </a:moveTo>
                  <a:cubicBezTo>
                    <a:pt x="5462" y="1"/>
                    <a:pt x="3793" y="1336"/>
                    <a:pt x="2643" y="4851"/>
                  </a:cubicBezTo>
                  <a:cubicBezTo>
                    <a:pt x="0" y="12911"/>
                    <a:pt x="6668" y="29723"/>
                    <a:pt x="6668" y="29723"/>
                  </a:cubicBezTo>
                  <a:cubicBezTo>
                    <a:pt x="6668" y="29723"/>
                    <a:pt x="10454" y="9530"/>
                    <a:pt x="10537" y="4851"/>
                  </a:cubicBezTo>
                  <a:cubicBezTo>
                    <a:pt x="10591" y="2222"/>
                    <a:pt x="8914" y="1"/>
                    <a:pt x="697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" name="Google Shape;223;p19"/>
            <p:cNvSpPr/>
            <p:nvPr/>
          </p:nvSpPr>
          <p:spPr>
            <a:xfrm>
              <a:off x="2492470" y="3581716"/>
              <a:ext cx="77078" cy="981024"/>
            </a:xfrm>
            <a:custGeom>
              <a:rect b="b" l="l" r="r" t="t"/>
              <a:pathLst>
                <a:path extrusionOk="0" fill="none" h="29719" w="2335">
                  <a:moveTo>
                    <a:pt x="2334" y="1"/>
                  </a:moveTo>
                  <a:cubicBezTo>
                    <a:pt x="2334" y="1"/>
                    <a:pt x="1" y="14717"/>
                    <a:pt x="2275" y="29719"/>
                  </a:cubicBezTo>
                </a:path>
              </a:pathLst>
            </a:custGeom>
            <a:noFill/>
            <a:ln cap="rnd" cmpd="sng" w="3875">
              <a:solidFill>
                <a:srgbClr val="06060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" name="Google Shape;224;p19"/>
            <p:cNvSpPr/>
            <p:nvPr/>
          </p:nvSpPr>
          <p:spPr>
            <a:xfrm>
              <a:off x="2249966" y="4249410"/>
              <a:ext cx="677596" cy="389221"/>
            </a:xfrm>
            <a:custGeom>
              <a:rect b="b" l="l" r="r" t="t"/>
              <a:pathLst>
                <a:path extrusionOk="0" h="11791" w="20527">
                  <a:moveTo>
                    <a:pt x="13341" y="0"/>
                  </a:moveTo>
                  <a:cubicBezTo>
                    <a:pt x="12541" y="0"/>
                    <a:pt x="11764" y="107"/>
                    <a:pt x="11073" y="313"/>
                  </a:cubicBezTo>
                  <a:cubicBezTo>
                    <a:pt x="9953" y="645"/>
                    <a:pt x="9239" y="1285"/>
                    <a:pt x="8832" y="1995"/>
                  </a:cubicBezTo>
                  <a:lnTo>
                    <a:pt x="8832" y="1995"/>
                  </a:lnTo>
                  <a:cubicBezTo>
                    <a:pt x="8412" y="1857"/>
                    <a:pt x="7926" y="1776"/>
                    <a:pt x="7395" y="1776"/>
                  </a:cubicBezTo>
                  <a:cubicBezTo>
                    <a:pt x="6568" y="1776"/>
                    <a:pt x="5634" y="1974"/>
                    <a:pt x="4680" y="2468"/>
                  </a:cubicBezTo>
                  <a:cubicBezTo>
                    <a:pt x="1929" y="3885"/>
                    <a:pt x="0" y="6635"/>
                    <a:pt x="929" y="11791"/>
                  </a:cubicBezTo>
                  <a:lnTo>
                    <a:pt x="20491" y="11791"/>
                  </a:lnTo>
                  <a:cubicBezTo>
                    <a:pt x="20491" y="11791"/>
                    <a:pt x="20526" y="9215"/>
                    <a:pt x="19468" y="7639"/>
                  </a:cubicBezTo>
                  <a:lnTo>
                    <a:pt x="19468" y="7639"/>
                  </a:lnTo>
                  <a:cubicBezTo>
                    <a:pt x="20051" y="6864"/>
                    <a:pt x="20359" y="5725"/>
                    <a:pt x="19967" y="4183"/>
                  </a:cubicBezTo>
                  <a:cubicBezTo>
                    <a:pt x="19236" y="1303"/>
                    <a:pt x="16142" y="0"/>
                    <a:pt x="13341" y="0"/>
                  </a:cubicBezTo>
                  <a:close/>
                </a:path>
              </a:pathLst>
            </a:custGeom>
            <a:solidFill>
              <a:srgbClr val="FFFFFF"/>
            </a:solidFill>
            <a:ln cap="flat" cmpd="sng" w="3875">
              <a:solidFill>
                <a:srgbClr val="060606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" name="Google Shape;225;p19"/>
            <p:cNvSpPr/>
            <p:nvPr/>
          </p:nvSpPr>
          <p:spPr>
            <a:xfrm>
              <a:off x="1187650" y="3741690"/>
              <a:ext cx="258171" cy="852912"/>
            </a:xfrm>
            <a:custGeom>
              <a:rect b="b" l="l" r="r" t="t"/>
              <a:pathLst>
                <a:path extrusionOk="0" h="25838" w="7821">
                  <a:moveTo>
                    <a:pt x="2876" y="0"/>
                  </a:moveTo>
                  <a:cubicBezTo>
                    <a:pt x="952" y="0"/>
                    <a:pt x="0" y="1789"/>
                    <a:pt x="712" y="6609"/>
                  </a:cubicBezTo>
                  <a:cubicBezTo>
                    <a:pt x="1593" y="12586"/>
                    <a:pt x="6594" y="25837"/>
                    <a:pt x="6594" y="25837"/>
                  </a:cubicBezTo>
                  <a:cubicBezTo>
                    <a:pt x="7820" y="21110"/>
                    <a:pt x="7308" y="1251"/>
                    <a:pt x="4403" y="286"/>
                  </a:cubicBezTo>
                  <a:cubicBezTo>
                    <a:pt x="3846" y="101"/>
                    <a:pt x="3334" y="0"/>
                    <a:pt x="287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" name="Google Shape;226;p19"/>
            <p:cNvSpPr/>
            <p:nvPr/>
          </p:nvSpPr>
          <p:spPr>
            <a:xfrm>
              <a:off x="1272061" y="3741690"/>
              <a:ext cx="133261" cy="852912"/>
            </a:xfrm>
            <a:custGeom>
              <a:rect b="b" l="l" r="r" t="t"/>
              <a:pathLst>
                <a:path extrusionOk="0" fill="none" h="25838" w="4037">
                  <a:moveTo>
                    <a:pt x="1" y="1"/>
                  </a:moveTo>
                  <a:cubicBezTo>
                    <a:pt x="1" y="1"/>
                    <a:pt x="3430" y="14252"/>
                    <a:pt x="4037" y="25837"/>
                  </a:cubicBezTo>
                </a:path>
              </a:pathLst>
            </a:custGeom>
            <a:noFill/>
            <a:ln cap="rnd" cmpd="sng" w="3875">
              <a:solidFill>
                <a:srgbClr val="06060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" name="Google Shape;227;p19"/>
            <p:cNvSpPr/>
            <p:nvPr/>
          </p:nvSpPr>
          <p:spPr>
            <a:xfrm>
              <a:off x="1430451" y="3713828"/>
              <a:ext cx="348652" cy="866612"/>
            </a:xfrm>
            <a:custGeom>
              <a:rect b="b" l="l" r="r" t="t"/>
              <a:pathLst>
                <a:path extrusionOk="0" h="26253" w="10562">
                  <a:moveTo>
                    <a:pt x="7554" y="0"/>
                  </a:moveTo>
                  <a:cubicBezTo>
                    <a:pt x="6153" y="0"/>
                    <a:pt x="4394" y="1219"/>
                    <a:pt x="2870" y="3976"/>
                  </a:cubicBezTo>
                  <a:cubicBezTo>
                    <a:pt x="1" y="9167"/>
                    <a:pt x="1168" y="26253"/>
                    <a:pt x="1168" y="26253"/>
                  </a:cubicBezTo>
                  <a:cubicBezTo>
                    <a:pt x="3108" y="20811"/>
                    <a:pt x="10562" y="6238"/>
                    <a:pt x="10014" y="2631"/>
                  </a:cubicBezTo>
                  <a:cubicBezTo>
                    <a:pt x="9746" y="950"/>
                    <a:pt x="8790" y="0"/>
                    <a:pt x="7554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" name="Google Shape;228;p19"/>
            <p:cNvSpPr/>
            <p:nvPr/>
          </p:nvSpPr>
          <p:spPr>
            <a:xfrm>
              <a:off x="1468976" y="3725977"/>
              <a:ext cx="251569" cy="854464"/>
            </a:xfrm>
            <a:custGeom>
              <a:rect b="b" l="l" r="r" t="t"/>
              <a:pathLst>
                <a:path extrusionOk="0" fill="none" h="25885" w="7621">
                  <a:moveTo>
                    <a:pt x="1" y="25885"/>
                  </a:moveTo>
                  <a:cubicBezTo>
                    <a:pt x="1" y="25885"/>
                    <a:pt x="322" y="8382"/>
                    <a:pt x="7621" y="0"/>
                  </a:cubicBezTo>
                </a:path>
              </a:pathLst>
            </a:custGeom>
            <a:noFill/>
            <a:ln cap="rnd" cmpd="sng" w="3875">
              <a:solidFill>
                <a:srgbClr val="06060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" name="Google Shape;229;p19"/>
            <p:cNvSpPr/>
            <p:nvPr/>
          </p:nvSpPr>
          <p:spPr>
            <a:xfrm>
              <a:off x="1189532" y="4355872"/>
              <a:ext cx="622965" cy="307125"/>
            </a:xfrm>
            <a:custGeom>
              <a:rect b="b" l="l" r="r" t="t"/>
              <a:pathLst>
                <a:path extrusionOk="0" h="9304" w="18872">
                  <a:moveTo>
                    <a:pt x="8952" y="0"/>
                  </a:moveTo>
                  <a:cubicBezTo>
                    <a:pt x="8767" y="0"/>
                    <a:pt x="8577" y="10"/>
                    <a:pt x="8382" y="29"/>
                  </a:cubicBezTo>
                  <a:cubicBezTo>
                    <a:pt x="7010" y="171"/>
                    <a:pt x="6199" y="689"/>
                    <a:pt x="5755" y="1326"/>
                  </a:cubicBezTo>
                  <a:lnTo>
                    <a:pt x="5755" y="1326"/>
                  </a:lnTo>
                  <a:cubicBezTo>
                    <a:pt x="5657" y="1318"/>
                    <a:pt x="5556" y="1314"/>
                    <a:pt x="5454" y="1314"/>
                  </a:cubicBezTo>
                  <a:cubicBezTo>
                    <a:pt x="4091" y="1314"/>
                    <a:pt x="2372" y="2026"/>
                    <a:pt x="1501" y="3517"/>
                  </a:cubicBezTo>
                  <a:cubicBezTo>
                    <a:pt x="0" y="6065"/>
                    <a:pt x="131" y="9304"/>
                    <a:pt x="131" y="9304"/>
                  </a:cubicBezTo>
                  <a:lnTo>
                    <a:pt x="18872" y="9304"/>
                  </a:lnTo>
                  <a:cubicBezTo>
                    <a:pt x="18872" y="9304"/>
                    <a:pt x="18348" y="4780"/>
                    <a:pt x="16110" y="3029"/>
                  </a:cubicBezTo>
                  <a:cubicBezTo>
                    <a:pt x="14926" y="2098"/>
                    <a:pt x="13960" y="1878"/>
                    <a:pt x="13311" y="1878"/>
                  </a:cubicBezTo>
                  <a:cubicBezTo>
                    <a:pt x="13049" y="1878"/>
                    <a:pt x="12839" y="1914"/>
                    <a:pt x="12688" y="1953"/>
                  </a:cubicBezTo>
                  <a:lnTo>
                    <a:pt x="12688" y="1953"/>
                  </a:lnTo>
                  <a:cubicBezTo>
                    <a:pt x="12163" y="909"/>
                    <a:pt x="10787" y="0"/>
                    <a:pt x="8952" y="0"/>
                  </a:cubicBezTo>
                  <a:close/>
                </a:path>
              </a:pathLst>
            </a:custGeom>
            <a:solidFill>
              <a:srgbClr val="FFFFFF"/>
            </a:solidFill>
            <a:ln cap="flat" cmpd="sng" w="3875">
              <a:solidFill>
                <a:srgbClr val="060606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" name="Google Shape;230;p19"/>
            <p:cNvSpPr/>
            <p:nvPr/>
          </p:nvSpPr>
          <p:spPr>
            <a:xfrm>
              <a:off x="1698143" y="2906462"/>
              <a:ext cx="591902" cy="1353707"/>
            </a:xfrm>
            <a:custGeom>
              <a:rect b="b" l="l" r="r" t="t"/>
              <a:pathLst>
                <a:path extrusionOk="0" h="41009" w="17931">
                  <a:moveTo>
                    <a:pt x="0" y="1"/>
                  </a:moveTo>
                  <a:lnTo>
                    <a:pt x="1905" y="40173"/>
                  </a:lnTo>
                  <a:cubicBezTo>
                    <a:pt x="1905" y="40173"/>
                    <a:pt x="3831" y="41009"/>
                    <a:pt x="5948" y="41009"/>
                  </a:cubicBezTo>
                  <a:cubicBezTo>
                    <a:pt x="7006" y="41009"/>
                    <a:pt x="8112" y="40800"/>
                    <a:pt x="9049" y="40173"/>
                  </a:cubicBezTo>
                  <a:lnTo>
                    <a:pt x="9049" y="20504"/>
                  </a:lnTo>
                  <a:lnTo>
                    <a:pt x="11323" y="40518"/>
                  </a:lnTo>
                  <a:cubicBezTo>
                    <a:pt x="11323" y="40518"/>
                    <a:pt x="12915" y="41005"/>
                    <a:pt x="14630" y="41005"/>
                  </a:cubicBezTo>
                  <a:cubicBezTo>
                    <a:pt x="15841" y="41005"/>
                    <a:pt x="17113" y="40762"/>
                    <a:pt x="17931" y="39934"/>
                  </a:cubicBezTo>
                  <a:lnTo>
                    <a:pt x="15847" y="227"/>
                  </a:lnTo>
                  <a:cubicBezTo>
                    <a:pt x="13139" y="1045"/>
                    <a:pt x="10565" y="1325"/>
                    <a:pt x="8308" y="1325"/>
                  </a:cubicBezTo>
                  <a:cubicBezTo>
                    <a:pt x="3402" y="1325"/>
                    <a:pt x="0" y="1"/>
                    <a:pt x="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" name="Google Shape;231;p19"/>
            <p:cNvSpPr/>
            <p:nvPr/>
          </p:nvSpPr>
          <p:spPr>
            <a:xfrm>
              <a:off x="1793249" y="4243996"/>
              <a:ext cx="170596" cy="173765"/>
            </a:xfrm>
            <a:custGeom>
              <a:rect b="b" l="l" r="r" t="t"/>
              <a:pathLst>
                <a:path extrusionOk="0" h="5264" w="5168">
                  <a:moveTo>
                    <a:pt x="0" y="1"/>
                  </a:moveTo>
                  <a:lnTo>
                    <a:pt x="0" y="3930"/>
                  </a:lnTo>
                  <a:cubicBezTo>
                    <a:pt x="0" y="3930"/>
                    <a:pt x="1413" y="3851"/>
                    <a:pt x="2613" y="3851"/>
                  </a:cubicBezTo>
                  <a:cubicBezTo>
                    <a:pt x="3212" y="3851"/>
                    <a:pt x="3759" y="3870"/>
                    <a:pt x="4049" y="3930"/>
                  </a:cubicBezTo>
                  <a:cubicBezTo>
                    <a:pt x="4930" y="4109"/>
                    <a:pt x="4346" y="4990"/>
                    <a:pt x="5168" y="5263"/>
                  </a:cubicBezTo>
                  <a:lnTo>
                    <a:pt x="5168" y="144"/>
                  </a:lnTo>
                  <a:cubicBezTo>
                    <a:pt x="4481" y="389"/>
                    <a:pt x="3755" y="481"/>
                    <a:pt x="3051" y="481"/>
                  </a:cubicBezTo>
                  <a:cubicBezTo>
                    <a:pt x="1874" y="481"/>
                    <a:pt x="760" y="224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 cap="flat" cmpd="sng" w="3875">
              <a:solidFill>
                <a:srgbClr val="060606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" name="Google Shape;232;p19"/>
            <p:cNvSpPr/>
            <p:nvPr/>
          </p:nvSpPr>
          <p:spPr>
            <a:xfrm>
              <a:off x="2102569" y="4240463"/>
              <a:ext cx="166667" cy="147027"/>
            </a:xfrm>
            <a:custGeom>
              <a:rect b="b" l="l" r="r" t="t"/>
              <a:pathLst>
                <a:path extrusionOk="0" h="4454" w="5049">
                  <a:moveTo>
                    <a:pt x="5049" y="1"/>
                  </a:moveTo>
                  <a:cubicBezTo>
                    <a:pt x="4275" y="448"/>
                    <a:pt x="3307" y="592"/>
                    <a:pt x="2378" y="592"/>
                  </a:cubicBezTo>
                  <a:cubicBezTo>
                    <a:pt x="1479" y="592"/>
                    <a:pt x="616" y="457"/>
                    <a:pt x="1" y="334"/>
                  </a:cubicBezTo>
                  <a:lnTo>
                    <a:pt x="1" y="334"/>
                  </a:lnTo>
                  <a:lnTo>
                    <a:pt x="215" y="4454"/>
                  </a:lnTo>
                  <a:cubicBezTo>
                    <a:pt x="215" y="4454"/>
                    <a:pt x="655" y="3704"/>
                    <a:pt x="1322" y="3620"/>
                  </a:cubicBezTo>
                  <a:cubicBezTo>
                    <a:pt x="1723" y="3562"/>
                    <a:pt x="2455" y="3526"/>
                    <a:pt x="3063" y="3526"/>
                  </a:cubicBezTo>
                  <a:cubicBezTo>
                    <a:pt x="3448" y="3526"/>
                    <a:pt x="3783" y="3540"/>
                    <a:pt x="3954" y="3573"/>
                  </a:cubicBezTo>
                  <a:cubicBezTo>
                    <a:pt x="4382" y="3668"/>
                    <a:pt x="5049" y="4454"/>
                    <a:pt x="5049" y="4454"/>
                  </a:cubicBezTo>
                  <a:lnTo>
                    <a:pt x="5049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3875">
              <a:solidFill>
                <a:srgbClr val="060606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" name="Google Shape;233;p19"/>
            <p:cNvSpPr/>
            <p:nvPr/>
          </p:nvSpPr>
          <p:spPr>
            <a:xfrm>
              <a:off x="1922556" y="3260446"/>
              <a:ext cx="141118" cy="176273"/>
            </a:xfrm>
            <a:custGeom>
              <a:rect b="b" l="l" r="r" t="t"/>
              <a:pathLst>
                <a:path extrusionOk="0" h="5340" w="4275">
                  <a:moveTo>
                    <a:pt x="1916" y="0"/>
                  </a:moveTo>
                  <a:cubicBezTo>
                    <a:pt x="745" y="0"/>
                    <a:pt x="1" y="208"/>
                    <a:pt x="1" y="208"/>
                  </a:cubicBezTo>
                  <a:lnTo>
                    <a:pt x="2168" y="5339"/>
                  </a:lnTo>
                  <a:lnTo>
                    <a:pt x="4275" y="279"/>
                  </a:lnTo>
                  <a:cubicBezTo>
                    <a:pt x="3389" y="68"/>
                    <a:pt x="2583" y="0"/>
                    <a:pt x="191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" name="Google Shape;234;p19"/>
            <p:cNvSpPr/>
            <p:nvPr/>
          </p:nvSpPr>
          <p:spPr>
            <a:xfrm>
              <a:off x="2042058" y="4348973"/>
              <a:ext cx="291643" cy="336438"/>
            </a:xfrm>
            <a:custGeom>
              <a:rect b="b" l="l" r="r" t="t"/>
              <a:pathLst>
                <a:path extrusionOk="0" h="10192" w="8835">
                  <a:moveTo>
                    <a:pt x="4911" y="1"/>
                  </a:moveTo>
                  <a:cubicBezTo>
                    <a:pt x="4274" y="1"/>
                    <a:pt x="3507" y="37"/>
                    <a:pt x="3084" y="95"/>
                  </a:cubicBezTo>
                  <a:cubicBezTo>
                    <a:pt x="2381" y="178"/>
                    <a:pt x="1929" y="964"/>
                    <a:pt x="1929" y="964"/>
                  </a:cubicBezTo>
                  <a:cubicBezTo>
                    <a:pt x="1929" y="964"/>
                    <a:pt x="2215" y="4881"/>
                    <a:pt x="1095" y="6358"/>
                  </a:cubicBezTo>
                  <a:cubicBezTo>
                    <a:pt x="0" y="7834"/>
                    <a:pt x="310" y="9727"/>
                    <a:pt x="310" y="9727"/>
                  </a:cubicBezTo>
                  <a:cubicBezTo>
                    <a:pt x="1736" y="10069"/>
                    <a:pt x="3039" y="10191"/>
                    <a:pt x="4171" y="10191"/>
                  </a:cubicBezTo>
                  <a:cubicBezTo>
                    <a:pt x="6980" y="10191"/>
                    <a:pt x="8739" y="9441"/>
                    <a:pt x="8739" y="9441"/>
                  </a:cubicBezTo>
                  <a:cubicBezTo>
                    <a:pt x="8835" y="7608"/>
                    <a:pt x="7870" y="6001"/>
                    <a:pt x="7453" y="4667"/>
                  </a:cubicBezTo>
                  <a:cubicBezTo>
                    <a:pt x="7037" y="3322"/>
                    <a:pt x="6989" y="976"/>
                    <a:pt x="6989" y="976"/>
                  </a:cubicBezTo>
                  <a:cubicBezTo>
                    <a:pt x="6989" y="976"/>
                    <a:pt x="6310" y="143"/>
                    <a:pt x="5846" y="47"/>
                  </a:cubicBezTo>
                  <a:cubicBezTo>
                    <a:pt x="5666" y="15"/>
                    <a:pt x="5314" y="1"/>
                    <a:pt x="491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" name="Google Shape;235;p19"/>
            <p:cNvSpPr/>
            <p:nvPr/>
          </p:nvSpPr>
          <p:spPr>
            <a:xfrm>
              <a:off x="2050707" y="4635481"/>
              <a:ext cx="280651" cy="49944"/>
            </a:xfrm>
            <a:custGeom>
              <a:rect b="b" l="l" r="r" t="t"/>
              <a:pathLst>
                <a:path extrusionOk="0" h="1513" w="8502">
                  <a:moveTo>
                    <a:pt x="8477" y="0"/>
                  </a:moveTo>
                  <a:cubicBezTo>
                    <a:pt x="6900" y="474"/>
                    <a:pt x="5278" y="627"/>
                    <a:pt x="3838" y="627"/>
                  </a:cubicBezTo>
                  <a:cubicBezTo>
                    <a:pt x="2235" y="627"/>
                    <a:pt x="858" y="437"/>
                    <a:pt x="24" y="286"/>
                  </a:cubicBezTo>
                  <a:lnTo>
                    <a:pt x="24" y="286"/>
                  </a:lnTo>
                  <a:cubicBezTo>
                    <a:pt x="0" y="751"/>
                    <a:pt x="60" y="1048"/>
                    <a:pt x="60" y="1048"/>
                  </a:cubicBezTo>
                  <a:cubicBezTo>
                    <a:pt x="1490" y="1390"/>
                    <a:pt x="2794" y="1512"/>
                    <a:pt x="3927" y="1512"/>
                  </a:cubicBezTo>
                  <a:cubicBezTo>
                    <a:pt x="6736" y="1512"/>
                    <a:pt x="8489" y="762"/>
                    <a:pt x="8489" y="762"/>
                  </a:cubicBezTo>
                  <a:cubicBezTo>
                    <a:pt x="8501" y="512"/>
                    <a:pt x="8489" y="251"/>
                    <a:pt x="8477" y="0"/>
                  </a:cubicBezTo>
                  <a:close/>
                </a:path>
              </a:pathLst>
            </a:custGeom>
            <a:solidFill>
              <a:srgbClr val="06060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" name="Google Shape;236;p19"/>
            <p:cNvSpPr/>
            <p:nvPr/>
          </p:nvSpPr>
          <p:spPr>
            <a:xfrm>
              <a:off x="2122607" y="4413412"/>
              <a:ext cx="180829" cy="76946"/>
            </a:xfrm>
            <a:custGeom>
              <a:rect b="b" l="l" r="r" t="t"/>
              <a:pathLst>
                <a:path extrusionOk="0" h="2331" w="5478">
                  <a:moveTo>
                    <a:pt x="263" y="0"/>
                  </a:moveTo>
                  <a:cubicBezTo>
                    <a:pt x="1" y="0"/>
                    <a:pt x="1" y="417"/>
                    <a:pt x="263" y="417"/>
                  </a:cubicBezTo>
                  <a:cubicBezTo>
                    <a:pt x="1263" y="429"/>
                    <a:pt x="2263" y="429"/>
                    <a:pt x="3263" y="453"/>
                  </a:cubicBezTo>
                  <a:cubicBezTo>
                    <a:pt x="2275" y="655"/>
                    <a:pt x="1311" y="870"/>
                    <a:pt x="322" y="1060"/>
                  </a:cubicBezTo>
                  <a:cubicBezTo>
                    <a:pt x="72" y="1120"/>
                    <a:pt x="168" y="1441"/>
                    <a:pt x="382" y="1477"/>
                  </a:cubicBezTo>
                  <a:cubicBezTo>
                    <a:pt x="822" y="1536"/>
                    <a:pt x="1251" y="1560"/>
                    <a:pt x="1692" y="1584"/>
                  </a:cubicBezTo>
                  <a:cubicBezTo>
                    <a:pt x="1215" y="1679"/>
                    <a:pt x="763" y="1798"/>
                    <a:pt x="299" y="1917"/>
                  </a:cubicBezTo>
                  <a:cubicBezTo>
                    <a:pt x="47" y="1994"/>
                    <a:pt x="127" y="2331"/>
                    <a:pt x="353" y="2331"/>
                  </a:cubicBezTo>
                  <a:cubicBezTo>
                    <a:pt x="373" y="2331"/>
                    <a:pt x="395" y="2328"/>
                    <a:pt x="418" y="2322"/>
                  </a:cubicBezTo>
                  <a:cubicBezTo>
                    <a:pt x="1620" y="1977"/>
                    <a:pt x="2858" y="1727"/>
                    <a:pt x="4109" y="1560"/>
                  </a:cubicBezTo>
                  <a:cubicBezTo>
                    <a:pt x="4367" y="1537"/>
                    <a:pt x="4394" y="1143"/>
                    <a:pt x="4121" y="1143"/>
                  </a:cubicBezTo>
                  <a:cubicBezTo>
                    <a:pt x="4117" y="1143"/>
                    <a:pt x="4113" y="1143"/>
                    <a:pt x="4109" y="1143"/>
                  </a:cubicBezTo>
                  <a:cubicBezTo>
                    <a:pt x="3577" y="1161"/>
                    <a:pt x="3052" y="1172"/>
                    <a:pt x="2519" y="1172"/>
                  </a:cubicBezTo>
                  <a:cubicBezTo>
                    <a:pt x="2324" y="1172"/>
                    <a:pt x="2127" y="1170"/>
                    <a:pt x="1930" y="1167"/>
                  </a:cubicBezTo>
                  <a:cubicBezTo>
                    <a:pt x="3049" y="929"/>
                    <a:pt x="4168" y="691"/>
                    <a:pt x="5287" y="465"/>
                  </a:cubicBezTo>
                  <a:cubicBezTo>
                    <a:pt x="5478" y="417"/>
                    <a:pt x="5418" y="48"/>
                    <a:pt x="5192" y="48"/>
                  </a:cubicBezTo>
                  <a:cubicBezTo>
                    <a:pt x="3561" y="36"/>
                    <a:pt x="1906" y="12"/>
                    <a:pt x="263" y="0"/>
                  </a:cubicBezTo>
                  <a:close/>
                </a:path>
              </a:pathLst>
            </a:custGeom>
            <a:solidFill>
              <a:srgbClr val="06060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" name="Google Shape;237;p19"/>
            <p:cNvSpPr/>
            <p:nvPr/>
          </p:nvSpPr>
          <p:spPr>
            <a:xfrm>
              <a:off x="1698539" y="2906099"/>
              <a:ext cx="525882" cy="93451"/>
            </a:xfrm>
            <a:custGeom>
              <a:rect b="b" l="l" r="r" t="t"/>
              <a:pathLst>
                <a:path extrusionOk="0" h="2831" w="15931">
                  <a:moveTo>
                    <a:pt x="0" y="0"/>
                  </a:moveTo>
                  <a:lnTo>
                    <a:pt x="95" y="1905"/>
                  </a:lnTo>
                  <a:cubicBezTo>
                    <a:pt x="1756" y="2351"/>
                    <a:pt x="4309" y="2831"/>
                    <a:pt x="7522" y="2831"/>
                  </a:cubicBezTo>
                  <a:cubicBezTo>
                    <a:pt x="9974" y="2831"/>
                    <a:pt x="12812" y="2551"/>
                    <a:pt x="15931" y="1762"/>
                  </a:cubicBezTo>
                  <a:lnTo>
                    <a:pt x="15847" y="226"/>
                  </a:lnTo>
                  <a:cubicBezTo>
                    <a:pt x="13140" y="1040"/>
                    <a:pt x="10566" y="1319"/>
                    <a:pt x="8310" y="1319"/>
                  </a:cubicBezTo>
                  <a:cubicBezTo>
                    <a:pt x="3403" y="1319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" name="Google Shape;238;p19"/>
            <p:cNvSpPr/>
            <p:nvPr/>
          </p:nvSpPr>
          <p:spPr>
            <a:xfrm>
              <a:off x="1996832" y="3583300"/>
              <a:ext cx="129729" cy="672513"/>
            </a:xfrm>
            <a:custGeom>
              <a:rect b="b" l="l" r="r" t="t"/>
              <a:pathLst>
                <a:path extrusionOk="0" h="20373" w="3930">
                  <a:moveTo>
                    <a:pt x="1" y="1"/>
                  </a:moveTo>
                  <a:lnTo>
                    <a:pt x="2275" y="20015"/>
                  </a:lnTo>
                  <a:cubicBezTo>
                    <a:pt x="2275" y="20015"/>
                    <a:pt x="2966" y="20217"/>
                    <a:pt x="3930" y="20372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" name="Google Shape;239;p19"/>
            <p:cNvSpPr/>
            <p:nvPr/>
          </p:nvSpPr>
          <p:spPr>
            <a:xfrm>
              <a:off x="1910771" y="3256287"/>
              <a:ext cx="156831" cy="22480"/>
            </a:xfrm>
            <a:custGeom>
              <a:rect b="b" l="l" r="r" t="t"/>
              <a:pathLst>
                <a:path extrusionOk="0" h="681" w="4751">
                  <a:moveTo>
                    <a:pt x="2138" y="0"/>
                  </a:moveTo>
                  <a:cubicBezTo>
                    <a:pt x="815" y="0"/>
                    <a:pt x="135" y="409"/>
                    <a:pt x="96" y="441"/>
                  </a:cubicBezTo>
                  <a:cubicBezTo>
                    <a:pt x="36" y="465"/>
                    <a:pt x="0" y="560"/>
                    <a:pt x="48" y="620"/>
                  </a:cubicBezTo>
                  <a:cubicBezTo>
                    <a:pt x="63" y="657"/>
                    <a:pt x="107" y="681"/>
                    <a:pt x="152" y="681"/>
                  </a:cubicBezTo>
                  <a:cubicBezTo>
                    <a:pt x="178" y="681"/>
                    <a:pt x="205" y="673"/>
                    <a:pt x="227" y="655"/>
                  </a:cubicBezTo>
                  <a:cubicBezTo>
                    <a:pt x="227" y="648"/>
                    <a:pt x="872" y="263"/>
                    <a:pt x="2119" y="263"/>
                  </a:cubicBezTo>
                  <a:cubicBezTo>
                    <a:pt x="2765" y="263"/>
                    <a:pt x="3573" y="366"/>
                    <a:pt x="4537" y="679"/>
                  </a:cubicBezTo>
                  <a:lnTo>
                    <a:pt x="4584" y="679"/>
                  </a:lnTo>
                  <a:cubicBezTo>
                    <a:pt x="4644" y="679"/>
                    <a:pt x="4691" y="643"/>
                    <a:pt x="4739" y="584"/>
                  </a:cubicBezTo>
                  <a:cubicBezTo>
                    <a:pt x="4751" y="524"/>
                    <a:pt x="4715" y="453"/>
                    <a:pt x="4644" y="417"/>
                  </a:cubicBezTo>
                  <a:cubicBezTo>
                    <a:pt x="3643" y="105"/>
                    <a:pt x="2808" y="0"/>
                    <a:pt x="2138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" name="Google Shape;240;p19"/>
            <p:cNvSpPr/>
            <p:nvPr/>
          </p:nvSpPr>
          <p:spPr>
            <a:xfrm>
              <a:off x="1984651" y="3255890"/>
              <a:ext cx="16538" cy="331750"/>
            </a:xfrm>
            <a:custGeom>
              <a:rect b="b" l="l" r="r" t="t"/>
              <a:pathLst>
                <a:path extrusionOk="0" h="10050" w="501">
                  <a:moveTo>
                    <a:pt x="132" y="1"/>
                  </a:moveTo>
                  <a:cubicBezTo>
                    <a:pt x="60" y="1"/>
                    <a:pt x="1" y="60"/>
                    <a:pt x="1" y="132"/>
                  </a:cubicBezTo>
                  <a:lnTo>
                    <a:pt x="239" y="9919"/>
                  </a:lnTo>
                  <a:cubicBezTo>
                    <a:pt x="239" y="9990"/>
                    <a:pt x="298" y="10049"/>
                    <a:pt x="370" y="10049"/>
                  </a:cubicBezTo>
                  <a:cubicBezTo>
                    <a:pt x="441" y="10049"/>
                    <a:pt x="501" y="9990"/>
                    <a:pt x="501" y="9919"/>
                  </a:cubicBezTo>
                  <a:lnTo>
                    <a:pt x="263" y="132"/>
                  </a:lnTo>
                  <a:cubicBezTo>
                    <a:pt x="263" y="60"/>
                    <a:pt x="203" y="1"/>
                    <a:pt x="13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" name="Google Shape;241;p19"/>
            <p:cNvSpPr/>
            <p:nvPr/>
          </p:nvSpPr>
          <p:spPr>
            <a:xfrm>
              <a:off x="1935530" y="2945317"/>
              <a:ext cx="36179" cy="198192"/>
            </a:xfrm>
            <a:custGeom>
              <a:rect b="b" l="l" r="r" t="t"/>
              <a:pathLst>
                <a:path extrusionOk="0" h="6004" w="1096">
                  <a:moveTo>
                    <a:pt x="942" y="1"/>
                  </a:moveTo>
                  <a:cubicBezTo>
                    <a:pt x="877" y="1"/>
                    <a:pt x="809" y="46"/>
                    <a:pt x="798" y="110"/>
                  </a:cubicBezTo>
                  <a:cubicBezTo>
                    <a:pt x="774" y="288"/>
                    <a:pt x="0" y="4503"/>
                    <a:pt x="810" y="5932"/>
                  </a:cubicBezTo>
                  <a:cubicBezTo>
                    <a:pt x="846" y="5968"/>
                    <a:pt x="893" y="6003"/>
                    <a:pt x="929" y="6003"/>
                  </a:cubicBezTo>
                  <a:cubicBezTo>
                    <a:pt x="953" y="6003"/>
                    <a:pt x="977" y="5992"/>
                    <a:pt x="1001" y="5968"/>
                  </a:cubicBezTo>
                  <a:cubicBezTo>
                    <a:pt x="1072" y="5944"/>
                    <a:pt x="1096" y="5849"/>
                    <a:pt x="1048" y="5789"/>
                  </a:cubicBezTo>
                  <a:cubicBezTo>
                    <a:pt x="274" y="4456"/>
                    <a:pt x="1048" y="205"/>
                    <a:pt x="1072" y="169"/>
                  </a:cubicBezTo>
                  <a:cubicBezTo>
                    <a:pt x="1084" y="98"/>
                    <a:pt x="1036" y="15"/>
                    <a:pt x="965" y="3"/>
                  </a:cubicBezTo>
                  <a:cubicBezTo>
                    <a:pt x="958" y="1"/>
                    <a:pt x="950" y="1"/>
                    <a:pt x="94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" name="Google Shape;242;p19"/>
            <p:cNvSpPr/>
            <p:nvPr/>
          </p:nvSpPr>
          <p:spPr>
            <a:xfrm>
              <a:off x="1702830" y="2920228"/>
              <a:ext cx="71962" cy="192613"/>
            </a:xfrm>
            <a:custGeom>
              <a:rect b="b" l="l" r="r" t="t"/>
              <a:pathLst>
                <a:path extrusionOk="0" h="5835" w="2180">
                  <a:moveTo>
                    <a:pt x="1751" y="1"/>
                  </a:moveTo>
                  <a:cubicBezTo>
                    <a:pt x="1668" y="25"/>
                    <a:pt x="1608" y="84"/>
                    <a:pt x="1608" y="155"/>
                  </a:cubicBezTo>
                  <a:cubicBezTo>
                    <a:pt x="1704" y="1608"/>
                    <a:pt x="1596" y="5394"/>
                    <a:pt x="144" y="5573"/>
                  </a:cubicBezTo>
                  <a:cubicBezTo>
                    <a:pt x="61" y="5585"/>
                    <a:pt x="1" y="5644"/>
                    <a:pt x="25" y="5716"/>
                  </a:cubicBezTo>
                  <a:cubicBezTo>
                    <a:pt x="37" y="5799"/>
                    <a:pt x="84" y="5835"/>
                    <a:pt x="156" y="5835"/>
                  </a:cubicBezTo>
                  <a:lnTo>
                    <a:pt x="180" y="5835"/>
                  </a:lnTo>
                  <a:cubicBezTo>
                    <a:pt x="2180" y="5597"/>
                    <a:pt x="1906" y="358"/>
                    <a:pt x="1894" y="144"/>
                  </a:cubicBezTo>
                  <a:cubicBezTo>
                    <a:pt x="1882" y="60"/>
                    <a:pt x="1823" y="1"/>
                    <a:pt x="1751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" name="Google Shape;243;p19"/>
            <p:cNvSpPr/>
            <p:nvPr/>
          </p:nvSpPr>
          <p:spPr>
            <a:xfrm>
              <a:off x="2151690" y="2926137"/>
              <a:ext cx="83383" cy="170992"/>
            </a:xfrm>
            <a:custGeom>
              <a:rect b="b" l="l" r="r" t="t"/>
              <a:pathLst>
                <a:path extrusionOk="0" h="5180" w="2526">
                  <a:moveTo>
                    <a:pt x="132" y="0"/>
                  </a:moveTo>
                  <a:cubicBezTo>
                    <a:pt x="60" y="0"/>
                    <a:pt x="1" y="60"/>
                    <a:pt x="1" y="143"/>
                  </a:cubicBezTo>
                  <a:cubicBezTo>
                    <a:pt x="1" y="346"/>
                    <a:pt x="132" y="5060"/>
                    <a:pt x="2394" y="5180"/>
                  </a:cubicBezTo>
                  <a:cubicBezTo>
                    <a:pt x="2466" y="5180"/>
                    <a:pt x="2525" y="5120"/>
                    <a:pt x="2525" y="5060"/>
                  </a:cubicBezTo>
                  <a:cubicBezTo>
                    <a:pt x="2525" y="4989"/>
                    <a:pt x="2466" y="4918"/>
                    <a:pt x="2394" y="4918"/>
                  </a:cubicBezTo>
                  <a:cubicBezTo>
                    <a:pt x="382" y="4810"/>
                    <a:pt x="263" y="179"/>
                    <a:pt x="263" y="143"/>
                  </a:cubicBezTo>
                  <a:cubicBezTo>
                    <a:pt x="263" y="60"/>
                    <a:pt x="203" y="0"/>
                    <a:pt x="132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" name="Google Shape;244;p19"/>
            <p:cNvSpPr/>
            <p:nvPr/>
          </p:nvSpPr>
          <p:spPr>
            <a:xfrm>
              <a:off x="1596335" y="4362045"/>
              <a:ext cx="397374" cy="322904"/>
            </a:xfrm>
            <a:custGeom>
              <a:rect b="b" l="l" r="r" t="t"/>
              <a:pathLst>
                <a:path extrusionOk="0" h="9782" w="12038">
                  <a:moveTo>
                    <a:pt x="8638" y="1"/>
                  </a:moveTo>
                  <a:cubicBezTo>
                    <a:pt x="7403" y="1"/>
                    <a:pt x="5954" y="80"/>
                    <a:pt x="5954" y="80"/>
                  </a:cubicBezTo>
                  <a:cubicBezTo>
                    <a:pt x="5954" y="80"/>
                    <a:pt x="5668" y="2068"/>
                    <a:pt x="4227" y="3688"/>
                  </a:cubicBezTo>
                  <a:cubicBezTo>
                    <a:pt x="2727" y="5378"/>
                    <a:pt x="1143" y="6248"/>
                    <a:pt x="1143" y="6248"/>
                  </a:cubicBezTo>
                  <a:cubicBezTo>
                    <a:pt x="417" y="6617"/>
                    <a:pt x="0" y="8581"/>
                    <a:pt x="1143" y="9307"/>
                  </a:cubicBezTo>
                  <a:cubicBezTo>
                    <a:pt x="2048" y="9653"/>
                    <a:pt x="3199" y="9781"/>
                    <a:pt x="4408" y="9781"/>
                  </a:cubicBezTo>
                  <a:cubicBezTo>
                    <a:pt x="7861" y="9781"/>
                    <a:pt x="11788" y="8736"/>
                    <a:pt x="11788" y="8736"/>
                  </a:cubicBezTo>
                  <a:cubicBezTo>
                    <a:pt x="12038" y="6509"/>
                    <a:pt x="11264" y="1473"/>
                    <a:pt x="11264" y="1473"/>
                  </a:cubicBezTo>
                  <a:cubicBezTo>
                    <a:pt x="10418" y="1175"/>
                    <a:pt x="11026" y="259"/>
                    <a:pt x="10121" y="80"/>
                  </a:cubicBezTo>
                  <a:cubicBezTo>
                    <a:pt x="9819" y="21"/>
                    <a:pt x="9256" y="1"/>
                    <a:pt x="863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" name="Google Shape;245;p19"/>
            <p:cNvSpPr/>
            <p:nvPr/>
          </p:nvSpPr>
          <p:spPr>
            <a:xfrm>
              <a:off x="1613633" y="4622904"/>
              <a:ext cx="373805" cy="62059"/>
            </a:xfrm>
            <a:custGeom>
              <a:rect b="b" l="l" r="r" t="t"/>
              <a:pathLst>
                <a:path extrusionOk="0" h="1880" w="11324">
                  <a:moveTo>
                    <a:pt x="11323" y="0"/>
                  </a:moveTo>
                  <a:lnTo>
                    <a:pt x="11323" y="0"/>
                  </a:lnTo>
                  <a:cubicBezTo>
                    <a:pt x="8321" y="703"/>
                    <a:pt x="5894" y="931"/>
                    <a:pt x="4005" y="931"/>
                  </a:cubicBezTo>
                  <a:cubicBezTo>
                    <a:pt x="2179" y="931"/>
                    <a:pt x="855" y="717"/>
                    <a:pt x="0" y="512"/>
                  </a:cubicBezTo>
                  <a:lnTo>
                    <a:pt x="0" y="512"/>
                  </a:lnTo>
                  <a:cubicBezTo>
                    <a:pt x="107" y="870"/>
                    <a:pt x="298" y="1203"/>
                    <a:pt x="643" y="1405"/>
                  </a:cubicBezTo>
                  <a:cubicBezTo>
                    <a:pt x="1545" y="1751"/>
                    <a:pt x="2693" y="1879"/>
                    <a:pt x="3900" y="1879"/>
                  </a:cubicBezTo>
                  <a:cubicBezTo>
                    <a:pt x="7349" y="1879"/>
                    <a:pt x="11275" y="834"/>
                    <a:pt x="11275" y="834"/>
                  </a:cubicBezTo>
                  <a:cubicBezTo>
                    <a:pt x="11311" y="572"/>
                    <a:pt x="11323" y="298"/>
                    <a:pt x="11323" y="0"/>
                  </a:cubicBezTo>
                  <a:close/>
                </a:path>
              </a:pathLst>
            </a:custGeom>
            <a:solidFill>
              <a:srgbClr val="06060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" name="Google Shape;246;p19"/>
            <p:cNvSpPr/>
            <p:nvPr/>
          </p:nvSpPr>
          <p:spPr>
            <a:xfrm>
              <a:off x="1718247" y="4413412"/>
              <a:ext cx="202747" cy="77177"/>
            </a:xfrm>
            <a:custGeom>
              <a:rect b="b" l="l" r="r" t="t"/>
              <a:pathLst>
                <a:path extrusionOk="0" h="2338" w="6142">
                  <a:moveTo>
                    <a:pt x="1760" y="0"/>
                  </a:moveTo>
                  <a:cubicBezTo>
                    <a:pt x="1487" y="0"/>
                    <a:pt x="1487" y="417"/>
                    <a:pt x="1760" y="417"/>
                  </a:cubicBezTo>
                  <a:cubicBezTo>
                    <a:pt x="2070" y="417"/>
                    <a:pt x="2391" y="429"/>
                    <a:pt x="2713" y="429"/>
                  </a:cubicBezTo>
                  <a:cubicBezTo>
                    <a:pt x="2094" y="548"/>
                    <a:pt x="1487" y="703"/>
                    <a:pt x="879" y="870"/>
                  </a:cubicBezTo>
                  <a:cubicBezTo>
                    <a:pt x="689" y="929"/>
                    <a:pt x="665" y="1227"/>
                    <a:pt x="879" y="1263"/>
                  </a:cubicBezTo>
                  <a:cubicBezTo>
                    <a:pt x="1499" y="1405"/>
                    <a:pt x="2153" y="1441"/>
                    <a:pt x="2796" y="1441"/>
                  </a:cubicBezTo>
                  <a:lnTo>
                    <a:pt x="248" y="1941"/>
                  </a:lnTo>
                  <a:cubicBezTo>
                    <a:pt x="1" y="1975"/>
                    <a:pt x="93" y="2338"/>
                    <a:pt x="315" y="2338"/>
                  </a:cubicBezTo>
                  <a:cubicBezTo>
                    <a:pt x="328" y="2338"/>
                    <a:pt x="342" y="2337"/>
                    <a:pt x="356" y="2334"/>
                  </a:cubicBezTo>
                  <a:cubicBezTo>
                    <a:pt x="1951" y="2025"/>
                    <a:pt x="3534" y="1727"/>
                    <a:pt x="5130" y="1417"/>
                  </a:cubicBezTo>
                  <a:cubicBezTo>
                    <a:pt x="5368" y="1370"/>
                    <a:pt x="5309" y="1012"/>
                    <a:pt x="5070" y="1012"/>
                  </a:cubicBezTo>
                  <a:cubicBezTo>
                    <a:pt x="4431" y="1012"/>
                    <a:pt x="3783" y="1041"/>
                    <a:pt x="3136" y="1041"/>
                  </a:cubicBezTo>
                  <a:cubicBezTo>
                    <a:pt x="2759" y="1041"/>
                    <a:pt x="2383" y="1031"/>
                    <a:pt x="2010" y="1001"/>
                  </a:cubicBezTo>
                  <a:cubicBezTo>
                    <a:pt x="3273" y="703"/>
                    <a:pt x="4570" y="524"/>
                    <a:pt x="5880" y="465"/>
                  </a:cubicBezTo>
                  <a:cubicBezTo>
                    <a:pt x="6142" y="465"/>
                    <a:pt x="6142" y="60"/>
                    <a:pt x="5880" y="60"/>
                  </a:cubicBezTo>
                  <a:cubicBezTo>
                    <a:pt x="4511" y="48"/>
                    <a:pt x="3130" y="36"/>
                    <a:pt x="1760" y="0"/>
                  </a:cubicBezTo>
                  <a:close/>
                </a:path>
              </a:pathLst>
            </a:custGeom>
            <a:solidFill>
              <a:srgbClr val="06060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" name="Google Shape;247;p19"/>
            <p:cNvSpPr/>
            <p:nvPr/>
          </p:nvSpPr>
          <p:spPr>
            <a:xfrm>
              <a:off x="1815664" y="1625147"/>
              <a:ext cx="274346" cy="342083"/>
            </a:xfrm>
            <a:custGeom>
              <a:rect b="b" l="l" r="r" t="t"/>
              <a:pathLst>
                <a:path extrusionOk="0" h="10363" w="8311">
                  <a:moveTo>
                    <a:pt x="1274" y="1584"/>
                  </a:moveTo>
                  <a:lnTo>
                    <a:pt x="1274" y="1584"/>
                  </a:lnTo>
                  <a:cubicBezTo>
                    <a:pt x="1274" y="1584"/>
                    <a:pt x="1274" y="1584"/>
                    <a:pt x="1274" y="1584"/>
                  </a:cubicBezTo>
                  <a:cubicBezTo>
                    <a:pt x="1274" y="1584"/>
                    <a:pt x="1274" y="1584"/>
                    <a:pt x="1274" y="1584"/>
                  </a:cubicBezTo>
                  <a:lnTo>
                    <a:pt x="1274" y="1584"/>
                  </a:lnTo>
                  <a:cubicBezTo>
                    <a:pt x="1274" y="1584"/>
                    <a:pt x="1274" y="1584"/>
                    <a:pt x="1274" y="1584"/>
                  </a:cubicBezTo>
                  <a:close/>
                  <a:moveTo>
                    <a:pt x="4179" y="1"/>
                  </a:moveTo>
                  <a:cubicBezTo>
                    <a:pt x="4179" y="1"/>
                    <a:pt x="3980" y="1631"/>
                    <a:pt x="1912" y="1631"/>
                  </a:cubicBezTo>
                  <a:cubicBezTo>
                    <a:pt x="1717" y="1631"/>
                    <a:pt x="1505" y="1616"/>
                    <a:pt x="1274" y="1584"/>
                  </a:cubicBezTo>
                  <a:lnTo>
                    <a:pt x="1274" y="1584"/>
                  </a:lnTo>
                  <a:cubicBezTo>
                    <a:pt x="1289" y="1600"/>
                    <a:pt x="1415" y="2961"/>
                    <a:pt x="72" y="3680"/>
                  </a:cubicBezTo>
                  <a:cubicBezTo>
                    <a:pt x="72" y="3680"/>
                    <a:pt x="0" y="6168"/>
                    <a:pt x="381" y="7192"/>
                  </a:cubicBezTo>
                  <a:cubicBezTo>
                    <a:pt x="786" y="8216"/>
                    <a:pt x="3274" y="10264"/>
                    <a:pt x="4429" y="10359"/>
                  </a:cubicBezTo>
                  <a:cubicBezTo>
                    <a:pt x="4453" y="10361"/>
                    <a:pt x="4477" y="10362"/>
                    <a:pt x="4502" y="10362"/>
                  </a:cubicBezTo>
                  <a:cubicBezTo>
                    <a:pt x="5700" y="10362"/>
                    <a:pt x="8181" y="7862"/>
                    <a:pt x="8251" y="6882"/>
                  </a:cubicBezTo>
                  <a:cubicBezTo>
                    <a:pt x="8311" y="5882"/>
                    <a:pt x="8251" y="3442"/>
                    <a:pt x="8251" y="3442"/>
                  </a:cubicBezTo>
                  <a:cubicBezTo>
                    <a:pt x="8251" y="3442"/>
                    <a:pt x="6632" y="2763"/>
                    <a:pt x="6858" y="917"/>
                  </a:cubicBezTo>
                  <a:lnTo>
                    <a:pt x="6858" y="917"/>
                  </a:lnTo>
                  <a:cubicBezTo>
                    <a:pt x="6858" y="917"/>
                    <a:pt x="6465" y="1033"/>
                    <a:pt x="5970" y="1033"/>
                  </a:cubicBezTo>
                  <a:cubicBezTo>
                    <a:pt x="5340" y="1033"/>
                    <a:pt x="4546" y="847"/>
                    <a:pt x="4179" y="1"/>
                  </a:cubicBezTo>
                  <a:close/>
                </a:path>
              </a:pathLst>
            </a:custGeom>
            <a:solidFill>
              <a:srgbClr val="FFFFFF"/>
            </a:solidFill>
            <a:ln cap="flat" cmpd="sng" w="3875">
              <a:solidFill>
                <a:schemeClr val="dk1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" name="Google Shape;248;p19"/>
            <p:cNvSpPr/>
            <p:nvPr/>
          </p:nvSpPr>
          <p:spPr>
            <a:xfrm>
              <a:off x="1708343" y="1467384"/>
              <a:ext cx="463824" cy="336669"/>
            </a:xfrm>
            <a:custGeom>
              <a:rect b="b" l="l" r="r" t="t"/>
              <a:pathLst>
                <a:path extrusionOk="0" h="10199" w="14051">
                  <a:moveTo>
                    <a:pt x="9339" y="1"/>
                  </a:moveTo>
                  <a:cubicBezTo>
                    <a:pt x="7497" y="1"/>
                    <a:pt x="7323" y="1732"/>
                    <a:pt x="7323" y="1732"/>
                  </a:cubicBezTo>
                  <a:cubicBezTo>
                    <a:pt x="7323" y="1732"/>
                    <a:pt x="6811" y="1164"/>
                    <a:pt x="6062" y="1164"/>
                  </a:cubicBezTo>
                  <a:cubicBezTo>
                    <a:pt x="5890" y="1164"/>
                    <a:pt x="5706" y="1194"/>
                    <a:pt x="5513" y="1267"/>
                  </a:cubicBezTo>
                  <a:cubicBezTo>
                    <a:pt x="4466" y="1672"/>
                    <a:pt x="4287" y="2863"/>
                    <a:pt x="4287" y="2863"/>
                  </a:cubicBezTo>
                  <a:cubicBezTo>
                    <a:pt x="4287" y="2863"/>
                    <a:pt x="3770" y="2275"/>
                    <a:pt x="2831" y="2275"/>
                  </a:cubicBezTo>
                  <a:cubicBezTo>
                    <a:pt x="2495" y="2275"/>
                    <a:pt x="2106" y="2350"/>
                    <a:pt x="1668" y="2553"/>
                  </a:cubicBezTo>
                  <a:cubicBezTo>
                    <a:pt x="1" y="3327"/>
                    <a:pt x="275" y="6030"/>
                    <a:pt x="1858" y="6256"/>
                  </a:cubicBezTo>
                  <a:cubicBezTo>
                    <a:pt x="1858" y="6256"/>
                    <a:pt x="775" y="7054"/>
                    <a:pt x="929" y="8340"/>
                  </a:cubicBezTo>
                  <a:cubicBezTo>
                    <a:pt x="1045" y="9326"/>
                    <a:pt x="2066" y="10199"/>
                    <a:pt x="3274" y="10199"/>
                  </a:cubicBezTo>
                  <a:cubicBezTo>
                    <a:pt x="3306" y="10199"/>
                    <a:pt x="3338" y="10198"/>
                    <a:pt x="3370" y="10197"/>
                  </a:cubicBezTo>
                  <a:cubicBezTo>
                    <a:pt x="3311" y="9292"/>
                    <a:pt x="3334" y="8447"/>
                    <a:pt x="3334" y="8447"/>
                  </a:cubicBezTo>
                  <a:cubicBezTo>
                    <a:pt x="4680" y="7709"/>
                    <a:pt x="4537" y="6328"/>
                    <a:pt x="4537" y="6328"/>
                  </a:cubicBezTo>
                  <a:lnTo>
                    <a:pt x="4537" y="6328"/>
                  </a:lnTo>
                  <a:cubicBezTo>
                    <a:pt x="4769" y="6360"/>
                    <a:pt x="4982" y="6374"/>
                    <a:pt x="5178" y="6374"/>
                  </a:cubicBezTo>
                  <a:cubicBezTo>
                    <a:pt x="7244" y="6374"/>
                    <a:pt x="7442" y="4756"/>
                    <a:pt x="7442" y="4756"/>
                  </a:cubicBezTo>
                  <a:cubicBezTo>
                    <a:pt x="7805" y="5594"/>
                    <a:pt x="8590" y="5781"/>
                    <a:pt x="9216" y="5781"/>
                  </a:cubicBezTo>
                  <a:cubicBezTo>
                    <a:pt x="9719" y="5781"/>
                    <a:pt x="10121" y="5661"/>
                    <a:pt x="10121" y="5661"/>
                  </a:cubicBezTo>
                  <a:lnTo>
                    <a:pt x="10121" y="5661"/>
                  </a:lnTo>
                  <a:cubicBezTo>
                    <a:pt x="9895" y="7506"/>
                    <a:pt x="11526" y="8185"/>
                    <a:pt x="11526" y="8185"/>
                  </a:cubicBezTo>
                  <a:cubicBezTo>
                    <a:pt x="11526" y="8185"/>
                    <a:pt x="11538" y="8685"/>
                    <a:pt x="11538" y="9304"/>
                  </a:cubicBezTo>
                  <a:lnTo>
                    <a:pt x="11550" y="9304"/>
                  </a:lnTo>
                  <a:cubicBezTo>
                    <a:pt x="11550" y="9304"/>
                    <a:pt x="11558" y="9304"/>
                    <a:pt x="11573" y="9304"/>
                  </a:cubicBezTo>
                  <a:cubicBezTo>
                    <a:pt x="11749" y="9304"/>
                    <a:pt x="12901" y="9264"/>
                    <a:pt x="13252" y="8221"/>
                  </a:cubicBezTo>
                  <a:cubicBezTo>
                    <a:pt x="13621" y="7090"/>
                    <a:pt x="12848" y="6244"/>
                    <a:pt x="12848" y="6244"/>
                  </a:cubicBezTo>
                  <a:cubicBezTo>
                    <a:pt x="12848" y="6244"/>
                    <a:pt x="14050" y="5530"/>
                    <a:pt x="13645" y="4303"/>
                  </a:cubicBezTo>
                  <a:cubicBezTo>
                    <a:pt x="13342" y="3365"/>
                    <a:pt x="12398" y="3258"/>
                    <a:pt x="11985" y="3258"/>
                  </a:cubicBezTo>
                  <a:cubicBezTo>
                    <a:pt x="11863" y="3258"/>
                    <a:pt x="11788" y="3268"/>
                    <a:pt x="11788" y="3268"/>
                  </a:cubicBezTo>
                  <a:cubicBezTo>
                    <a:pt x="11788" y="3268"/>
                    <a:pt x="12871" y="732"/>
                    <a:pt x="10216" y="112"/>
                  </a:cubicBezTo>
                  <a:cubicBezTo>
                    <a:pt x="9888" y="35"/>
                    <a:pt x="9597" y="1"/>
                    <a:pt x="9339" y="1"/>
                  </a:cubicBezTo>
                  <a:close/>
                </a:path>
              </a:pathLst>
            </a:custGeom>
            <a:solidFill>
              <a:srgbClr val="06060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" name="Google Shape;249;p19"/>
            <p:cNvSpPr/>
            <p:nvPr/>
          </p:nvSpPr>
          <p:spPr>
            <a:xfrm>
              <a:off x="1775093" y="1765975"/>
              <a:ext cx="48855" cy="80841"/>
            </a:xfrm>
            <a:custGeom>
              <a:rect b="b" l="l" r="r" t="t"/>
              <a:pathLst>
                <a:path extrusionOk="0" h="2449" w="1480">
                  <a:moveTo>
                    <a:pt x="788" y="1"/>
                  </a:moveTo>
                  <a:cubicBezTo>
                    <a:pt x="711" y="1"/>
                    <a:pt x="624" y="17"/>
                    <a:pt x="527" y="57"/>
                  </a:cubicBezTo>
                  <a:cubicBezTo>
                    <a:pt x="0" y="274"/>
                    <a:pt x="200" y="2449"/>
                    <a:pt x="1336" y="2449"/>
                  </a:cubicBezTo>
                  <a:cubicBezTo>
                    <a:pt x="1382" y="2449"/>
                    <a:pt x="1430" y="2445"/>
                    <a:pt x="1479" y="2438"/>
                  </a:cubicBezTo>
                  <a:cubicBezTo>
                    <a:pt x="1360" y="1831"/>
                    <a:pt x="1312" y="1009"/>
                    <a:pt x="1301" y="366"/>
                  </a:cubicBezTo>
                  <a:cubicBezTo>
                    <a:pt x="1301" y="366"/>
                    <a:pt x="1154" y="1"/>
                    <a:pt x="788" y="1"/>
                  </a:cubicBezTo>
                  <a:close/>
                </a:path>
              </a:pathLst>
            </a:custGeom>
            <a:solidFill>
              <a:srgbClr val="FFFFFF"/>
            </a:solidFill>
            <a:ln cap="flat" cmpd="sng" w="3875">
              <a:solidFill>
                <a:schemeClr val="dk1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" name="Google Shape;250;p19"/>
            <p:cNvSpPr/>
            <p:nvPr/>
          </p:nvSpPr>
          <p:spPr>
            <a:xfrm>
              <a:off x="2088803" y="1766008"/>
              <a:ext cx="41692" cy="80445"/>
            </a:xfrm>
            <a:custGeom>
              <a:rect b="b" l="l" r="r" t="t"/>
              <a:pathLst>
                <a:path extrusionOk="0" h="2437" w="1263">
                  <a:moveTo>
                    <a:pt x="477" y="0"/>
                  </a:moveTo>
                  <a:cubicBezTo>
                    <a:pt x="224" y="0"/>
                    <a:pt x="77" y="173"/>
                    <a:pt x="13" y="282"/>
                  </a:cubicBezTo>
                  <a:cubicBezTo>
                    <a:pt x="25" y="996"/>
                    <a:pt x="25" y="1865"/>
                    <a:pt x="1" y="2437"/>
                  </a:cubicBezTo>
                  <a:cubicBezTo>
                    <a:pt x="1072" y="2365"/>
                    <a:pt x="1263" y="258"/>
                    <a:pt x="739" y="56"/>
                  </a:cubicBezTo>
                  <a:cubicBezTo>
                    <a:pt x="641" y="17"/>
                    <a:pt x="554" y="0"/>
                    <a:pt x="477" y="0"/>
                  </a:cubicBezTo>
                  <a:close/>
                </a:path>
              </a:pathLst>
            </a:custGeom>
            <a:solidFill>
              <a:srgbClr val="FFFFFF"/>
            </a:solidFill>
            <a:ln cap="flat" cmpd="sng" w="3875">
              <a:solidFill>
                <a:schemeClr val="dk1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" name="Google Shape;251;p19"/>
            <p:cNvSpPr/>
            <p:nvPr/>
          </p:nvSpPr>
          <p:spPr>
            <a:xfrm>
              <a:off x="1874623" y="1739929"/>
              <a:ext cx="30270" cy="51132"/>
            </a:xfrm>
            <a:custGeom>
              <a:rect b="b" l="l" r="r" t="t"/>
              <a:pathLst>
                <a:path extrusionOk="0" h="1549" w="917">
                  <a:moveTo>
                    <a:pt x="452" y="0"/>
                  </a:moveTo>
                  <a:cubicBezTo>
                    <a:pt x="202" y="0"/>
                    <a:pt x="0" y="346"/>
                    <a:pt x="0" y="774"/>
                  </a:cubicBezTo>
                  <a:cubicBezTo>
                    <a:pt x="0" y="1191"/>
                    <a:pt x="202" y="1548"/>
                    <a:pt x="452" y="1548"/>
                  </a:cubicBezTo>
                  <a:cubicBezTo>
                    <a:pt x="714" y="1548"/>
                    <a:pt x="917" y="1191"/>
                    <a:pt x="917" y="774"/>
                  </a:cubicBezTo>
                  <a:cubicBezTo>
                    <a:pt x="917" y="346"/>
                    <a:pt x="714" y="0"/>
                    <a:pt x="452" y="0"/>
                  </a:cubicBezTo>
                  <a:close/>
                </a:path>
              </a:pathLst>
            </a:custGeom>
            <a:solidFill>
              <a:srgbClr val="06060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" name="Google Shape;252;p19"/>
            <p:cNvSpPr/>
            <p:nvPr/>
          </p:nvSpPr>
          <p:spPr>
            <a:xfrm>
              <a:off x="2002345" y="1739929"/>
              <a:ext cx="30303" cy="51132"/>
            </a:xfrm>
            <a:custGeom>
              <a:rect b="b" l="l" r="r" t="t"/>
              <a:pathLst>
                <a:path extrusionOk="0" h="1549" w="918">
                  <a:moveTo>
                    <a:pt x="453" y="0"/>
                  </a:moveTo>
                  <a:cubicBezTo>
                    <a:pt x="203" y="0"/>
                    <a:pt x="1" y="346"/>
                    <a:pt x="1" y="774"/>
                  </a:cubicBezTo>
                  <a:cubicBezTo>
                    <a:pt x="1" y="1191"/>
                    <a:pt x="203" y="1548"/>
                    <a:pt x="453" y="1548"/>
                  </a:cubicBezTo>
                  <a:cubicBezTo>
                    <a:pt x="715" y="1548"/>
                    <a:pt x="917" y="1191"/>
                    <a:pt x="917" y="774"/>
                  </a:cubicBezTo>
                  <a:cubicBezTo>
                    <a:pt x="917" y="346"/>
                    <a:pt x="715" y="0"/>
                    <a:pt x="453" y="0"/>
                  </a:cubicBezTo>
                  <a:close/>
                </a:path>
              </a:pathLst>
            </a:custGeom>
            <a:solidFill>
              <a:srgbClr val="06060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" name="Google Shape;253;p19"/>
            <p:cNvSpPr/>
            <p:nvPr/>
          </p:nvSpPr>
          <p:spPr>
            <a:xfrm>
              <a:off x="1925692" y="1729299"/>
              <a:ext cx="29907" cy="103816"/>
            </a:xfrm>
            <a:custGeom>
              <a:rect b="b" l="l" r="r" t="t"/>
              <a:pathLst>
                <a:path extrusionOk="0" h="3145" w="906">
                  <a:moveTo>
                    <a:pt x="537" y="1"/>
                  </a:moveTo>
                  <a:cubicBezTo>
                    <a:pt x="453" y="1"/>
                    <a:pt x="394" y="84"/>
                    <a:pt x="418" y="156"/>
                  </a:cubicBezTo>
                  <a:cubicBezTo>
                    <a:pt x="418" y="168"/>
                    <a:pt x="477" y="858"/>
                    <a:pt x="203" y="1632"/>
                  </a:cubicBezTo>
                  <a:cubicBezTo>
                    <a:pt x="13" y="2180"/>
                    <a:pt x="1" y="2525"/>
                    <a:pt x="132" y="2775"/>
                  </a:cubicBezTo>
                  <a:cubicBezTo>
                    <a:pt x="239" y="2966"/>
                    <a:pt x="429" y="3085"/>
                    <a:pt x="727" y="3144"/>
                  </a:cubicBezTo>
                  <a:lnTo>
                    <a:pt x="751" y="3144"/>
                  </a:lnTo>
                  <a:cubicBezTo>
                    <a:pt x="810" y="3144"/>
                    <a:pt x="870" y="3096"/>
                    <a:pt x="894" y="3037"/>
                  </a:cubicBezTo>
                  <a:cubicBezTo>
                    <a:pt x="906" y="2966"/>
                    <a:pt x="858" y="2894"/>
                    <a:pt x="787" y="2882"/>
                  </a:cubicBezTo>
                  <a:cubicBezTo>
                    <a:pt x="560" y="2835"/>
                    <a:pt x="429" y="2763"/>
                    <a:pt x="370" y="2644"/>
                  </a:cubicBezTo>
                  <a:cubicBezTo>
                    <a:pt x="275" y="2465"/>
                    <a:pt x="310" y="2180"/>
                    <a:pt x="477" y="1715"/>
                  </a:cubicBezTo>
                  <a:cubicBezTo>
                    <a:pt x="751" y="882"/>
                    <a:pt x="679" y="156"/>
                    <a:pt x="679" y="120"/>
                  </a:cubicBezTo>
                  <a:cubicBezTo>
                    <a:pt x="679" y="48"/>
                    <a:pt x="608" y="1"/>
                    <a:pt x="537" y="1"/>
                  </a:cubicBezTo>
                  <a:close/>
                </a:path>
              </a:pathLst>
            </a:custGeom>
            <a:solidFill>
              <a:srgbClr val="06060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" name="Google Shape;254;p19"/>
            <p:cNvSpPr/>
            <p:nvPr/>
          </p:nvSpPr>
          <p:spPr>
            <a:xfrm>
              <a:off x="1904069" y="1858540"/>
              <a:ext cx="103024" cy="15449"/>
            </a:xfrm>
            <a:custGeom>
              <a:rect b="b" l="l" r="r" t="t"/>
              <a:pathLst>
                <a:path extrusionOk="0" h="468" w="3121">
                  <a:moveTo>
                    <a:pt x="157" y="0"/>
                  </a:moveTo>
                  <a:cubicBezTo>
                    <a:pt x="95" y="0"/>
                    <a:pt x="33" y="28"/>
                    <a:pt x="13" y="98"/>
                  </a:cubicBezTo>
                  <a:cubicBezTo>
                    <a:pt x="1" y="170"/>
                    <a:pt x="25" y="241"/>
                    <a:pt x="96" y="277"/>
                  </a:cubicBezTo>
                  <a:cubicBezTo>
                    <a:pt x="132" y="289"/>
                    <a:pt x="680" y="467"/>
                    <a:pt x="1513" y="467"/>
                  </a:cubicBezTo>
                  <a:cubicBezTo>
                    <a:pt x="1942" y="467"/>
                    <a:pt x="2454" y="420"/>
                    <a:pt x="3001" y="277"/>
                  </a:cubicBezTo>
                  <a:cubicBezTo>
                    <a:pt x="3073" y="253"/>
                    <a:pt x="3120" y="182"/>
                    <a:pt x="3109" y="110"/>
                  </a:cubicBezTo>
                  <a:cubicBezTo>
                    <a:pt x="3098" y="46"/>
                    <a:pt x="3030" y="1"/>
                    <a:pt x="2964" y="1"/>
                  </a:cubicBezTo>
                  <a:cubicBezTo>
                    <a:pt x="2957" y="1"/>
                    <a:pt x="2949" y="2"/>
                    <a:pt x="2942" y="3"/>
                  </a:cubicBezTo>
                  <a:cubicBezTo>
                    <a:pt x="2422" y="138"/>
                    <a:pt x="1944" y="183"/>
                    <a:pt x="1538" y="183"/>
                  </a:cubicBezTo>
                  <a:cubicBezTo>
                    <a:pt x="726" y="183"/>
                    <a:pt x="199" y="3"/>
                    <a:pt x="191" y="3"/>
                  </a:cubicBezTo>
                  <a:cubicBezTo>
                    <a:pt x="180" y="1"/>
                    <a:pt x="169" y="0"/>
                    <a:pt x="157" y="0"/>
                  </a:cubicBezTo>
                  <a:close/>
                </a:path>
              </a:pathLst>
            </a:custGeom>
            <a:solidFill>
              <a:srgbClr val="06060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" name="Google Shape;255;p19"/>
            <p:cNvSpPr/>
            <p:nvPr/>
          </p:nvSpPr>
          <p:spPr>
            <a:xfrm>
              <a:off x="1849831" y="1702394"/>
              <a:ext cx="68034" cy="17132"/>
            </a:xfrm>
            <a:custGeom>
              <a:rect b="b" l="l" r="r" t="t"/>
              <a:pathLst>
                <a:path extrusionOk="0" h="519" w="2061">
                  <a:moveTo>
                    <a:pt x="1059" y="1"/>
                  </a:moveTo>
                  <a:cubicBezTo>
                    <a:pt x="752" y="1"/>
                    <a:pt x="408" y="64"/>
                    <a:pt x="96" y="268"/>
                  </a:cubicBezTo>
                  <a:cubicBezTo>
                    <a:pt x="13" y="316"/>
                    <a:pt x="1" y="399"/>
                    <a:pt x="49" y="459"/>
                  </a:cubicBezTo>
                  <a:cubicBezTo>
                    <a:pt x="72" y="506"/>
                    <a:pt x="120" y="518"/>
                    <a:pt x="168" y="518"/>
                  </a:cubicBezTo>
                  <a:cubicBezTo>
                    <a:pt x="180" y="518"/>
                    <a:pt x="215" y="518"/>
                    <a:pt x="239" y="494"/>
                  </a:cubicBezTo>
                  <a:cubicBezTo>
                    <a:pt x="496" y="326"/>
                    <a:pt x="783" y="273"/>
                    <a:pt x="1043" y="273"/>
                  </a:cubicBezTo>
                  <a:cubicBezTo>
                    <a:pt x="1480" y="273"/>
                    <a:pt x="1839" y="423"/>
                    <a:pt x="1846" y="423"/>
                  </a:cubicBezTo>
                  <a:cubicBezTo>
                    <a:pt x="1864" y="429"/>
                    <a:pt x="1882" y="432"/>
                    <a:pt x="1899" y="432"/>
                  </a:cubicBezTo>
                  <a:cubicBezTo>
                    <a:pt x="1955" y="432"/>
                    <a:pt x="2007" y="403"/>
                    <a:pt x="2025" y="340"/>
                  </a:cubicBezTo>
                  <a:cubicBezTo>
                    <a:pt x="2061" y="268"/>
                    <a:pt x="2025" y="197"/>
                    <a:pt x="1954" y="161"/>
                  </a:cubicBezTo>
                  <a:cubicBezTo>
                    <a:pt x="1925" y="154"/>
                    <a:pt x="1537" y="1"/>
                    <a:pt x="1059" y="1"/>
                  </a:cubicBezTo>
                  <a:close/>
                </a:path>
              </a:pathLst>
            </a:custGeom>
            <a:solidFill>
              <a:srgbClr val="06060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" name="Google Shape;256;p19"/>
            <p:cNvSpPr/>
            <p:nvPr/>
          </p:nvSpPr>
          <p:spPr>
            <a:xfrm>
              <a:off x="1987424" y="1702394"/>
              <a:ext cx="68001" cy="17132"/>
            </a:xfrm>
            <a:custGeom>
              <a:rect b="b" l="l" r="r" t="t"/>
              <a:pathLst>
                <a:path extrusionOk="0" h="519" w="2060">
                  <a:moveTo>
                    <a:pt x="1058" y="1"/>
                  </a:moveTo>
                  <a:cubicBezTo>
                    <a:pt x="751" y="1"/>
                    <a:pt x="407" y="64"/>
                    <a:pt x="95" y="268"/>
                  </a:cubicBezTo>
                  <a:cubicBezTo>
                    <a:pt x="12" y="316"/>
                    <a:pt x="0" y="399"/>
                    <a:pt x="48" y="459"/>
                  </a:cubicBezTo>
                  <a:cubicBezTo>
                    <a:pt x="72" y="506"/>
                    <a:pt x="119" y="518"/>
                    <a:pt x="167" y="518"/>
                  </a:cubicBezTo>
                  <a:cubicBezTo>
                    <a:pt x="179" y="518"/>
                    <a:pt x="214" y="518"/>
                    <a:pt x="238" y="494"/>
                  </a:cubicBezTo>
                  <a:cubicBezTo>
                    <a:pt x="495" y="326"/>
                    <a:pt x="783" y="273"/>
                    <a:pt x="1042" y="273"/>
                  </a:cubicBezTo>
                  <a:cubicBezTo>
                    <a:pt x="1479" y="273"/>
                    <a:pt x="1838" y="423"/>
                    <a:pt x="1846" y="423"/>
                  </a:cubicBezTo>
                  <a:cubicBezTo>
                    <a:pt x="1863" y="429"/>
                    <a:pt x="1881" y="432"/>
                    <a:pt x="1899" y="432"/>
                  </a:cubicBezTo>
                  <a:cubicBezTo>
                    <a:pt x="1954" y="432"/>
                    <a:pt x="2006" y="403"/>
                    <a:pt x="2024" y="340"/>
                  </a:cubicBezTo>
                  <a:cubicBezTo>
                    <a:pt x="2060" y="268"/>
                    <a:pt x="2024" y="197"/>
                    <a:pt x="1953" y="161"/>
                  </a:cubicBezTo>
                  <a:cubicBezTo>
                    <a:pt x="1924" y="154"/>
                    <a:pt x="1537" y="1"/>
                    <a:pt x="1058" y="1"/>
                  </a:cubicBezTo>
                  <a:close/>
                </a:path>
              </a:pathLst>
            </a:custGeom>
            <a:solidFill>
              <a:srgbClr val="06060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" name="Google Shape;257;p19"/>
            <p:cNvSpPr/>
            <p:nvPr/>
          </p:nvSpPr>
          <p:spPr>
            <a:xfrm>
              <a:off x="1920971" y="1726559"/>
              <a:ext cx="55457" cy="18122"/>
            </a:xfrm>
            <a:custGeom>
              <a:rect b="b" l="l" r="r" t="t"/>
              <a:pathLst>
                <a:path extrusionOk="0" h="549" w="1680">
                  <a:moveTo>
                    <a:pt x="899" y="0"/>
                  </a:moveTo>
                  <a:cubicBezTo>
                    <a:pt x="565" y="0"/>
                    <a:pt x="258" y="159"/>
                    <a:pt x="84" y="298"/>
                  </a:cubicBezTo>
                  <a:cubicBezTo>
                    <a:pt x="25" y="346"/>
                    <a:pt x="1" y="429"/>
                    <a:pt x="49" y="489"/>
                  </a:cubicBezTo>
                  <a:cubicBezTo>
                    <a:pt x="78" y="526"/>
                    <a:pt x="122" y="544"/>
                    <a:pt x="165" y="544"/>
                  </a:cubicBezTo>
                  <a:cubicBezTo>
                    <a:pt x="191" y="544"/>
                    <a:pt x="217" y="538"/>
                    <a:pt x="239" y="524"/>
                  </a:cubicBezTo>
                  <a:cubicBezTo>
                    <a:pt x="263" y="501"/>
                    <a:pt x="561" y="277"/>
                    <a:pt x="905" y="277"/>
                  </a:cubicBezTo>
                  <a:cubicBezTo>
                    <a:pt x="1078" y="277"/>
                    <a:pt x="1262" y="333"/>
                    <a:pt x="1430" y="501"/>
                  </a:cubicBezTo>
                  <a:cubicBezTo>
                    <a:pt x="1454" y="536"/>
                    <a:pt x="1489" y="548"/>
                    <a:pt x="1525" y="548"/>
                  </a:cubicBezTo>
                  <a:cubicBezTo>
                    <a:pt x="1549" y="548"/>
                    <a:pt x="1584" y="536"/>
                    <a:pt x="1620" y="501"/>
                  </a:cubicBezTo>
                  <a:cubicBezTo>
                    <a:pt x="1680" y="441"/>
                    <a:pt x="1680" y="370"/>
                    <a:pt x="1620" y="310"/>
                  </a:cubicBezTo>
                  <a:cubicBezTo>
                    <a:pt x="1392" y="82"/>
                    <a:pt x="1139" y="0"/>
                    <a:pt x="899" y="0"/>
                  </a:cubicBezTo>
                  <a:close/>
                </a:path>
              </a:pathLst>
            </a:custGeom>
            <a:solidFill>
              <a:srgbClr val="06060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" name="Google Shape;258;p19"/>
            <p:cNvSpPr/>
            <p:nvPr/>
          </p:nvSpPr>
          <p:spPr>
            <a:xfrm>
              <a:off x="1856136" y="1912877"/>
              <a:ext cx="218328" cy="295142"/>
            </a:xfrm>
            <a:custGeom>
              <a:rect b="b" l="l" r="r" t="t"/>
              <a:pathLst>
                <a:path extrusionOk="0" h="8941" w="6614">
                  <a:moveTo>
                    <a:pt x="5858" y="0"/>
                  </a:moveTo>
                  <a:lnTo>
                    <a:pt x="5858" y="0"/>
                  </a:lnTo>
                  <a:cubicBezTo>
                    <a:pt x="5019" y="862"/>
                    <a:pt x="3948" y="1646"/>
                    <a:pt x="3274" y="1646"/>
                  </a:cubicBezTo>
                  <a:cubicBezTo>
                    <a:pt x="3250" y="1646"/>
                    <a:pt x="3226" y="1645"/>
                    <a:pt x="3203" y="1643"/>
                  </a:cubicBezTo>
                  <a:cubicBezTo>
                    <a:pt x="2608" y="1584"/>
                    <a:pt x="1655" y="1024"/>
                    <a:pt x="822" y="333"/>
                  </a:cubicBezTo>
                  <a:lnTo>
                    <a:pt x="822" y="333"/>
                  </a:lnTo>
                  <a:cubicBezTo>
                    <a:pt x="822" y="334"/>
                    <a:pt x="1405" y="3810"/>
                    <a:pt x="405" y="4774"/>
                  </a:cubicBezTo>
                  <a:cubicBezTo>
                    <a:pt x="405" y="4774"/>
                    <a:pt x="0" y="8156"/>
                    <a:pt x="3334" y="8870"/>
                  </a:cubicBezTo>
                  <a:cubicBezTo>
                    <a:pt x="3557" y="8918"/>
                    <a:pt x="3764" y="8940"/>
                    <a:pt x="3955" y="8940"/>
                  </a:cubicBezTo>
                  <a:cubicBezTo>
                    <a:pt x="6614" y="8940"/>
                    <a:pt x="6251" y="4608"/>
                    <a:pt x="6251" y="4608"/>
                  </a:cubicBezTo>
                  <a:cubicBezTo>
                    <a:pt x="6251" y="4608"/>
                    <a:pt x="5203" y="3524"/>
                    <a:pt x="5858" y="0"/>
                  </a:cubicBezTo>
                  <a:close/>
                </a:path>
              </a:pathLst>
            </a:custGeom>
            <a:solidFill>
              <a:srgbClr val="FFFFFF"/>
            </a:solidFill>
            <a:ln cap="flat" cmpd="sng" w="3875">
              <a:solidFill>
                <a:schemeClr val="dk1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" name="Google Shape;259;p19"/>
            <p:cNvSpPr/>
            <p:nvPr/>
          </p:nvSpPr>
          <p:spPr>
            <a:xfrm>
              <a:off x="1883635" y="1923870"/>
              <a:ext cx="141151" cy="99459"/>
            </a:xfrm>
            <a:custGeom>
              <a:rect b="b" l="l" r="r" t="t"/>
              <a:pathLst>
                <a:path extrusionOk="0" h="3013" w="4276">
                  <a:moveTo>
                    <a:pt x="1" y="0"/>
                  </a:moveTo>
                  <a:cubicBezTo>
                    <a:pt x="1" y="1"/>
                    <a:pt x="287" y="1667"/>
                    <a:pt x="120" y="3013"/>
                  </a:cubicBezTo>
                  <a:cubicBezTo>
                    <a:pt x="1108" y="2834"/>
                    <a:pt x="3204" y="2239"/>
                    <a:pt x="4275" y="358"/>
                  </a:cubicBezTo>
                  <a:lnTo>
                    <a:pt x="4275" y="358"/>
                  </a:lnTo>
                  <a:cubicBezTo>
                    <a:pt x="3632" y="911"/>
                    <a:pt x="2935" y="1314"/>
                    <a:pt x="2459" y="1314"/>
                  </a:cubicBezTo>
                  <a:cubicBezTo>
                    <a:pt x="2432" y="1314"/>
                    <a:pt x="2407" y="1313"/>
                    <a:pt x="2382" y="1310"/>
                  </a:cubicBezTo>
                  <a:cubicBezTo>
                    <a:pt x="1787" y="1251"/>
                    <a:pt x="834" y="691"/>
                    <a:pt x="1" y="0"/>
                  </a:cubicBezTo>
                  <a:close/>
                </a:path>
              </a:pathLst>
            </a:custGeom>
            <a:solidFill>
              <a:srgbClr val="06060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" name="Google Shape;260;p19"/>
            <p:cNvSpPr/>
            <p:nvPr/>
          </p:nvSpPr>
          <p:spPr>
            <a:xfrm>
              <a:off x="1641924" y="2059085"/>
              <a:ext cx="748733" cy="891468"/>
            </a:xfrm>
            <a:custGeom>
              <a:rect b="b" l="l" r="r" t="t"/>
              <a:pathLst>
                <a:path extrusionOk="0" h="27006" w="22682">
                  <a:moveTo>
                    <a:pt x="12716" y="0"/>
                  </a:moveTo>
                  <a:cubicBezTo>
                    <a:pt x="12716" y="0"/>
                    <a:pt x="13079" y="4284"/>
                    <a:pt x="10437" y="4284"/>
                  </a:cubicBezTo>
                  <a:cubicBezTo>
                    <a:pt x="10248" y="4284"/>
                    <a:pt x="10044" y="4262"/>
                    <a:pt x="9823" y="4215"/>
                  </a:cubicBezTo>
                  <a:cubicBezTo>
                    <a:pt x="6537" y="3513"/>
                    <a:pt x="6942" y="179"/>
                    <a:pt x="6942" y="179"/>
                  </a:cubicBezTo>
                  <a:lnTo>
                    <a:pt x="6942" y="179"/>
                  </a:lnTo>
                  <a:cubicBezTo>
                    <a:pt x="6942" y="179"/>
                    <a:pt x="2798" y="1322"/>
                    <a:pt x="1405" y="2250"/>
                  </a:cubicBezTo>
                  <a:cubicBezTo>
                    <a:pt x="1" y="3167"/>
                    <a:pt x="655" y="9227"/>
                    <a:pt x="882" y="11775"/>
                  </a:cubicBezTo>
                  <a:cubicBezTo>
                    <a:pt x="1108" y="14311"/>
                    <a:pt x="1715" y="25682"/>
                    <a:pt x="1715" y="25682"/>
                  </a:cubicBezTo>
                  <a:cubicBezTo>
                    <a:pt x="1715" y="25682"/>
                    <a:pt x="5117" y="27006"/>
                    <a:pt x="10023" y="27006"/>
                  </a:cubicBezTo>
                  <a:cubicBezTo>
                    <a:pt x="12280" y="27006"/>
                    <a:pt x="14854" y="26726"/>
                    <a:pt x="17562" y="25908"/>
                  </a:cubicBezTo>
                  <a:lnTo>
                    <a:pt x="18003" y="13883"/>
                  </a:lnTo>
                  <a:cubicBezTo>
                    <a:pt x="18003" y="13883"/>
                    <a:pt x="22170" y="12740"/>
                    <a:pt x="22432" y="12311"/>
                  </a:cubicBezTo>
                  <a:cubicBezTo>
                    <a:pt x="22682" y="11847"/>
                    <a:pt x="21015" y="5215"/>
                    <a:pt x="20455" y="3632"/>
                  </a:cubicBezTo>
                  <a:cubicBezTo>
                    <a:pt x="19884" y="2048"/>
                    <a:pt x="18265" y="1357"/>
                    <a:pt x="17348" y="1227"/>
                  </a:cubicBezTo>
                  <a:cubicBezTo>
                    <a:pt x="16419" y="1084"/>
                    <a:pt x="12717" y="0"/>
                    <a:pt x="1271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" name="Google Shape;261;p19"/>
            <p:cNvSpPr/>
            <p:nvPr/>
          </p:nvSpPr>
          <p:spPr>
            <a:xfrm>
              <a:off x="1641924" y="2108603"/>
              <a:ext cx="97908" cy="567937"/>
            </a:xfrm>
            <a:custGeom>
              <a:rect b="b" l="l" r="r" t="t"/>
              <a:pathLst>
                <a:path extrusionOk="0" h="17205" w="2966">
                  <a:moveTo>
                    <a:pt x="2894" y="0"/>
                  </a:moveTo>
                  <a:lnTo>
                    <a:pt x="2894" y="0"/>
                  </a:lnTo>
                  <a:cubicBezTo>
                    <a:pt x="2298" y="238"/>
                    <a:pt x="1763" y="500"/>
                    <a:pt x="1405" y="739"/>
                  </a:cubicBezTo>
                  <a:cubicBezTo>
                    <a:pt x="1" y="1655"/>
                    <a:pt x="655" y="7716"/>
                    <a:pt x="882" y="10264"/>
                  </a:cubicBezTo>
                  <a:cubicBezTo>
                    <a:pt x="941" y="11049"/>
                    <a:pt x="1048" y="12704"/>
                    <a:pt x="1167" y="14585"/>
                  </a:cubicBezTo>
                  <a:lnTo>
                    <a:pt x="1310" y="17205"/>
                  </a:lnTo>
                  <a:cubicBezTo>
                    <a:pt x="1310" y="17205"/>
                    <a:pt x="2775" y="17050"/>
                    <a:pt x="2894" y="12490"/>
                  </a:cubicBezTo>
                  <a:cubicBezTo>
                    <a:pt x="2965" y="9287"/>
                    <a:pt x="2858" y="1786"/>
                    <a:pt x="289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" name="Google Shape;262;p19"/>
            <p:cNvSpPr/>
            <p:nvPr/>
          </p:nvSpPr>
          <p:spPr>
            <a:xfrm>
              <a:off x="2236200" y="2347178"/>
              <a:ext cx="73150" cy="169440"/>
            </a:xfrm>
            <a:custGeom>
              <a:rect b="b" l="l" r="r" t="t"/>
              <a:pathLst>
                <a:path extrusionOk="0" h="5133" w="2216">
                  <a:moveTo>
                    <a:pt x="608" y="0"/>
                  </a:moveTo>
                  <a:lnTo>
                    <a:pt x="1" y="5132"/>
                  </a:lnTo>
                  <a:cubicBezTo>
                    <a:pt x="1" y="5132"/>
                    <a:pt x="1096" y="4834"/>
                    <a:pt x="2215" y="4477"/>
                  </a:cubicBezTo>
                  <a:lnTo>
                    <a:pt x="1763" y="36"/>
                  </a:lnTo>
                  <a:lnTo>
                    <a:pt x="60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" name="Google Shape;263;p19"/>
            <p:cNvSpPr/>
            <p:nvPr/>
          </p:nvSpPr>
          <p:spPr>
            <a:xfrm>
              <a:off x="2110822" y="2784649"/>
              <a:ext cx="115601" cy="141514"/>
            </a:xfrm>
            <a:custGeom>
              <a:rect b="b" l="l" r="r" t="t"/>
              <a:pathLst>
                <a:path extrusionOk="0" h="4287" w="3502">
                  <a:moveTo>
                    <a:pt x="3501" y="0"/>
                  </a:moveTo>
                  <a:lnTo>
                    <a:pt x="3442" y="262"/>
                  </a:lnTo>
                  <a:lnTo>
                    <a:pt x="1" y="893"/>
                  </a:lnTo>
                  <a:lnTo>
                    <a:pt x="1918" y="4286"/>
                  </a:lnTo>
                  <a:cubicBezTo>
                    <a:pt x="2394" y="4167"/>
                    <a:pt x="2870" y="4048"/>
                    <a:pt x="3346" y="3905"/>
                  </a:cubicBezTo>
                  <a:lnTo>
                    <a:pt x="350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" name="Google Shape;264;p19"/>
            <p:cNvSpPr/>
            <p:nvPr/>
          </p:nvSpPr>
          <p:spPr>
            <a:xfrm>
              <a:off x="1516314" y="1819157"/>
              <a:ext cx="267909" cy="734572"/>
            </a:xfrm>
            <a:custGeom>
              <a:rect b="b" l="l" r="r" t="t"/>
              <a:pathLst>
                <a:path extrusionOk="0" h="22253" w="8116">
                  <a:moveTo>
                    <a:pt x="6180" y="1"/>
                  </a:moveTo>
                  <a:cubicBezTo>
                    <a:pt x="5936" y="1"/>
                    <a:pt x="5645" y="815"/>
                    <a:pt x="5508" y="1315"/>
                  </a:cubicBezTo>
                  <a:cubicBezTo>
                    <a:pt x="5341" y="1922"/>
                    <a:pt x="4818" y="2994"/>
                    <a:pt x="4782" y="3339"/>
                  </a:cubicBezTo>
                  <a:cubicBezTo>
                    <a:pt x="4782" y="3339"/>
                    <a:pt x="4520" y="5185"/>
                    <a:pt x="4329" y="6018"/>
                  </a:cubicBezTo>
                  <a:cubicBezTo>
                    <a:pt x="4139" y="6851"/>
                    <a:pt x="746" y="15341"/>
                    <a:pt x="329" y="18210"/>
                  </a:cubicBezTo>
                  <a:cubicBezTo>
                    <a:pt x="0" y="20472"/>
                    <a:pt x="1566" y="22252"/>
                    <a:pt x="3339" y="22252"/>
                  </a:cubicBezTo>
                  <a:cubicBezTo>
                    <a:pt x="3816" y="22252"/>
                    <a:pt x="4308" y="22124"/>
                    <a:pt x="4782" y="21841"/>
                  </a:cubicBezTo>
                  <a:cubicBezTo>
                    <a:pt x="6996" y="20496"/>
                    <a:pt x="6711" y="7554"/>
                    <a:pt x="6711" y="7554"/>
                  </a:cubicBezTo>
                  <a:cubicBezTo>
                    <a:pt x="6711" y="7554"/>
                    <a:pt x="7127" y="7090"/>
                    <a:pt x="7127" y="5554"/>
                  </a:cubicBezTo>
                  <a:cubicBezTo>
                    <a:pt x="7127" y="5554"/>
                    <a:pt x="7913" y="5280"/>
                    <a:pt x="8008" y="4804"/>
                  </a:cubicBezTo>
                  <a:cubicBezTo>
                    <a:pt x="8092" y="4315"/>
                    <a:pt x="8008" y="4006"/>
                    <a:pt x="8008" y="4006"/>
                  </a:cubicBezTo>
                  <a:cubicBezTo>
                    <a:pt x="8008" y="4006"/>
                    <a:pt x="8116" y="3315"/>
                    <a:pt x="7818" y="3220"/>
                  </a:cubicBezTo>
                  <a:cubicBezTo>
                    <a:pt x="7818" y="3220"/>
                    <a:pt x="7663" y="2327"/>
                    <a:pt x="7342" y="2196"/>
                  </a:cubicBezTo>
                  <a:cubicBezTo>
                    <a:pt x="7295" y="2178"/>
                    <a:pt x="7242" y="2170"/>
                    <a:pt x="7184" y="2170"/>
                  </a:cubicBezTo>
                  <a:cubicBezTo>
                    <a:pt x="6826" y="2170"/>
                    <a:pt x="6306" y="2470"/>
                    <a:pt x="6306" y="2470"/>
                  </a:cubicBezTo>
                  <a:cubicBezTo>
                    <a:pt x="6306" y="2470"/>
                    <a:pt x="6580" y="613"/>
                    <a:pt x="6330" y="124"/>
                  </a:cubicBezTo>
                  <a:cubicBezTo>
                    <a:pt x="6283" y="38"/>
                    <a:pt x="6233" y="1"/>
                    <a:pt x="6180" y="1"/>
                  </a:cubicBezTo>
                  <a:close/>
                </a:path>
              </a:pathLst>
            </a:custGeom>
            <a:solidFill>
              <a:srgbClr val="FFFFFF"/>
            </a:solidFill>
            <a:ln cap="flat" cmpd="sng" w="3875">
              <a:solidFill>
                <a:schemeClr val="dk1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" name="Google Shape;265;p19"/>
            <p:cNvSpPr/>
            <p:nvPr/>
          </p:nvSpPr>
          <p:spPr>
            <a:xfrm>
              <a:off x="2231479" y="2342028"/>
              <a:ext cx="25187" cy="178881"/>
            </a:xfrm>
            <a:custGeom>
              <a:rect b="b" l="l" r="r" t="t"/>
              <a:pathLst>
                <a:path extrusionOk="0" h="5419" w="763">
                  <a:moveTo>
                    <a:pt x="613" y="0"/>
                  </a:moveTo>
                  <a:cubicBezTo>
                    <a:pt x="547" y="0"/>
                    <a:pt x="477" y="55"/>
                    <a:pt x="477" y="121"/>
                  </a:cubicBezTo>
                  <a:lnTo>
                    <a:pt x="1" y="5276"/>
                  </a:lnTo>
                  <a:cubicBezTo>
                    <a:pt x="1" y="5348"/>
                    <a:pt x="49" y="5407"/>
                    <a:pt x="144" y="5419"/>
                  </a:cubicBezTo>
                  <a:cubicBezTo>
                    <a:pt x="203" y="5419"/>
                    <a:pt x="263" y="5371"/>
                    <a:pt x="275" y="5300"/>
                  </a:cubicBezTo>
                  <a:lnTo>
                    <a:pt x="751" y="156"/>
                  </a:lnTo>
                  <a:cubicBezTo>
                    <a:pt x="763" y="73"/>
                    <a:pt x="703" y="2"/>
                    <a:pt x="632" y="2"/>
                  </a:cubicBezTo>
                  <a:cubicBezTo>
                    <a:pt x="626" y="1"/>
                    <a:pt x="619" y="0"/>
                    <a:pt x="613" y="0"/>
                  </a:cubicBezTo>
                  <a:close/>
                </a:path>
              </a:pathLst>
            </a:custGeom>
            <a:solidFill>
              <a:srgbClr val="06060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" name="Google Shape;266;p19"/>
            <p:cNvSpPr/>
            <p:nvPr/>
          </p:nvSpPr>
          <p:spPr>
            <a:xfrm>
              <a:off x="2236200" y="2341764"/>
              <a:ext cx="59385" cy="121378"/>
            </a:xfrm>
            <a:custGeom>
              <a:rect b="b" l="l" r="r" t="t"/>
              <a:pathLst>
                <a:path extrusionOk="0" h="3677" w="1799">
                  <a:moveTo>
                    <a:pt x="1638" y="1"/>
                  </a:moveTo>
                  <a:cubicBezTo>
                    <a:pt x="1587" y="1"/>
                    <a:pt x="1540" y="28"/>
                    <a:pt x="1513" y="81"/>
                  </a:cubicBezTo>
                  <a:lnTo>
                    <a:pt x="25" y="3474"/>
                  </a:lnTo>
                  <a:cubicBezTo>
                    <a:pt x="1" y="3558"/>
                    <a:pt x="25" y="3629"/>
                    <a:pt x="96" y="3653"/>
                  </a:cubicBezTo>
                  <a:cubicBezTo>
                    <a:pt x="132" y="3677"/>
                    <a:pt x="144" y="3677"/>
                    <a:pt x="156" y="3677"/>
                  </a:cubicBezTo>
                  <a:cubicBezTo>
                    <a:pt x="203" y="3677"/>
                    <a:pt x="251" y="3641"/>
                    <a:pt x="275" y="3582"/>
                  </a:cubicBezTo>
                  <a:lnTo>
                    <a:pt x="1763" y="188"/>
                  </a:lnTo>
                  <a:cubicBezTo>
                    <a:pt x="1799" y="117"/>
                    <a:pt x="1763" y="33"/>
                    <a:pt x="1691" y="10"/>
                  </a:cubicBezTo>
                  <a:cubicBezTo>
                    <a:pt x="1674" y="4"/>
                    <a:pt x="1656" y="1"/>
                    <a:pt x="1638" y="1"/>
                  </a:cubicBezTo>
                  <a:close/>
                </a:path>
              </a:pathLst>
            </a:custGeom>
            <a:solidFill>
              <a:srgbClr val="06060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" name="Google Shape;267;p19"/>
            <p:cNvSpPr/>
            <p:nvPr/>
          </p:nvSpPr>
          <p:spPr>
            <a:xfrm>
              <a:off x="1720525" y="1925454"/>
              <a:ext cx="53113" cy="11025"/>
            </a:xfrm>
            <a:custGeom>
              <a:rect b="b" l="l" r="r" t="t"/>
              <a:pathLst>
                <a:path extrusionOk="0" fill="none" h="334" w="1609">
                  <a:moveTo>
                    <a:pt x="1" y="333"/>
                  </a:moveTo>
                  <a:lnTo>
                    <a:pt x="1608" y="0"/>
                  </a:lnTo>
                </a:path>
              </a:pathLst>
            </a:custGeom>
            <a:noFill/>
            <a:ln cap="flat" cmpd="sng" w="3875">
              <a:solidFill>
                <a:srgbClr val="060606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" name="Google Shape;268;p19"/>
            <p:cNvSpPr/>
            <p:nvPr/>
          </p:nvSpPr>
          <p:spPr>
            <a:xfrm>
              <a:off x="1732310" y="1951368"/>
              <a:ext cx="47600" cy="11058"/>
            </a:xfrm>
            <a:custGeom>
              <a:rect b="b" l="l" r="r" t="t"/>
              <a:pathLst>
                <a:path extrusionOk="0" fill="none" h="335" w="1442">
                  <a:moveTo>
                    <a:pt x="1" y="334"/>
                  </a:moveTo>
                  <a:lnTo>
                    <a:pt x="1442" y="1"/>
                  </a:lnTo>
                </a:path>
              </a:pathLst>
            </a:custGeom>
            <a:noFill/>
            <a:ln cap="flat" cmpd="sng" w="3875">
              <a:solidFill>
                <a:srgbClr val="060606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" name="Google Shape;269;p19"/>
            <p:cNvSpPr/>
            <p:nvPr/>
          </p:nvSpPr>
          <p:spPr>
            <a:xfrm>
              <a:off x="2087647" y="2397092"/>
              <a:ext cx="538855" cy="417048"/>
            </a:xfrm>
            <a:custGeom>
              <a:rect b="b" l="l" r="r" t="t"/>
              <a:pathLst>
                <a:path extrusionOk="0" h="12634" w="16324">
                  <a:moveTo>
                    <a:pt x="15276" y="1"/>
                  </a:moveTo>
                  <a:lnTo>
                    <a:pt x="0" y="2036"/>
                  </a:lnTo>
                  <a:lnTo>
                    <a:pt x="703" y="12633"/>
                  </a:lnTo>
                  <a:lnTo>
                    <a:pt x="16324" y="10883"/>
                  </a:lnTo>
                  <a:lnTo>
                    <a:pt x="1527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" name="Google Shape;270;p19"/>
            <p:cNvSpPr/>
            <p:nvPr/>
          </p:nvSpPr>
          <p:spPr>
            <a:xfrm>
              <a:off x="2087647" y="2464304"/>
              <a:ext cx="538855" cy="349840"/>
            </a:xfrm>
            <a:custGeom>
              <a:rect b="b" l="l" r="r" t="t"/>
              <a:pathLst>
                <a:path extrusionOk="0" h="10598" w="16324">
                  <a:moveTo>
                    <a:pt x="0" y="0"/>
                  </a:moveTo>
                  <a:lnTo>
                    <a:pt x="703" y="10597"/>
                  </a:lnTo>
                  <a:lnTo>
                    <a:pt x="16324" y="884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" name="Google Shape;271;p19"/>
            <p:cNvSpPr/>
            <p:nvPr/>
          </p:nvSpPr>
          <p:spPr>
            <a:xfrm>
              <a:off x="2303808" y="2553930"/>
              <a:ext cx="108108" cy="108108"/>
            </a:xfrm>
            <a:custGeom>
              <a:rect b="b" l="l" r="r" t="t"/>
              <a:pathLst>
                <a:path extrusionOk="0" h="3275" w="3275">
                  <a:moveTo>
                    <a:pt x="1644" y="0"/>
                  </a:moveTo>
                  <a:cubicBezTo>
                    <a:pt x="739" y="0"/>
                    <a:pt x="1" y="726"/>
                    <a:pt x="1" y="1631"/>
                  </a:cubicBezTo>
                  <a:cubicBezTo>
                    <a:pt x="1" y="2536"/>
                    <a:pt x="739" y="3274"/>
                    <a:pt x="1644" y="3274"/>
                  </a:cubicBezTo>
                  <a:cubicBezTo>
                    <a:pt x="2537" y="3274"/>
                    <a:pt x="3275" y="2536"/>
                    <a:pt x="3275" y="1631"/>
                  </a:cubicBezTo>
                  <a:cubicBezTo>
                    <a:pt x="3275" y="726"/>
                    <a:pt x="2537" y="0"/>
                    <a:pt x="1644" y="0"/>
                  </a:cubicBezTo>
                  <a:close/>
                </a:path>
              </a:pathLst>
            </a:custGeom>
            <a:solidFill>
              <a:srgbClr val="06060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" name="Google Shape;272;p19"/>
            <p:cNvSpPr/>
            <p:nvPr/>
          </p:nvSpPr>
          <p:spPr>
            <a:xfrm>
              <a:off x="2273536" y="2626589"/>
              <a:ext cx="240181" cy="210967"/>
            </a:xfrm>
            <a:custGeom>
              <a:rect b="b" l="l" r="r" t="t"/>
              <a:pathLst>
                <a:path extrusionOk="0" h="6391" w="7276">
                  <a:moveTo>
                    <a:pt x="3622" y="1"/>
                  </a:moveTo>
                  <a:cubicBezTo>
                    <a:pt x="3618" y="1"/>
                    <a:pt x="3613" y="1"/>
                    <a:pt x="3608" y="2"/>
                  </a:cubicBezTo>
                  <a:cubicBezTo>
                    <a:pt x="3108" y="61"/>
                    <a:pt x="3525" y="1728"/>
                    <a:pt x="3525" y="1728"/>
                  </a:cubicBezTo>
                  <a:cubicBezTo>
                    <a:pt x="3525" y="1728"/>
                    <a:pt x="2865" y="335"/>
                    <a:pt x="2303" y="335"/>
                  </a:cubicBezTo>
                  <a:cubicBezTo>
                    <a:pt x="2261" y="335"/>
                    <a:pt x="2220" y="343"/>
                    <a:pt x="2180" y="359"/>
                  </a:cubicBezTo>
                  <a:cubicBezTo>
                    <a:pt x="1584" y="585"/>
                    <a:pt x="2799" y="2633"/>
                    <a:pt x="2799" y="2633"/>
                  </a:cubicBezTo>
                  <a:cubicBezTo>
                    <a:pt x="2799" y="2633"/>
                    <a:pt x="1412" y="954"/>
                    <a:pt x="974" y="954"/>
                  </a:cubicBezTo>
                  <a:cubicBezTo>
                    <a:pt x="953" y="954"/>
                    <a:pt x="934" y="958"/>
                    <a:pt x="918" y="966"/>
                  </a:cubicBezTo>
                  <a:cubicBezTo>
                    <a:pt x="560" y="1145"/>
                    <a:pt x="1620" y="3074"/>
                    <a:pt x="1620" y="3074"/>
                  </a:cubicBezTo>
                  <a:cubicBezTo>
                    <a:pt x="1620" y="3074"/>
                    <a:pt x="695" y="2012"/>
                    <a:pt x="337" y="2012"/>
                  </a:cubicBezTo>
                  <a:cubicBezTo>
                    <a:pt x="313" y="2012"/>
                    <a:pt x="293" y="2016"/>
                    <a:pt x="275" y="2026"/>
                  </a:cubicBezTo>
                  <a:cubicBezTo>
                    <a:pt x="1" y="2169"/>
                    <a:pt x="513" y="3466"/>
                    <a:pt x="1692" y="4943"/>
                  </a:cubicBezTo>
                  <a:cubicBezTo>
                    <a:pt x="2804" y="6351"/>
                    <a:pt x="3755" y="6384"/>
                    <a:pt x="3840" y="6384"/>
                  </a:cubicBezTo>
                  <a:cubicBezTo>
                    <a:pt x="3844" y="6384"/>
                    <a:pt x="3847" y="6383"/>
                    <a:pt x="3847" y="6383"/>
                  </a:cubicBezTo>
                  <a:cubicBezTo>
                    <a:pt x="3847" y="6383"/>
                    <a:pt x="3896" y="6390"/>
                    <a:pt x="3982" y="6390"/>
                  </a:cubicBezTo>
                  <a:cubicBezTo>
                    <a:pt x="4308" y="6390"/>
                    <a:pt x="5163" y="6294"/>
                    <a:pt x="5906" y="5371"/>
                  </a:cubicBezTo>
                  <a:cubicBezTo>
                    <a:pt x="6847" y="4240"/>
                    <a:pt x="7276" y="2276"/>
                    <a:pt x="6811" y="2097"/>
                  </a:cubicBezTo>
                  <a:cubicBezTo>
                    <a:pt x="6780" y="2085"/>
                    <a:pt x="6747" y="2080"/>
                    <a:pt x="6713" y="2080"/>
                  </a:cubicBezTo>
                  <a:cubicBezTo>
                    <a:pt x="6235" y="2080"/>
                    <a:pt x="5549" y="3181"/>
                    <a:pt x="5549" y="3181"/>
                  </a:cubicBezTo>
                  <a:cubicBezTo>
                    <a:pt x="5549" y="3181"/>
                    <a:pt x="4135" y="1"/>
                    <a:pt x="3622" y="1"/>
                  </a:cubicBezTo>
                  <a:close/>
                </a:path>
              </a:pathLst>
            </a:custGeom>
            <a:solidFill>
              <a:srgbClr val="FFFFFF"/>
            </a:solidFill>
            <a:ln cap="flat" cmpd="sng" w="3875">
              <a:solidFill>
                <a:schemeClr val="dk1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" name="Google Shape;273;p19"/>
            <p:cNvSpPr/>
            <p:nvPr/>
          </p:nvSpPr>
          <p:spPr>
            <a:xfrm>
              <a:off x="1828605" y="1806744"/>
              <a:ext cx="64105" cy="45224"/>
            </a:xfrm>
            <a:custGeom>
              <a:rect b="b" l="l" r="r" t="t"/>
              <a:pathLst>
                <a:path extrusionOk="0" h="1370" w="1942">
                  <a:moveTo>
                    <a:pt x="965" y="0"/>
                  </a:moveTo>
                  <a:cubicBezTo>
                    <a:pt x="442" y="0"/>
                    <a:pt x="1" y="298"/>
                    <a:pt x="1" y="679"/>
                  </a:cubicBezTo>
                  <a:cubicBezTo>
                    <a:pt x="1" y="1060"/>
                    <a:pt x="442" y="1370"/>
                    <a:pt x="965" y="1370"/>
                  </a:cubicBezTo>
                  <a:cubicBezTo>
                    <a:pt x="1501" y="1370"/>
                    <a:pt x="1942" y="1060"/>
                    <a:pt x="1942" y="679"/>
                  </a:cubicBezTo>
                  <a:cubicBezTo>
                    <a:pt x="1942" y="298"/>
                    <a:pt x="1501" y="0"/>
                    <a:pt x="96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" name="Google Shape;274;p19"/>
            <p:cNvSpPr/>
            <p:nvPr/>
          </p:nvSpPr>
          <p:spPr>
            <a:xfrm>
              <a:off x="2013338" y="1806744"/>
              <a:ext cx="64105" cy="45224"/>
            </a:xfrm>
            <a:custGeom>
              <a:rect b="b" l="l" r="r" t="t"/>
              <a:pathLst>
                <a:path extrusionOk="0" h="1370" w="1942">
                  <a:moveTo>
                    <a:pt x="965" y="0"/>
                  </a:moveTo>
                  <a:cubicBezTo>
                    <a:pt x="441" y="0"/>
                    <a:pt x="1" y="298"/>
                    <a:pt x="1" y="679"/>
                  </a:cubicBezTo>
                  <a:cubicBezTo>
                    <a:pt x="1" y="1060"/>
                    <a:pt x="441" y="1370"/>
                    <a:pt x="965" y="1370"/>
                  </a:cubicBezTo>
                  <a:cubicBezTo>
                    <a:pt x="1501" y="1370"/>
                    <a:pt x="1942" y="1060"/>
                    <a:pt x="1942" y="679"/>
                  </a:cubicBezTo>
                  <a:cubicBezTo>
                    <a:pt x="1942" y="298"/>
                    <a:pt x="1501" y="0"/>
                    <a:pt x="96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" name="Google Shape;275;p19"/>
            <p:cNvSpPr/>
            <p:nvPr/>
          </p:nvSpPr>
          <p:spPr>
            <a:xfrm>
              <a:off x="1804242" y="1699423"/>
              <a:ext cx="131710" cy="131710"/>
            </a:xfrm>
            <a:custGeom>
              <a:rect b="b" l="l" r="r" t="t"/>
              <a:pathLst>
                <a:path extrusionOk="0" h="3990" w="3990">
                  <a:moveTo>
                    <a:pt x="1989" y="275"/>
                  </a:moveTo>
                  <a:cubicBezTo>
                    <a:pt x="2942" y="275"/>
                    <a:pt x="3716" y="1049"/>
                    <a:pt x="3716" y="2001"/>
                  </a:cubicBezTo>
                  <a:cubicBezTo>
                    <a:pt x="3716" y="2954"/>
                    <a:pt x="2942" y="3728"/>
                    <a:pt x="1989" y="3728"/>
                  </a:cubicBezTo>
                  <a:cubicBezTo>
                    <a:pt x="1037" y="3728"/>
                    <a:pt x="263" y="2954"/>
                    <a:pt x="263" y="2001"/>
                  </a:cubicBezTo>
                  <a:cubicBezTo>
                    <a:pt x="263" y="1049"/>
                    <a:pt x="1037" y="275"/>
                    <a:pt x="1989" y="275"/>
                  </a:cubicBezTo>
                  <a:close/>
                  <a:moveTo>
                    <a:pt x="1989" y="1"/>
                  </a:moveTo>
                  <a:cubicBezTo>
                    <a:pt x="894" y="1"/>
                    <a:pt x="1" y="894"/>
                    <a:pt x="1" y="2001"/>
                  </a:cubicBezTo>
                  <a:cubicBezTo>
                    <a:pt x="1" y="3097"/>
                    <a:pt x="894" y="3990"/>
                    <a:pt x="1989" y="3990"/>
                  </a:cubicBezTo>
                  <a:cubicBezTo>
                    <a:pt x="3096" y="3990"/>
                    <a:pt x="3989" y="3097"/>
                    <a:pt x="3989" y="2001"/>
                  </a:cubicBezTo>
                  <a:cubicBezTo>
                    <a:pt x="3989" y="894"/>
                    <a:pt x="3096" y="1"/>
                    <a:pt x="1989" y="1"/>
                  </a:cubicBezTo>
                  <a:close/>
                </a:path>
              </a:pathLst>
            </a:custGeom>
            <a:solidFill>
              <a:srgbClr val="06060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" name="Google Shape;276;p19"/>
            <p:cNvSpPr/>
            <p:nvPr/>
          </p:nvSpPr>
          <p:spPr>
            <a:xfrm>
              <a:off x="1961873" y="1699423"/>
              <a:ext cx="131677" cy="131710"/>
            </a:xfrm>
            <a:custGeom>
              <a:rect b="b" l="l" r="r" t="t"/>
              <a:pathLst>
                <a:path extrusionOk="0" h="3990" w="3989">
                  <a:moveTo>
                    <a:pt x="2000" y="275"/>
                  </a:moveTo>
                  <a:cubicBezTo>
                    <a:pt x="2953" y="275"/>
                    <a:pt x="3727" y="1049"/>
                    <a:pt x="3727" y="2001"/>
                  </a:cubicBezTo>
                  <a:cubicBezTo>
                    <a:pt x="3727" y="2954"/>
                    <a:pt x="2953" y="3728"/>
                    <a:pt x="2000" y="3728"/>
                  </a:cubicBezTo>
                  <a:cubicBezTo>
                    <a:pt x="1048" y="3728"/>
                    <a:pt x="274" y="2954"/>
                    <a:pt x="274" y="2001"/>
                  </a:cubicBezTo>
                  <a:cubicBezTo>
                    <a:pt x="274" y="1049"/>
                    <a:pt x="1048" y="275"/>
                    <a:pt x="2000" y="275"/>
                  </a:cubicBezTo>
                  <a:close/>
                  <a:moveTo>
                    <a:pt x="2000" y="1"/>
                  </a:moveTo>
                  <a:cubicBezTo>
                    <a:pt x="893" y="1"/>
                    <a:pt x="0" y="894"/>
                    <a:pt x="0" y="2001"/>
                  </a:cubicBezTo>
                  <a:cubicBezTo>
                    <a:pt x="0" y="3097"/>
                    <a:pt x="893" y="3990"/>
                    <a:pt x="2000" y="3990"/>
                  </a:cubicBezTo>
                  <a:cubicBezTo>
                    <a:pt x="3096" y="3990"/>
                    <a:pt x="3989" y="3097"/>
                    <a:pt x="3989" y="2001"/>
                  </a:cubicBezTo>
                  <a:cubicBezTo>
                    <a:pt x="3989" y="894"/>
                    <a:pt x="3096" y="1"/>
                    <a:pt x="2000" y="1"/>
                  </a:cubicBezTo>
                  <a:close/>
                </a:path>
              </a:pathLst>
            </a:custGeom>
            <a:solidFill>
              <a:srgbClr val="06060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" name="Google Shape;277;p19"/>
            <p:cNvSpPr/>
            <p:nvPr/>
          </p:nvSpPr>
          <p:spPr>
            <a:xfrm>
              <a:off x="2012975" y="1490823"/>
              <a:ext cx="49152" cy="42649"/>
            </a:xfrm>
            <a:custGeom>
              <a:rect b="b" l="l" r="r" t="t"/>
              <a:pathLst>
                <a:path extrusionOk="0" h="1292" w="1489">
                  <a:moveTo>
                    <a:pt x="667" y="992"/>
                  </a:moveTo>
                  <a:lnTo>
                    <a:pt x="667" y="992"/>
                  </a:lnTo>
                  <a:cubicBezTo>
                    <a:pt x="680" y="1006"/>
                    <a:pt x="691" y="1020"/>
                    <a:pt x="702" y="1034"/>
                  </a:cubicBezTo>
                  <a:cubicBezTo>
                    <a:pt x="690" y="1021"/>
                    <a:pt x="678" y="1006"/>
                    <a:pt x="667" y="992"/>
                  </a:cubicBezTo>
                  <a:close/>
                  <a:moveTo>
                    <a:pt x="441" y="1"/>
                  </a:moveTo>
                  <a:cubicBezTo>
                    <a:pt x="414" y="1"/>
                    <a:pt x="387" y="4"/>
                    <a:pt x="357" y="10"/>
                  </a:cubicBezTo>
                  <a:cubicBezTo>
                    <a:pt x="298" y="10"/>
                    <a:pt x="250" y="22"/>
                    <a:pt x="214" y="57"/>
                  </a:cubicBezTo>
                  <a:cubicBezTo>
                    <a:pt x="119" y="105"/>
                    <a:pt x="48" y="200"/>
                    <a:pt x="36" y="295"/>
                  </a:cubicBezTo>
                  <a:cubicBezTo>
                    <a:pt x="0" y="403"/>
                    <a:pt x="12" y="522"/>
                    <a:pt x="71" y="605"/>
                  </a:cubicBezTo>
                  <a:cubicBezTo>
                    <a:pt x="131" y="700"/>
                    <a:pt x="214" y="784"/>
                    <a:pt x="310" y="795"/>
                  </a:cubicBezTo>
                  <a:cubicBezTo>
                    <a:pt x="369" y="819"/>
                    <a:pt x="429" y="831"/>
                    <a:pt x="488" y="855"/>
                  </a:cubicBezTo>
                  <a:lnTo>
                    <a:pt x="405" y="807"/>
                  </a:lnTo>
                  <a:lnTo>
                    <a:pt x="405" y="807"/>
                  </a:lnTo>
                  <a:cubicBezTo>
                    <a:pt x="476" y="843"/>
                    <a:pt x="548" y="891"/>
                    <a:pt x="607" y="938"/>
                  </a:cubicBezTo>
                  <a:cubicBezTo>
                    <a:pt x="583" y="915"/>
                    <a:pt x="548" y="891"/>
                    <a:pt x="536" y="879"/>
                  </a:cubicBezTo>
                  <a:lnTo>
                    <a:pt x="536" y="879"/>
                  </a:lnTo>
                  <a:cubicBezTo>
                    <a:pt x="575" y="902"/>
                    <a:pt x="615" y="937"/>
                    <a:pt x="651" y="974"/>
                  </a:cubicBezTo>
                  <a:lnTo>
                    <a:pt x="651" y="974"/>
                  </a:lnTo>
                  <a:lnTo>
                    <a:pt x="726" y="1093"/>
                  </a:lnTo>
                  <a:cubicBezTo>
                    <a:pt x="774" y="1188"/>
                    <a:pt x="881" y="1260"/>
                    <a:pt x="964" y="1272"/>
                  </a:cubicBezTo>
                  <a:cubicBezTo>
                    <a:pt x="1005" y="1285"/>
                    <a:pt x="1046" y="1292"/>
                    <a:pt x="1088" y="1292"/>
                  </a:cubicBezTo>
                  <a:cubicBezTo>
                    <a:pt x="1158" y="1292"/>
                    <a:pt x="1226" y="1273"/>
                    <a:pt x="1286" y="1236"/>
                  </a:cubicBezTo>
                  <a:cubicBezTo>
                    <a:pt x="1369" y="1176"/>
                    <a:pt x="1441" y="1093"/>
                    <a:pt x="1464" y="986"/>
                  </a:cubicBezTo>
                  <a:cubicBezTo>
                    <a:pt x="1488" y="891"/>
                    <a:pt x="1476" y="784"/>
                    <a:pt x="1417" y="676"/>
                  </a:cubicBezTo>
                  <a:cubicBezTo>
                    <a:pt x="1369" y="593"/>
                    <a:pt x="1310" y="498"/>
                    <a:pt x="1238" y="426"/>
                  </a:cubicBezTo>
                  <a:cubicBezTo>
                    <a:pt x="1167" y="355"/>
                    <a:pt x="1083" y="272"/>
                    <a:pt x="1000" y="212"/>
                  </a:cubicBezTo>
                  <a:cubicBezTo>
                    <a:pt x="941" y="176"/>
                    <a:pt x="881" y="141"/>
                    <a:pt x="822" y="117"/>
                  </a:cubicBezTo>
                  <a:cubicBezTo>
                    <a:pt x="726" y="69"/>
                    <a:pt x="631" y="22"/>
                    <a:pt x="524" y="10"/>
                  </a:cubicBezTo>
                  <a:cubicBezTo>
                    <a:pt x="494" y="4"/>
                    <a:pt x="467" y="1"/>
                    <a:pt x="44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" name="Google Shape;278;p19"/>
            <p:cNvSpPr/>
            <p:nvPr/>
          </p:nvSpPr>
          <p:spPr>
            <a:xfrm>
              <a:off x="2042817" y="1541826"/>
              <a:ext cx="34627" cy="26375"/>
            </a:xfrm>
            <a:custGeom>
              <a:rect b="b" l="l" r="r" t="t"/>
              <a:pathLst>
                <a:path extrusionOk="0" h="799" w="1049">
                  <a:moveTo>
                    <a:pt x="525" y="1"/>
                  </a:moveTo>
                  <a:cubicBezTo>
                    <a:pt x="25" y="1"/>
                    <a:pt x="1" y="798"/>
                    <a:pt x="525" y="798"/>
                  </a:cubicBezTo>
                  <a:cubicBezTo>
                    <a:pt x="1049" y="798"/>
                    <a:pt x="1049" y="1"/>
                    <a:pt x="52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" name="Google Shape;279;p19"/>
            <p:cNvSpPr/>
            <p:nvPr/>
          </p:nvSpPr>
          <p:spPr>
            <a:xfrm>
              <a:off x="2107289" y="1594974"/>
              <a:ext cx="43276" cy="41031"/>
            </a:xfrm>
            <a:custGeom>
              <a:rect b="b" l="l" r="r" t="t"/>
              <a:pathLst>
                <a:path extrusionOk="0" h="1243" w="1311">
                  <a:moveTo>
                    <a:pt x="453" y="1"/>
                  </a:moveTo>
                  <a:cubicBezTo>
                    <a:pt x="426" y="1"/>
                    <a:pt x="399" y="4"/>
                    <a:pt x="370" y="10"/>
                  </a:cubicBezTo>
                  <a:cubicBezTo>
                    <a:pt x="310" y="10"/>
                    <a:pt x="274" y="22"/>
                    <a:pt x="227" y="57"/>
                  </a:cubicBezTo>
                  <a:cubicBezTo>
                    <a:pt x="179" y="81"/>
                    <a:pt x="131" y="117"/>
                    <a:pt x="108" y="153"/>
                  </a:cubicBezTo>
                  <a:cubicBezTo>
                    <a:pt x="72" y="200"/>
                    <a:pt x="48" y="248"/>
                    <a:pt x="36" y="296"/>
                  </a:cubicBezTo>
                  <a:cubicBezTo>
                    <a:pt x="1" y="391"/>
                    <a:pt x="12" y="510"/>
                    <a:pt x="72" y="605"/>
                  </a:cubicBezTo>
                  <a:cubicBezTo>
                    <a:pt x="96" y="629"/>
                    <a:pt x="120" y="665"/>
                    <a:pt x="131" y="677"/>
                  </a:cubicBezTo>
                  <a:cubicBezTo>
                    <a:pt x="167" y="677"/>
                    <a:pt x="227" y="712"/>
                    <a:pt x="298" y="736"/>
                  </a:cubicBezTo>
                  <a:cubicBezTo>
                    <a:pt x="328" y="736"/>
                    <a:pt x="357" y="745"/>
                    <a:pt x="384" y="758"/>
                  </a:cubicBezTo>
                  <a:lnTo>
                    <a:pt x="384" y="758"/>
                  </a:lnTo>
                  <a:lnTo>
                    <a:pt x="346" y="736"/>
                  </a:lnTo>
                  <a:lnTo>
                    <a:pt x="346" y="736"/>
                  </a:lnTo>
                  <a:cubicBezTo>
                    <a:pt x="365" y="746"/>
                    <a:pt x="382" y="755"/>
                    <a:pt x="398" y="765"/>
                  </a:cubicBezTo>
                  <a:lnTo>
                    <a:pt x="398" y="765"/>
                  </a:lnTo>
                  <a:cubicBezTo>
                    <a:pt x="394" y="763"/>
                    <a:pt x="389" y="760"/>
                    <a:pt x="384" y="758"/>
                  </a:cubicBezTo>
                  <a:lnTo>
                    <a:pt x="384" y="758"/>
                  </a:lnTo>
                  <a:lnTo>
                    <a:pt x="414" y="775"/>
                  </a:lnTo>
                  <a:lnTo>
                    <a:pt x="414" y="775"/>
                  </a:lnTo>
                  <a:cubicBezTo>
                    <a:pt x="409" y="772"/>
                    <a:pt x="404" y="768"/>
                    <a:pt x="398" y="765"/>
                  </a:cubicBezTo>
                  <a:lnTo>
                    <a:pt x="398" y="765"/>
                  </a:lnTo>
                  <a:cubicBezTo>
                    <a:pt x="409" y="771"/>
                    <a:pt x="420" y="777"/>
                    <a:pt x="429" y="784"/>
                  </a:cubicBezTo>
                  <a:lnTo>
                    <a:pt x="414" y="775"/>
                  </a:lnTo>
                  <a:lnTo>
                    <a:pt x="414" y="775"/>
                  </a:lnTo>
                  <a:cubicBezTo>
                    <a:pt x="425" y="782"/>
                    <a:pt x="435" y="789"/>
                    <a:pt x="446" y="797"/>
                  </a:cubicBezTo>
                  <a:lnTo>
                    <a:pt x="446" y="797"/>
                  </a:lnTo>
                  <a:cubicBezTo>
                    <a:pt x="427" y="782"/>
                    <a:pt x="413" y="768"/>
                    <a:pt x="405" y="760"/>
                  </a:cubicBezTo>
                  <a:lnTo>
                    <a:pt x="405" y="760"/>
                  </a:lnTo>
                  <a:cubicBezTo>
                    <a:pt x="419" y="769"/>
                    <a:pt x="433" y="782"/>
                    <a:pt x="446" y="797"/>
                  </a:cubicBezTo>
                  <a:lnTo>
                    <a:pt x="446" y="797"/>
                  </a:lnTo>
                  <a:cubicBezTo>
                    <a:pt x="446" y="797"/>
                    <a:pt x="446" y="797"/>
                    <a:pt x="446" y="797"/>
                  </a:cubicBezTo>
                  <a:lnTo>
                    <a:pt x="446" y="797"/>
                  </a:lnTo>
                  <a:cubicBezTo>
                    <a:pt x="446" y="797"/>
                    <a:pt x="446" y="797"/>
                    <a:pt x="446" y="797"/>
                  </a:cubicBezTo>
                  <a:lnTo>
                    <a:pt x="446" y="797"/>
                  </a:lnTo>
                  <a:cubicBezTo>
                    <a:pt x="446" y="797"/>
                    <a:pt x="446" y="797"/>
                    <a:pt x="446" y="797"/>
                  </a:cubicBezTo>
                  <a:lnTo>
                    <a:pt x="446" y="797"/>
                  </a:lnTo>
                  <a:cubicBezTo>
                    <a:pt x="456" y="804"/>
                    <a:pt x="466" y="811"/>
                    <a:pt x="477" y="819"/>
                  </a:cubicBezTo>
                  <a:cubicBezTo>
                    <a:pt x="465" y="812"/>
                    <a:pt x="455" y="804"/>
                    <a:pt x="446" y="797"/>
                  </a:cubicBezTo>
                  <a:lnTo>
                    <a:pt x="446" y="797"/>
                  </a:lnTo>
                  <a:cubicBezTo>
                    <a:pt x="453" y="804"/>
                    <a:pt x="459" y="812"/>
                    <a:pt x="465" y="821"/>
                  </a:cubicBezTo>
                  <a:lnTo>
                    <a:pt x="465" y="821"/>
                  </a:lnTo>
                  <a:cubicBezTo>
                    <a:pt x="457" y="812"/>
                    <a:pt x="449" y="804"/>
                    <a:pt x="441" y="796"/>
                  </a:cubicBezTo>
                  <a:lnTo>
                    <a:pt x="441" y="796"/>
                  </a:lnTo>
                  <a:cubicBezTo>
                    <a:pt x="456" y="816"/>
                    <a:pt x="469" y="836"/>
                    <a:pt x="481" y="857"/>
                  </a:cubicBezTo>
                  <a:lnTo>
                    <a:pt x="481" y="857"/>
                  </a:lnTo>
                  <a:cubicBezTo>
                    <a:pt x="491" y="888"/>
                    <a:pt x="501" y="919"/>
                    <a:pt x="501" y="950"/>
                  </a:cubicBezTo>
                  <a:cubicBezTo>
                    <a:pt x="524" y="1010"/>
                    <a:pt x="536" y="1058"/>
                    <a:pt x="584" y="1081"/>
                  </a:cubicBezTo>
                  <a:cubicBezTo>
                    <a:pt x="608" y="1129"/>
                    <a:pt x="643" y="1153"/>
                    <a:pt x="703" y="1189"/>
                  </a:cubicBezTo>
                  <a:cubicBezTo>
                    <a:pt x="739" y="1212"/>
                    <a:pt x="786" y="1224"/>
                    <a:pt x="846" y="1224"/>
                  </a:cubicBezTo>
                  <a:cubicBezTo>
                    <a:pt x="876" y="1236"/>
                    <a:pt x="902" y="1242"/>
                    <a:pt x="929" y="1242"/>
                  </a:cubicBezTo>
                  <a:cubicBezTo>
                    <a:pt x="956" y="1242"/>
                    <a:pt x="983" y="1236"/>
                    <a:pt x="1013" y="1224"/>
                  </a:cubicBezTo>
                  <a:cubicBezTo>
                    <a:pt x="1120" y="1200"/>
                    <a:pt x="1203" y="1141"/>
                    <a:pt x="1251" y="1058"/>
                  </a:cubicBezTo>
                  <a:lnTo>
                    <a:pt x="1298" y="962"/>
                  </a:lnTo>
                  <a:cubicBezTo>
                    <a:pt x="1310" y="891"/>
                    <a:pt x="1310" y="808"/>
                    <a:pt x="1298" y="760"/>
                  </a:cubicBezTo>
                  <a:cubicBezTo>
                    <a:pt x="1286" y="665"/>
                    <a:pt x="1239" y="581"/>
                    <a:pt x="1191" y="486"/>
                  </a:cubicBezTo>
                  <a:cubicBezTo>
                    <a:pt x="1167" y="427"/>
                    <a:pt x="1120" y="379"/>
                    <a:pt x="1084" y="331"/>
                  </a:cubicBezTo>
                  <a:cubicBezTo>
                    <a:pt x="1072" y="307"/>
                    <a:pt x="1048" y="296"/>
                    <a:pt x="1024" y="260"/>
                  </a:cubicBezTo>
                  <a:cubicBezTo>
                    <a:pt x="989" y="212"/>
                    <a:pt x="929" y="188"/>
                    <a:pt x="882" y="141"/>
                  </a:cubicBezTo>
                  <a:cubicBezTo>
                    <a:pt x="846" y="129"/>
                    <a:pt x="834" y="117"/>
                    <a:pt x="810" y="93"/>
                  </a:cubicBezTo>
                  <a:cubicBezTo>
                    <a:pt x="715" y="57"/>
                    <a:pt x="632" y="22"/>
                    <a:pt x="536" y="10"/>
                  </a:cubicBezTo>
                  <a:cubicBezTo>
                    <a:pt x="507" y="4"/>
                    <a:pt x="480" y="1"/>
                    <a:pt x="45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" name="Google Shape;280;p19"/>
            <p:cNvSpPr/>
            <p:nvPr/>
          </p:nvSpPr>
          <p:spPr>
            <a:xfrm>
              <a:off x="1895453" y="1522547"/>
              <a:ext cx="66845" cy="48261"/>
            </a:xfrm>
            <a:custGeom>
              <a:rect b="b" l="l" r="r" t="t"/>
              <a:pathLst>
                <a:path extrusionOk="0" h="1462" w="2025">
                  <a:moveTo>
                    <a:pt x="703" y="870"/>
                  </a:moveTo>
                  <a:lnTo>
                    <a:pt x="768" y="895"/>
                  </a:lnTo>
                  <a:lnTo>
                    <a:pt x="768" y="895"/>
                  </a:lnTo>
                  <a:cubicBezTo>
                    <a:pt x="746" y="885"/>
                    <a:pt x="725" y="877"/>
                    <a:pt x="703" y="870"/>
                  </a:cubicBezTo>
                  <a:close/>
                  <a:moveTo>
                    <a:pt x="400" y="1"/>
                  </a:moveTo>
                  <a:cubicBezTo>
                    <a:pt x="202" y="1"/>
                    <a:pt x="1" y="198"/>
                    <a:pt x="24" y="406"/>
                  </a:cubicBezTo>
                  <a:cubicBezTo>
                    <a:pt x="24" y="632"/>
                    <a:pt x="179" y="787"/>
                    <a:pt x="405" y="811"/>
                  </a:cubicBezTo>
                  <a:cubicBezTo>
                    <a:pt x="536" y="823"/>
                    <a:pt x="679" y="847"/>
                    <a:pt x="798" y="906"/>
                  </a:cubicBezTo>
                  <a:lnTo>
                    <a:pt x="768" y="895"/>
                  </a:lnTo>
                  <a:lnTo>
                    <a:pt x="768" y="895"/>
                  </a:lnTo>
                  <a:cubicBezTo>
                    <a:pt x="842" y="928"/>
                    <a:pt x="911" y="976"/>
                    <a:pt x="981" y="1023"/>
                  </a:cubicBezTo>
                  <a:lnTo>
                    <a:pt x="981" y="1023"/>
                  </a:lnTo>
                  <a:cubicBezTo>
                    <a:pt x="1048" y="1078"/>
                    <a:pt x="1109" y="1143"/>
                    <a:pt x="1170" y="1206"/>
                  </a:cubicBezTo>
                  <a:lnTo>
                    <a:pt x="1170" y="1206"/>
                  </a:lnTo>
                  <a:cubicBezTo>
                    <a:pt x="1182" y="1225"/>
                    <a:pt x="1198" y="1247"/>
                    <a:pt x="1214" y="1263"/>
                  </a:cubicBezTo>
                  <a:cubicBezTo>
                    <a:pt x="1274" y="1358"/>
                    <a:pt x="1345" y="1430"/>
                    <a:pt x="1453" y="1442"/>
                  </a:cubicBezTo>
                  <a:cubicBezTo>
                    <a:pt x="1488" y="1455"/>
                    <a:pt x="1527" y="1462"/>
                    <a:pt x="1567" y="1462"/>
                  </a:cubicBezTo>
                  <a:cubicBezTo>
                    <a:pt x="1634" y="1462"/>
                    <a:pt x="1703" y="1443"/>
                    <a:pt x="1762" y="1406"/>
                  </a:cubicBezTo>
                  <a:cubicBezTo>
                    <a:pt x="1941" y="1287"/>
                    <a:pt x="2024" y="1025"/>
                    <a:pt x="1905" y="847"/>
                  </a:cubicBezTo>
                  <a:cubicBezTo>
                    <a:pt x="1572" y="346"/>
                    <a:pt x="1036" y="37"/>
                    <a:pt x="417" y="1"/>
                  </a:cubicBezTo>
                  <a:cubicBezTo>
                    <a:pt x="411" y="1"/>
                    <a:pt x="405" y="1"/>
                    <a:pt x="40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" name="Google Shape;281;p19"/>
            <p:cNvSpPr/>
            <p:nvPr/>
          </p:nvSpPr>
          <p:spPr>
            <a:xfrm>
              <a:off x="1185207" y="1598045"/>
              <a:ext cx="101044" cy="101407"/>
            </a:xfrm>
            <a:custGeom>
              <a:rect b="b" l="l" r="r" t="t"/>
              <a:pathLst>
                <a:path extrusionOk="0" h="3072" w="3061">
                  <a:moveTo>
                    <a:pt x="1536" y="0"/>
                  </a:moveTo>
                  <a:cubicBezTo>
                    <a:pt x="679" y="0"/>
                    <a:pt x="0" y="691"/>
                    <a:pt x="0" y="1536"/>
                  </a:cubicBezTo>
                  <a:cubicBezTo>
                    <a:pt x="0" y="2381"/>
                    <a:pt x="679" y="3072"/>
                    <a:pt x="1536" y="3072"/>
                  </a:cubicBezTo>
                  <a:cubicBezTo>
                    <a:pt x="2382" y="3072"/>
                    <a:pt x="3060" y="2381"/>
                    <a:pt x="3060" y="1536"/>
                  </a:cubicBezTo>
                  <a:cubicBezTo>
                    <a:pt x="3060" y="691"/>
                    <a:pt x="2382" y="0"/>
                    <a:pt x="153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" name="Google Shape;282;p19"/>
            <p:cNvSpPr/>
            <p:nvPr/>
          </p:nvSpPr>
          <p:spPr>
            <a:xfrm>
              <a:off x="1356571" y="1804367"/>
              <a:ext cx="47204" cy="47600"/>
            </a:xfrm>
            <a:custGeom>
              <a:rect b="b" l="l" r="r" t="t"/>
              <a:pathLst>
                <a:path extrusionOk="0" h="1442" w="1430">
                  <a:moveTo>
                    <a:pt x="715" y="1"/>
                  </a:moveTo>
                  <a:cubicBezTo>
                    <a:pt x="322" y="1"/>
                    <a:pt x="1" y="322"/>
                    <a:pt x="1" y="727"/>
                  </a:cubicBezTo>
                  <a:cubicBezTo>
                    <a:pt x="1" y="1120"/>
                    <a:pt x="322" y="1442"/>
                    <a:pt x="715" y="1442"/>
                  </a:cubicBezTo>
                  <a:cubicBezTo>
                    <a:pt x="1108" y="1442"/>
                    <a:pt x="1429" y="1120"/>
                    <a:pt x="1429" y="727"/>
                  </a:cubicBezTo>
                  <a:cubicBezTo>
                    <a:pt x="1429" y="322"/>
                    <a:pt x="1108" y="1"/>
                    <a:pt x="71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" name="Google Shape;283;p19"/>
            <p:cNvSpPr/>
            <p:nvPr/>
          </p:nvSpPr>
          <p:spPr>
            <a:xfrm>
              <a:off x="2554168" y="1670340"/>
              <a:ext cx="163135" cy="163135"/>
            </a:xfrm>
            <a:custGeom>
              <a:rect b="b" l="l" r="r" t="t"/>
              <a:pathLst>
                <a:path extrusionOk="0" h="4942" w="4942">
                  <a:moveTo>
                    <a:pt x="2477" y="1"/>
                  </a:moveTo>
                  <a:cubicBezTo>
                    <a:pt x="1108" y="1"/>
                    <a:pt x="1" y="1108"/>
                    <a:pt x="1" y="2477"/>
                  </a:cubicBezTo>
                  <a:cubicBezTo>
                    <a:pt x="1" y="3835"/>
                    <a:pt x="1108" y="4942"/>
                    <a:pt x="2477" y="4942"/>
                  </a:cubicBezTo>
                  <a:cubicBezTo>
                    <a:pt x="3847" y="4942"/>
                    <a:pt x="4942" y="3835"/>
                    <a:pt x="4942" y="2477"/>
                  </a:cubicBezTo>
                  <a:cubicBezTo>
                    <a:pt x="4942" y="1108"/>
                    <a:pt x="3847" y="1"/>
                    <a:pt x="247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" name="Google Shape;284;p19"/>
            <p:cNvSpPr/>
            <p:nvPr/>
          </p:nvSpPr>
          <p:spPr>
            <a:xfrm>
              <a:off x="2955491" y="2715456"/>
              <a:ext cx="121477" cy="121873"/>
            </a:xfrm>
            <a:custGeom>
              <a:rect b="b" l="l" r="r" t="t"/>
              <a:pathLst>
                <a:path extrusionOk="0" h="3692" w="3680">
                  <a:moveTo>
                    <a:pt x="1846" y="1"/>
                  </a:moveTo>
                  <a:cubicBezTo>
                    <a:pt x="822" y="1"/>
                    <a:pt x="0" y="822"/>
                    <a:pt x="0" y="1846"/>
                  </a:cubicBezTo>
                  <a:cubicBezTo>
                    <a:pt x="0" y="2870"/>
                    <a:pt x="822" y="3691"/>
                    <a:pt x="1846" y="3691"/>
                  </a:cubicBezTo>
                  <a:cubicBezTo>
                    <a:pt x="2858" y="3691"/>
                    <a:pt x="3679" y="2870"/>
                    <a:pt x="3679" y="1846"/>
                  </a:cubicBezTo>
                  <a:cubicBezTo>
                    <a:pt x="3679" y="822"/>
                    <a:pt x="2858" y="1"/>
                    <a:pt x="184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" name="Google Shape;285;p19"/>
            <p:cNvSpPr/>
            <p:nvPr/>
          </p:nvSpPr>
          <p:spPr>
            <a:xfrm>
              <a:off x="2834437" y="2432084"/>
              <a:ext cx="57008" cy="57008"/>
            </a:xfrm>
            <a:custGeom>
              <a:rect b="b" l="l" r="r" t="t"/>
              <a:pathLst>
                <a:path extrusionOk="0" h="1727" w="1727">
                  <a:moveTo>
                    <a:pt x="857" y="0"/>
                  </a:moveTo>
                  <a:cubicBezTo>
                    <a:pt x="381" y="0"/>
                    <a:pt x="0" y="381"/>
                    <a:pt x="0" y="857"/>
                  </a:cubicBezTo>
                  <a:cubicBezTo>
                    <a:pt x="0" y="1334"/>
                    <a:pt x="381" y="1727"/>
                    <a:pt x="857" y="1727"/>
                  </a:cubicBezTo>
                  <a:cubicBezTo>
                    <a:pt x="1345" y="1727"/>
                    <a:pt x="1726" y="1334"/>
                    <a:pt x="1726" y="857"/>
                  </a:cubicBezTo>
                  <a:cubicBezTo>
                    <a:pt x="1726" y="381"/>
                    <a:pt x="1345" y="0"/>
                    <a:pt x="85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" name="Google Shape;286;p19"/>
            <p:cNvSpPr/>
            <p:nvPr/>
          </p:nvSpPr>
          <p:spPr>
            <a:xfrm>
              <a:off x="1093237" y="2884476"/>
              <a:ext cx="133657" cy="133657"/>
            </a:xfrm>
            <a:custGeom>
              <a:rect b="b" l="l" r="r" t="t"/>
              <a:pathLst>
                <a:path extrusionOk="0" h="4049" w="4049">
                  <a:moveTo>
                    <a:pt x="2024" y="0"/>
                  </a:moveTo>
                  <a:cubicBezTo>
                    <a:pt x="905" y="0"/>
                    <a:pt x="0" y="905"/>
                    <a:pt x="0" y="2024"/>
                  </a:cubicBezTo>
                  <a:cubicBezTo>
                    <a:pt x="0" y="3143"/>
                    <a:pt x="905" y="4048"/>
                    <a:pt x="2024" y="4048"/>
                  </a:cubicBezTo>
                  <a:cubicBezTo>
                    <a:pt x="3144" y="4048"/>
                    <a:pt x="4049" y="3143"/>
                    <a:pt x="4049" y="2024"/>
                  </a:cubicBezTo>
                  <a:cubicBezTo>
                    <a:pt x="4049" y="905"/>
                    <a:pt x="3144" y="0"/>
                    <a:pt x="202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" name="Google Shape;287;p19"/>
            <p:cNvSpPr/>
            <p:nvPr/>
          </p:nvSpPr>
          <p:spPr>
            <a:xfrm>
              <a:off x="783125" y="2277227"/>
              <a:ext cx="163135" cy="163135"/>
            </a:xfrm>
            <a:custGeom>
              <a:rect b="b" l="l" r="r" t="t"/>
              <a:pathLst>
                <a:path extrusionOk="0" h="4942" w="4942">
                  <a:moveTo>
                    <a:pt x="2477" y="548"/>
                  </a:moveTo>
                  <a:cubicBezTo>
                    <a:pt x="3537" y="548"/>
                    <a:pt x="4394" y="1417"/>
                    <a:pt x="4406" y="2489"/>
                  </a:cubicBezTo>
                  <a:cubicBezTo>
                    <a:pt x="4406" y="3560"/>
                    <a:pt x="3537" y="4417"/>
                    <a:pt x="2477" y="4417"/>
                  </a:cubicBezTo>
                  <a:cubicBezTo>
                    <a:pt x="1405" y="4417"/>
                    <a:pt x="536" y="3548"/>
                    <a:pt x="536" y="2489"/>
                  </a:cubicBezTo>
                  <a:cubicBezTo>
                    <a:pt x="536" y="1417"/>
                    <a:pt x="1417" y="548"/>
                    <a:pt x="2477" y="548"/>
                  </a:cubicBezTo>
                  <a:close/>
                  <a:moveTo>
                    <a:pt x="2477" y="0"/>
                  </a:moveTo>
                  <a:cubicBezTo>
                    <a:pt x="1108" y="0"/>
                    <a:pt x="0" y="1095"/>
                    <a:pt x="0" y="2477"/>
                  </a:cubicBezTo>
                  <a:cubicBezTo>
                    <a:pt x="0" y="3846"/>
                    <a:pt x="1120" y="4941"/>
                    <a:pt x="2477" y="4941"/>
                  </a:cubicBezTo>
                  <a:cubicBezTo>
                    <a:pt x="3834" y="4941"/>
                    <a:pt x="4941" y="3846"/>
                    <a:pt x="4941" y="2477"/>
                  </a:cubicBezTo>
                  <a:cubicBezTo>
                    <a:pt x="4941" y="1095"/>
                    <a:pt x="3846" y="0"/>
                    <a:pt x="247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" name="Google Shape;288;p19"/>
            <p:cNvSpPr/>
            <p:nvPr/>
          </p:nvSpPr>
          <p:spPr>
            <a:xfrm>
              <a:off x="2954303" y="3503115"/>
              <a:ext cx="167064" cy="167064"/>
            </a:xfrm>
            <a:custGeom>
              <a:rect b="b" l="l" r="r" t="t"/>
              <a:pathLst>
                <a:path extrusionOk="0" h="5061" w="5061">
                  <a:moveTo>
                    <a:pt x="2537" y="548"/>
                  </a:moveTo>
                  <a:cubicBezTo>
                    <a:pt x="3620" y="548"/>
                    <a:pt x="4513" y="1441"/>
                    <a:pt x="4513" y="2525"/>
                  </a:cubicBezTo>
                  <a:cubicBezTo>
                    <a:pt x="4513" y="3620"/>
                    <a:pt x="3632" y="4513"/>
                    <a:pt x="2537" y="4513"/>
                  </a:cubicBezTo>
                  <a:cubicBezTo>
                    <a:pt x="1441" y="4513"/>
                    <a:pt x="548" y="3632"/>
                    <a:pt x="548" y="2525"/>
                  </a:cubicBezTo>
                  <a:cubicBezTo>
                    <a:pt x="548" y="1441"/>
                    <a:pt x="1429" y="548"/>
                    <a:pt x="2537" y="548"/>
                  </a:cubicBezTo>
                  <a:close/>
                  <a:moveTo>
                    <a:pt x="2537" y="1"/>
                  </a:moveTo>
                  <a:cubicBezTo>
                    <a:pt x="1132" y="1"/>
                    <a:pt x="0" y="1132"/>
                    <a:pt x="0" y="2525"/>
                  </a:cubicBezTo>
                  <a:cubicBezTo>
                    <a:pt x="0" y="3930"/>
                    <a:pt x="1132" y="5061"/>
                    <a:pt x="2537" y="5061"/>
                  </a:cubicBezTo>
                  <a:cubicBezTo>
                    <a:pt x="3918" y="5061"/>
                    <a:pt x="5061" y="3930"/>
                    <a:pt x="5061" y="2525"/>
                  </a:cubicBezTo>
                  <a:cubicBezTo>
                    <a:pt x="5061" y="1132"/>
                    <a:pt x="3930" y="1"/>
                    <a:pt x="2537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" name="Google Shape;289;p19"/>
            <p:cNvSpPr/>
            <p:nvPr/>
          </p:nvSpPr>
          <p:spPr>
            <a:xfrm>
              <a:off x="3203508" y="4585963"/>
              <a:ext cx="76649" cy="76649"/>
            </a:xfrm>
            <a:custGeom>
              <a:rect b="b" l="l" r="r" t="t"/>
              <a:pathLst>
                <a:path extrusionOk="0" h="2322" w="2322">
                  <a:moveTo>
                    <a:pt x="1155" y="536"/>
                  </a:moveTo>
                  <a:cubicBezTo>
                    <a:pt x="1500" y="536"/>
                    <a:pt x="1786" y="822"/>
                    <a:pt x="1786" y="1155"/>
                  </a:cubicBezTo>
                  <a:cubicBezTo>
                    <a:pt x="1786" y="1500"/>
                    <a:pt x="1500" y="1786"/>
                    <a:pt x="1155" y="1786"/>
                  </a:cubicBezTo>
                  <a:cubicBezTo>
                    <a:pt x="810" y="1786"/>
                    <a:pt x="536" y="1500"/>
                    <a:pt x="536" y="1155"/>
                  </a:cubicBezTo>
                  <a:cubicBezTo>
                    <a:pt x="536" y="822"/>
                    <a:pt x="822" y="536"/>
                    <a:pt x="1155" y="536"/>
                  </a:cubicBezTo>
                  <a:close/>
                  <a:moveTo>
                    <a:pt x="1155" y="0"/>
                  </a:moveTo>
                  <a:cubicBezTo>
                    <a:pt x="524" y="0"/>
                    <a:pt x="0" y="524"/>
                    <a:pt x="0" y="1155"/>
                  </a:cubicBezTo>
                  <a:cubicBezTo>
                    <a:pt x="0" y="1798"/>
                    <a:pt x="524" y="2322"/>
                    <a:pt x="1155" y="2322"/>
                  </a:cubicBezTo>
                  <a:cubicBezTo>
                    <a:pt x="1798" y="2322"/>
                    <a:pt x="2322" y="1798"/>
                    <a:pt x="2322" y="1155"/>
                  </a:cubicBezTo>
                  <a:cubicBezTo>
                    <a:pt x="2322" y="524"/>
                    <a:pt x="1798" y="0"/>
                    <a:pt x="115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" name="Google Shape;290;p19"/>
            <p:cNvSpPr/>
            <p:nvPr/>
          </p:nvSpPr>
          <p:spPr>
            <a:xfrm>
              <a:off x="908107" y="2516594"/>
              <a:ext cx="90051" cy="122632"/>
            </a:xfrm>
            <a:custGeom>
              <a:rect b="b" l="l" r="r" t="t"/>
              <a:pathLst>
                <a:path extrusionOk="0" h="3715" w="2728">
                  <a:moveTo>
                    <a:pt x="894" y="0"/>
                  </a:moveTo>
                  <a:lnTo>
                    <a:pt x="1" y="3715"/>
                  </a:lnTo>
                  <a:lnTo>
                    <a:pt x="2727" y="3715"/>
                  </a:lnTo>
                  <a:lnTo>
                    <a:pt x="8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" name="Google Shape;291;p19"/>
            <p:cNvSpPr/>
            <p:nvPr/>
          </p:nvSpPr>
          <p:spPr>
            <a:xfrm>
              <a:off x="3111901" y="4282124"/>
              <a:ext cx="129729" cy="161980"/>
            </a:xfrm>
            <a:custGeom>
              <a:rect b="b" l="l" r="r" t="t"/>
              <a:pathLst>
                <a:path extrusionOk="0" h="4907" w="3930">
                  <a:moveTo>
                    <a:pt x="870" y="1"/>
                  </a:moveTo>
                  <a:lnTo>
                    <a:pt x="1" y="4906"/>
                  </a:lnTo>
                  <a:lnTo>
                    <a:pt x="1" y="4906"/>
                  </a:lnTo>
                  <a:lnTo>
                    <a:pt x="3930" y="4108"/>
                  </a:lnTo>
                  <a:lnTo>
                    <a:pt x="87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" name="Google Shape;292;p19"/>
            <p:cNvSpPr/>
            <p:nvPr/>
          </p:nvSpPr>
          <p:spPr>
            <a:xfrm>
              <a:off x="2318762" y="1463225"/>
              <a:ext cx="128937" cy="161551"/>
            </a:xfrm>
            <a:custGeom>
              <a:rect b="b" l="l" r="r" t="t"/>
              <a:pathLst>
                <a:path extrusionOk="0" h="4894" w="3906">
                  <a:moveTo>
                    <a:pt x="857" y="0"/>
                  </a:moveTo>
                  <a:lnTo>
                    <a:pt x="0" y="4894"/>
                  </a:lnTo>
                  <a:lnTo>
                    <a:pt x="3905" y="4108"/>
                  </a:lnTo>
                  <a:lnTo>
                    <a:pt x="85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93" name="Google Shape;293;p19"/>
          <p:cNvSpPr/>
          <p:nvPr/>
        </p:nvSpPr>
        <p:spPr>
          <a:xfrm>
            <a:off x="4373525" y="1691675"/>
            <a:ext cx="1537500" cy="891600"/>
          </a:xfrm>
          <a:prstGeom prst="wedgeRoundRectCallout">
            <a:avLst>
              <a:gd fmla="val -20833" name="adj1"/>
              <a:gd fmla="val 62500" name="adj2"/>
              <a:gd fmla="val 0" name="adj3"/>
            </a:avLst>
          </a:prstGeom>
          <a:solidFill>
            <a:schemeClr val="lt2"/>
          </a:soli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19"/>
          <p:cNvSpPr/>
          <p:nvPr/>
        </p:nvSpPr>
        <p:spPr>
          <a:xfrm>
            <a:off x="4373525" y="3371950"/>
            <a:ext cx="1537500" cy="891600"/>
          </a:xfrm>
          <a:prstGeom prst="wedgeRoundRectCallout">
            <a:avLst>
              <a:gd fmla="val -20833" name="adj1"/>
              <a:gd fmla="val 62500" name="adj2"/>
              <a:gd fmla="val 0" name="adj3"/>
            </a:avLst>
          </a:prstGeom>
          <a:solidFill>
            <a:schemeClr val="lt2"/>
          </a:soli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95" name="Google Shape;295;p19"/>
          <p:cNvGrpSpPr/>
          <p:nvPr/>
        </p:nvGrpSpPr>
        <p:grpSpPr>
          <a:xfrm>
            <a:off x="4639425" y="1828800"/>
            <a:ext cx="1052700" cy="611625"/>
            <a:chOff x="1841875" y="1737350"/>
            <a:chExt cx="1052700" cy="611625"/>
          </a:xfrm>
        </p:grpSpPr>
        <p:sp>
          <p:nvSpPr>
            <p:cNvPr id="296" name="Google Shape;296;p19"/>
            <p:cNvSpPr txBox="1"/>
            <p:nvPr/>
          </p:nvSpPr>
          <p:spPr>
            <a:xfrm>
              <a:off x="1841875" y="1737350"/>
              <a:ext cx="1052700" cy="18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0" spcFirstLastPara="1" rIns="0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>
                  <a:solidFill>
                    <a:schemeClr val="dk1"/>
                  </a:solidFill>
                  <a:latin typeface="Fira Sans"/>
                  <a:ea typeface="Fira Sans"/>
                  <a:cs typeface="Fira Sans"/>
                  <a:sym typeface="Fira Sans"/>
                </a:rPr>
                <a:t>Text-based	</a:t>
              </a:r>
              <a:endParaRPr b="1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297" name="Google Shape;297;p19"/>
            <p:cNvSpPr txBox="1"/>
            <p:nvPr/>
          </p:nvSpPr>
          <p:spPr>
            <a:xfrm>
              <a:off x="1841875" y="1943075"/>
              <a:ext cx="1052700" cy="40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0" spcFirstLastPara="1" rIns="0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Fira Sans"/>
                  <a:ea typeface="Fira Sans"/>
                  <a:cs typeface="Fira Sans"/>
                  <a:sym typeface="Fira Sans"/>
                </a:rPr>
                <a:t>Simple, quick to implement</a:t>
              </a:r>
              <a:endParaRPr sz="12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</p:grpSp>
      <p:grpSp>
        <p:nvGrpSpPr>
          <p:cNvPr id="298" name="Google Shape;298;p19"/>
          <p:cNvGrpSpPr/>
          <p:nvPr/>
        </p:nvGrpSpPr>
        <p:grpSpPr>
          <a:xfrm>
            <a:off x="4639425" y="3511296"/>
            <a:ext cx="1069000" cy="577547"/>
            <a:chOff x="1841875" y="3523498"/>
            <a:chExt cx="1069000" cy="577547"/>
          </a:xfrm>
        </p:grpSpPr>
        <p:sp>
          <p:nvSpPr>
            <p:cNvPr id="299" name="Google Shape;299;p19"/>
            <p:cNvSpPr txBox="1"/>
            <p:nvPr/>
          </p:nvSpPr>
          <p:spPr>
            <a:xfrm>
              <a:off x="1841875" y="3523498"/>
              <a:ext cx="1052700" cy="18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0" spcFirstLastPara="1" rIns="0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>
                  <a:solidFill>
                    <a:schemeClr val="dk1"/>
                  </a:solidFill>
                  <a:latin typeface="Fira Sans"/>
                  <a:ea typeface="Fira Sans"/>
                  <a:cs typeface="Fira Sans"/>
                  <a:sym typeface="Fira Sans"/>
                </a:rPr>
                <a:t>Audio</a:t>
              </a:r>
              <a:endParaRPr b="1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300" name="Google Shape;300;p19"/>
            <p:cNvSpPr txBox="1"/>
            <p:nvPr/>
          </p:nvSpPr>
          <p:spPr>
            <a:xfrm>
              <a:off x="1858175" y="3695145"/>
              <a:ext cx="1052700" cy="40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0" spcFirstLastPara="1" rIns="0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Fira Sans"/>
                  <a:ea typeface="Fira Sans"/>
                  <a:cs typeface="Fira Sans"/>
                  <a:sym typeface="Fira Sans"/>
                </a:rPr>
                <a:t>Inclusive for the visually impaired</a:t>
              </a:r>
              <a:endParaRPr sz="12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</p:grpSp>
      <p:grpSp>
        <p:nvGrpSpPr>
          <p:cNvPr id="301" name="Google Shape;301;p19"/>
          <p:cNvGrpSpPr/>
          <p:nvPr/>
        </p:nvGrpSpPr>
        <p:grpSpPr>
          <a:xfrm>
            <a:off x="7471000" y="1828825"/>
            <a:ext cx="1052700" cy="611600"/>
            <a:chOff x="4597250" y="1737375"/>
            <a:chExt cx="1052700" cy="611600"/>
          </a:xfrm>
        </p:grpSpPr>
        <p:sp>
          <p:nvSpPr>
            <p:cNvPr id="302" name="Google Shape;302;p19"/>
            <p:cNvSpPr txBox="1"/>
            <p:nvPr/>
          </p:nvSpPr>
          <p:spPr>
            <a:xfrm>
              <a:off x="4597250" y="1737375"/>
              <a:ext cx="1052700" cy="18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0" spcFirstLastPara="1" rIns="0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>
                  <a:solidFill>
                    <a:schemeClr val="dk1"/>
                  </a:solidFill>
                  <a:latin typeface="Fira Sans"/>
                  <a:ea typeface="Fira Sans"/>
                  <a:cs typeface="Fira Sans"/>
                  <a:sym typeface="Fira Sans"/>
                </a:rPr>
                <a:t>I</a:t>
              </a:r>
              <a:r>
                <a:rPr b="1" lang="en-GB" sz="1300">
                  <a:solidFill>
                    <a:schemeClr val="dk1"/>
                  </a:solidFill>
                  <a:latin typeface="Fira Sans"/>
                  <a:ea typeface="Fira Sans"/>
                  <a:cs typeface="Fira Sans"/>
                  <a:sym typeface="Fira Sans"/>
                </a:rPr>
                <a:t>mage-based</a:t>
              </a:r>
              <a:endParaRPr b="1" sz="11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303" name="Google Shape;303;p19"/>
            <p:cNvSpPr txBox="1"/>
            <p:nvPr/>
          </p:nvSpPr>
          <p:spPr>
            <a:xfrm>
              <a:off x="4597250" y="1943075"/>
              <a:ext cx="1052700" cy="40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0" spcFirstLastPara="1" rIns="0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>
                  <a:solidFill>
                    <a:schemeClr val="dk1"/>
                  </a:solidFill>
                  <a:latin typeface="Fira Sans"/>
                  <a:ea typeface="Fira Sans"/>
                  <a:cs typeface="Fira Sans"/>
                  <a:sym typeface="Fira Sans"/>
                </a:rPr>
                <a:t>Visual, engaging</a:t>
              </a:r>
              <a:endParaRPr sz="11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</p:grpSp>
      <p:grpSp>
        <p:nvGrpSpPr>
          <p:cNvPr id="304" name="Google Shape;304;p19"/>
          <p:cNvGrpSpPr/>
          <p:nvPr/>
        </p:nvGrpSpPr>
        <p:grpSpPr>
          <a:xfrm>
            <a:off x="7471000" y="3511298"/>
            <a:ext cx="1052700" cy="611608"/>
            <a:chOff x="4597250" y="3523500"/>
            <a:chExt cx="1052700" cy="611608"/>
          </a:xfrm>
        </p:grpSpPr>
        <p:sp>
          <p:nvSpPr>
            <p:cNvPr id="305" name="Google Shape;305;p19"/>
            <p:cNvSpPr txBox="1"/>
            <p:nvPr/>
          </p:nvSpPr>
          <p:spPr>
            <a:xfrm>
              <a:off x="4597250" y="3523500"/>
              <a:ext cx="1052700" cy="18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0" spcFirstLastPara="1" rIns="0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>
                  <a:solidFill>
                    <a:schemeClr val="dk1"/>
                  </a:solidFill>
                  <a:latin typeface="Fira Sans"/>
                  <a:ea typeface="Fira Sans"/>
                  <a:cs typeface="Fira Sans"/>
                  <a:sym typeface="Fira Sans"/>
                </a:rPr>
                <a:t>reCAPTCHA</a:t>
              </a:r>
              <a:endParaRPr b="1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306" name="Google Shape;306;p19"/>
            <p:cNvSpPr txBox="1"/>
            <p:nvPr/>
          </p:nvSpPr>
          <p:spPr>
            <a:xfrm>
              <a:off x="4597250" y="3729208"/>
              <a:ext cx="1052700" cy="40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0" spcFirstLastPara="1" rIns="0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1200">
                  <a:solidFill>
                    <a:schemeClr val="dk1"/>
                  </a:solidFill>
                  <a:latin typeface="Fira Sans"/>
                  <a:ea typeface="Fira Sans"/>
                  <a:cs typeface="Fira Sans"/>
                  <a:sym typeface="Fira Sans"/>
                </a:rPr>
                <a:t>Advanced, user-friendly</a:t>
              </a:r>
              <a:endParaRPr sz="12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</p:grpSp>
      <p:grpSp>
        <p:nvGrpSpPr>
          <p:cNvPr id="307" name="Google Shape;307;p19"/>
          <p:cNvGrpSpPr/>
          <p:nvPr/>
        </p:nvGrpSpPr>
        <p:grpSpPr>
          <a:xfrm>
            <a:off x="6501652" y="3544640"/>
            <a:ext cx="499812" cy="500370"/>
            <a:chOff x="6501652" y="3544640"/>
            <a:chExt cx="499812" cy="500370"/>
          </a:xfrm>
        </p:grpSpPr>
        <p:sp>
          <p:nvSpPr>
            <p:cNvPr id="308" name="Google Shape;308;p19"/>
            <p:cNvSpPr/>
            <p:nvPr/>
          </p:nvSpPr>
          <p:spPr>
            <a:xfrm>
              <a:off x="6501652" y="3544640"/>
              <a:ext cx="499812" cy="500370"/>
            </a:xfrm>
            <a:custGeom>
              <a:rect b="b" l="l" r="r" t="t"/>
              <a:pathLst>
                <a:path extrusionOk="0" h="11646" w="11633">
                  <a:moveTo>
                    <a:pt x="5823" y="1"/>
                  </a:moveTo>
                  <a:cubicBezTo>
                    <a:pt x="2608" y="1"/>
                    <a:pt x="1" y="2608"/>
                    <a:pt x="1" y="5823"/>
                  </a:cubicBezTo>
                  <a:cubicBezTo>
                    <a:pt x="1" y="9038"/>
                    <a:pt x="2608" y="11645"/>
                    <a:pt x="5823" y="11645"/>
                  </a:cubicBezTo>
                  <a:cubicBezTo>
                    <a:pt x="9037" y="11645"/>
                    <a:pt x="11633" y="9038"/>
                    <a:pt x="11633" y="5823"/>
                  </a:cubicBezTo>
                  <a:cubicBezTo>
                    <a:pt x="11633" y="2608"/>
                    <a:pt x="9037" y="1"/>
                    <a:pt x="582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09" name="Google Shape;309;p19"/>
            <p:cNvGrpSpPr/>
            <p:nvPr/>
          </p:nvGrpSpPr>
          <p:grpSpPr>
            <a:xfrm>
              <a:off x="6613984" y="3621024"/>
              <a:ext cx="275155" cy="305083"/>
              <a:chOff x="3300325" y="249875"/>
              <a:chExt cx="433725" cy="480900"/>
            </a:xfrm>
          </p:grpSpPr>
          <p:sp>
            <p:nvSpPr>
              <p:cNvPr id="310" name="Google Shape;310;p19"/>
              <p:cNvSpPr/>
              <p:nvPr/>
            </p:nvSpPr>
            <p:spPr>
              <a:xfrm>
                <a:off x="3610875" y="334550"/>
                <a:ext cx="56475" cy="28250"/>
              </a:xfrm>
              <a:custGeom>
                <a:rect b="b" l="l" r="r" t="t"/>
                <a:pathLst>
                  <a:path extrusionOk="0" h="1130" w="2259">
                    <a:moveTo>
                      <a:pt x="566" y="0"/>
                    </a:moveTo>
                    <a:cubicBezTo>
                      <a:pt x="253" y="0"/>
                      <a:pt x="0" y="253"/>
                      <a:pt x="0" y="567"/>
                    </a:cubicBezTo>
                    <a:cubicBezTo>
                      <a:pt x="0" y="877"/>
                      <a:pt x="253" y="1130"/>
                      <a:pt x="566" y="1130"/>
                    </a:cubicBezTo>
                    <a:lnTo>
                      <a:pt x="1696" y="1130"/>
                    </a:lnTo>
                    <a:cubicBezTo>
                      <a:pt x="2006" y="1130"/>
                      <a:pt x="2259" y="877"/>
                      <a:pt x="2259" y="567"/>
                    </a:cubicBezTo>
                    <a:cubicBezTo>
                      <a:pt x="2259" y="253"/>
                      <a:pt x="2006" y="0"/>
                      <a:pt x="169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435D74"/>
                  </a:solidFill>
                </a:endParaRPr>
              </a:p>
            </p:txBody>
          </p:sp>
          <p:sp>
            <p:nvSpPr>
              <p:cNvPr id="311" name="Google Shape;311;p19"/>
              <p:cNvSpPr/>
              <p:nvPr/>
            </p:nvSpPr>
            <p:spPr>
              <a:xfrm>
                <a:off x="3467675" y="249875"/>
                <a:ext cx="46400" cy="56475"/>
              </a:xfrm>
              <a:custGeom>
                <a:rect b="b" l="l" r="r" t="t"/>
                <a:pathLst>
                  <a:path extrusionOk="0" h="2259" w="1856">
                    <a:moveTo>
                      <a:pt x="647" y="1"/>
                    </a:moveTo>
                    <a:cubicBezTo>
                      <a:pt x="562" y="1"/>
                      <a:pt x="476" y="20"/>
                      <a:pt x="395" y="60"/>
                    </a:cubicBezTo>
                    <a:cubicBezTo>
                      <a:pt x="115" y="198"/>
                      <a:pt x="1" y="539"/>
                      <a:pt x="142" y="819"/>
                    </a:cubicBezTo>
                    <a:lnTo>
                      <a:pt x="705" y="1948"/>
                    </a:lnTo>
                    <a:cubicBezTo>
                      <a:pt x="806" y="2144"/>
                      <a:pt x="1004" y="2259"/>
                      <a:pt x="1211" y="2259"/>
                    </a:cubicBezTo>
                    <a:cubicBezTo>
                      <a:pt x="1296" y="2259"/>
                      <a:pt x="1383" y="2239"/>
                      <a:pt x="1464" y="2198"/>
                    </a:cubicBezTo>
                    <a:cubicBezTo>
                      <a:pt x="1744" y="2059"/>
                      <a:pt x="1856" y="1722"/>
                      <a:pt x="1717" y="1442"/>
                    </a:cubicBezTo>
                    <a:lnTo>
                      <a:pt x="1151" y="313"/>
                    </a:lnTo>
                    <a:cubicBezTo>
                      <a:pt x="1053" y="114"/>
                      <a:pt x="853" y="1"/>
                      <a:pt x="64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435D74"/>
                  </a:solidFill>
                </a:endParaRPr>
              </a:p>
            </p:txBody>
          </p:sp>
          <p:sp>
            <p:nvSpPr>
              <p:cNvPr id="312" name="Google Shape;312;p19"/>
              <p:cNvSpPr/>
              <p:nvPr/>
            </p:nvSpPr>
            <p:spPr>
              <a:xfrm>
                <a:off x="3566525" y="249875"/>
                <a:ext cx="46400" cy="56475"/>
              </a:xfrm>
              <a:custGeom>
                <a:rect b="b" l="l" r="r" t="t"/>
                <a:pathLst>
                  <a:path extrusionOk="0" h="2259" w="1856">
                    <a:moveTo>
                      <a:pt x="1210" y="1"/>
                    </a:moveTo>
                    <a:cubicBezTo>
                      <a:pt x="1003" y="1"/>
                      <a:pt x="803" y="114"/>
                      <a:pt x="705" y="313"/>
                    </a:cubicBezTo>
                    <a:lnTo>
                      <a:pt x="139" y="1442"/>
                    </a:lnTo>
                    <a:cubicBezTo>
                      <a:pt x="1" y="1719"/>
                      <a:pt x="115" y="2059"/>
                      <a:pt x="392" y="2198"/>
                    </a:cubicBezTo>
                    <a:cubicBezTo>
                      <a:pt x="474" y="2239"/>
                      <a:pt x="561" y="2259"/>
                      <a:pt x="646" y="2259"/>
                    </a:cubicBezTo>
                    <a:cubicBezTo>
                      <a:pt x="852" y="2259"/>
                      <a:pt x="1051" y="2144"/>
                      <a:pt x="1151" y="1948"/>
                    </a:cubicBezTo>
                    <a:lnTo>
                      <a:pt x="1714" y="819"/>
                    </a:lnTo>
                    <a:cubicBezTo>
                      <a:pt x="1856" y="539"/>
                      <a:pt x="1741" y="198"/>
                      <a:pt x="1461" y="60"/>
                    </a:cubicBezTo>
                    <a:cubicBezTo>
                      <a:pt x="1381" y="20"/>
                      <a:pt x="1295" y="1"/>
                      <a:pt x="121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435D74"/>
                  </a:solidFill>
                </a:endParaRPr>
              </a:p>
            </p:txBody>
          </p:sp>
          <p:sp>
            <p:nvSpPr>
              <p:cNvPr id="313" name="Google Shape;313;p19"/>
              <p:cNvSpPr/>
              <p:nvPr/>
            </p:nvSpPr>
            <p:spPr>
              <a:xfrm>
                <a:off x="3413250" y="334550"/>
                <a:ext cx="56500" cy="28250"/>
              </a:xfrm>
              <a:custGeom>
                <a:rect b="b" l="l" r="r" t="t"/>
                <a:pathLst>
                  <a:path extrusionOk="0" h="1130" w="2260">
                    <a:moveTo>
                      <a:pt x="567" y="0"/>
                    </a:moveTo>
                    <a:cubicBezTo>
                      <a:pt x="254" y="0"/>
                      <a:pt x="1" y="253"/>
                      <a:pt x="1" y="567"/>
                    </a:cubicBezTo>
                    <a:cubicBezTo>
                      <a:pt x="1" y="877"/>
                      <a:pt x="254" y="1130"/>
                      <a:pt x="567" y="1130"/>
                    </a:cubicBezTo>
                    <a:lnTo>
                      <a:pt x="1696" y="1130"/>
                    </a:lnTo>
                    <a:cubicBezTo>
                      <a:pt x="2006" y="1130"/>
                      <a:pt x="2259" y="877"/>
                      <a:pt x="2259" y="567"/>
                    </a:cubicBezTo>
                    <a:cubicBezTo>
                      <a:pt x="2259" y="253"/>
                      <a:pt x="2006" y="0"/>
                      <a:pt x="169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435D74"/>
                  </a:solidFill>
                </a:endParaRPr>
              </a:p>
            </p:txBody>
          </p:sp>
          <p:sp>
            <p:nvSpPr>
              <p:cNvPr id="314" name="Google Shape;314;p19"/>
              <p:cNvSpPr/>
              <p:nvPr/>
            </p:nvSpPr>
            <p:spPr>
              <a:xfrm>
                <a:off x="3300325" y="476675"/>
                <a:ext cx="84725" cy="254100"/>
              </a:xfrm>
              <a:custGeom>
                <a:rect b="b" l="l" r="r" t="t"/>
                <a:pathLst>
                  <a:path extrusionOk="0" h="10164" w="3389">
                    <a:moveTo>
                      <a:pt x="567" y="1"/>
                    </a:moveTo>
                    <a:cubicBezTo>
                      <a:pt x="254" y="1"/>
                      <a:pt x="1" y="251"/>
                      <a:pt x="1" y="564"/>
                    </a:cubicBezTo>
                    <a:lnTo>
                      <a:pt x="1" y="9598"/>
                    </a:lnTo>
                    <a:cubicBezTo>
                      <a:pt x="1" y="9911"/>
                      <a:pt x="254" y="10164"/>
                      <a:pt x="567" y="10164"/>
                    </a:cubicBezTo>
                    <a:lnTo>
                      <a:pt x="2825" y="10164"/>
                    </a:lnTo>
                    <a:cubicBezTo>
                      <a:pt x="3136" y="10164"/>
                      <a:pt x="3389" y="9911"/>
                      <a:pt x="3389" y="9598"/>
                    </a:cubicBezTo>
                    <a:lnTo>
                      <a:pt x="3389" y="564"/>
                    </a:lnTo>
                    <a:cubicBezTo>
                      <a:pt x="3389" y="251"/>
                      <a:pt x="3136" y="1"/>
                      <a:pt x="282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435D74"/>
                  </a:solidFill>
                </a:endParaRPr>
              </a:p>
            </p:txBody>
          </p:sp>
          <p:sp>
            <p:nvSpPr>
              <p:cNvPr id="315" name="Google Shape;315;p19"/>
              <p:cNvSpPr/>
              <p:nvPr/>
            </p:nvSpPr>
            <p:spPr>
              <a:xfrm>
                <a:off x="3413250" y="335525"/>
                <a:ext cx="320800" cy="395250"/>
              </a:xfrm>
              <a:custGeom>
                <a:rect b="b" l="l" r="r" t="t"/>
                <a:pathLst>
                  <a:path extrusionOk="0" h="15810" w="12832">
                    <a:moveTo>
                      <a:pt x="3954" y="1"/>
                    </a:moveTo>
                    <a:cubicBezTo>
                      <a:pt x="3641" y="1"/>
                      <a:pt x="3388" y="254"/>
                      <a:pt x="3388" y="564"/>
                    </a:cubicBezTo>
                    <a:cubicBezTo>
                      <a:pt x="3388" y="1871"/>
                      <a:pt x="2879" y="4225"/>
                      <a:pt x="1922" y="5186"/>
                    </a:cubicBezTo>
                    <a:cubicBezTo>
                      <a:pt x="1274" y="5830"/>
                      <a:pt x="723" y="6065"/>
                      <a:pt x="1" y="6427"/>
                    </a:cubicBezTo>
                    <a:lnTo>
                      <a:pt x="1" y="14897"/>
                    </a:lnTo>
                    <a:cubicBezTo>
                      <a:pt x="1109" y="15268"/>
                      <a:pt x="2515" y="15810"/>
                      <a:pt x="4659" y="15810"/>
                    </a:cubicBezTo>
                    <a:lnTo>
                      <a:pt x="8351" y="15810"/>
                    </a:lnTo>
                    <a:cubicBezTo>
                      <a:pt x="9567" y="15810"/>
                      <a:pt x="10516" y="14680"/>
                      <a:pt x="10046" y="13491"/>
                    </a:cubicBezTo>
                    <a:cubicBezTo>
                      <a:pt x="11019" y="13226"/>
                      <a:pt x="11546" y="12172"/>
                      <a:pt x="11175" y="11233"/>
                    </a:cubicBezTo>
                    <a:cubicBezTo>
                      <a:pt x="12386" y="10901"/>
                      <a:pt x="12832" y="9408"/>
                      <a:pt x="11992" y="8468"/>
                    </a:cubicBezTo>
                    <a:cubicBezTo>
                      <a:pt x="12314" y="8107"/>
                      <a:pt x="12467" y="7625"/>
                      <a:pt x="12410" y="7143"/>
                    </a:cubicBezTo>
                    <a:cubicBezTo>
                      <a:pt x="12311" y="6267"/>
                      <a:pt x="11495" y="5647"/>
                      <a:pt x="10612" y="5647"/>
                    </a:cubicBezTo>
                    <a:lnTo>
                      <a:pt x="6213" y="5647"/>
                    </a:lnTo>
                    <a:cubicBezTo>
                      <a:pt x="6586" y="4975"/>
                      <a:pt x="6785" y="3081"/>
                      <a:pt x="6776" y="2307"/>
                    </a:cubicBezTo>
                    <a:cubicBezTo>
                      <a:pt x="6761" y="1027"/>
                      <a:pt x="5701" y="1"/>
                      <a:pt x="441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435D74"/>
                  </a:solidFill>
                </a:endParaRPr>
              </a:p>
            </p:txBody>
          </p:sp>
        </p:grpSp>
      </p:grpSp>
      <p:sp>
        <p:nvSpPr>
          <p:cNvPr id="316" name="Google Shape;316;p19"/>
          <p:cNvSpPr/>
          <p:nvPr/>
        </p:nvSpPr>
        <p:spPr>
          <a:xfrm>
            <a:off x="3721807" y="1967000"/>
            <a:ext cx="475964" cy="475964"/>
          </a:xfrm>
          <a:custGeom>
            <a:rect b="b" l="l" r="r" t="t"/>
            <a:pathLst>
              <a:path extrusionOk="0" h="14467" w="14467">
                <a:moveTo>
                  <a:pt x="7228" y="0"/>
                </a:moveTo>
                <a:cubicBezTo>
                  <a:pt x="3239" y="0"/>
                  <a:pt x="1" y="3227"/>
                  <a:pt x="1" y="7227"/>
                </a:cubicBezTo>
                <a:cubicBezTo>
                  <a:pt x="1" y="11228"/>
                  <a:pt x="3239" y="14466"/>
                  <a:pt x="7228" y="14466"/>
                </a:cubicBezTo>
                <a:cubicBezTo>
                  <a:pt x="11228" y="14466"/>
                  <a:pt x="14467" y="11228"/>
                  <a:pt x="14467" y="7227"/>
                </a:cubicBezTo>
                <a:cubicBezTo>
                  <a:pt x="14467" y="3227"/>
                  <a:pt x="11228" y="0"/>
                  <a:pt x="7228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17" name="Google Shape;31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04538" y="2049738"/>
            <a:ext cx="310500" cy="310500"/>
          </a:xfrm>
          <a:prstGeom prst="rect">
            <a:avLst/>
          </a:prstGeom>
          <a:noFill/>
          <a:ln>
            <a:noFill/>
          </a:ln>
        </p:spPr>
      </p:pic>
      <p:sp>
        <p:nvSpPr>
          <p:cNvPr id="318" name="Google Shape;318;p19"/>
          <p:cNvSpPr/>
          <p:nvPr/>
        </p:nvSpPr>
        <p:spPr>
          <a:xfrm>
            <a:off x="6514951" y="1968573"/>
            <a:ext cx="473201" cy="472839"/>
          </a:xfrm>
          <a:custGeom>
            <a:rect b="b" l="l" r="r" t="t"/>
            <a:pathLst>
              <a:path extrusionOk="0" h="14372" w="14383">
                <a:moveTo>
                  <a:pt x="7191" y="1"/>
                </a:moveTo>
                <a:cubicBezTo>
                  <a:pt x="3227" y="1"/>
                  <a:pt x="0" y="3216"/>
                  <a:pt x="0" y="7180"/>
                </a:cubicBezTo>
                <a:cubicBezTo>
                  <a:pt x="0" y="11157"/>
                  <a:pt x="3227" y="14372"/>
                  <a:pt x="7191" y="14372"/>
                </a:cubicBezTo>
                <a:cubicBezTo>
                  <a:pt x="11168" y="14372"/>
                  <a:pt x="14383" y="11157"/>
                  <a:pt x="14383" y="7180"/>
                </a:cubicBezTo>
                <a:cubicBezTo>
                  <a:pt x="14383" y="3216"/>
                  <a:pt x="11168" y="1"/>
                  <a:pt x="7191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19" name="Google Shape;319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96312" y="2049762"/>
            <a:ext cx="310500" cy="310460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19"/>
          <p:cNvSpPr/>
          <p:nvPr/>
        </p:nvSpPr>
        <p:spPr>
          <a:xfrm>
            <a:off x="3721807" y="3647908"/>
            <a:ext cx="475964" cy="475964"/>
          </a:xfrm>
          <a:custGeom>
            <a:rect b="b" l="l" r="r" t="t"/>
            <a:pathLst>
              <a:path extrusionOk="0" h="14467" w="14467">
                <a:moveTo>
                  <a:pt x="7228" y="0"/>
                </a:moveTo>
                <a:cubicBezTo>
                  <a:pt x="3239" y="0"/>
                  <a:pt x="1" y="3239"/>
                  <a:pt x="1" y="7239"/>
                </a:cubicBezTo>
                <a:cubicBezTo>
                  <a:pt x="1" y="11240"/>
                  <a:pt x="3239" y="14466"/>
                  <a:pt x="7228" y="14466"/>
                </a:cubicBezTo>
                <a:cubicBezTo>
                  <a:pt x="11228" y="14466"/>
                  <a:pt x="14467" y="11240"/>
                  <a:pt x="14467" y="7239"/>
                </a:cubicBezTo>
                <a:cubicBezTo>
                  <a:pt x="14467" y="3239"/>
                  <a:pt x="11228" y="0"/>
                  <a:pt x="7228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21" name="Google Shape;321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780737" y="3706850"/>
            <a:ext cx="358100" cy="3580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20"/>
          <p:cNvSpPr txBox="1"/>
          <p:nvPr>
            <p:ph type="title"/>
          </p:nvPr>
        </p:nvSpPr>
        <p:spPr>
          <a:xfrm>
            <a:off x="457200" y="292625"/>
            <a:ext cx="8229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Weakness </a:t>
            </a:r>
            <a:r>
              <a:rPr lang="en-GB"/>
              <a:t>of CAPTCHA Types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27" name="Google Shape;327;p20"/>
          <p:cNvGrpSpPr/>
          <p:nvPr/>
        </p:nvGrpSpPr>
        <p:grpSpPr>
          <a:xfrm>
            <a:off x="4555325" y="1697434"/>
            <a:ext cx="3894575" cy="547591"/>
            <a:chOff x="4590600" y="2297159"/>
            <a:chExt cx="3894575" cy="547591"/>
          </a:xfrm>
        </p:grpSpPr>
        <p:sp>
          <p:nvSpPr>
            <p:cNvPr id="328" name="Google Shape;328;p20"/>
            <p:cNvSpPr/>
            <p:nvPr/>
          </p:nvSpPr>
          <p:spPr>
            <a:xfrm>
              <a:off x="4875875" y="2298150"/>
              <a:ext cx="3609300" cy="546600"/>
            </a:xfrm>
            <a:prstGeom prst="roundRect">
              <a:avLst>
                <a:gd fmla="val 16667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182875" spcFirstLastPara="1" rIns="274300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lang="en-GB" sz="1200">
                  <a:solidFill>
                    <a:schemeClr val="dk1"/>
                  </a:solidFill>
                  <a:latin typeface="Fira Sans"/>
                  <a:ea typeface="Fira Sans"/>
                  <a:cs typeface="Fira Sans"/>
                  <a:sym typeface="Fira Sans"/>
                </a:rPr>
                <a:t>Text-based</a:t>
              </a:r>
              <a:r>
                <a:rPr lang="en-GB" sz="1200">
                  <a:solidFill>
                    <a:schemeClr val="dk1"/>
                  </a:solidFill>
                  <a:latin typeface="Fira Sans"/>
                  <a:ea typeface="Fira Sans"/>
                  <a:cs typeface="Fira Sans"/>
                  <a:sym typeface="Fira Sans"/>
                </a:rPr>
                <a:t> Bots are improving at solving</a:t>
              </a:r>
              <a:endParaRPr sz="12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329" name="Google Shape;329;p20"/>
            <p:cNvSpPr/>
            <p:nvPr/>
          </p:nvSpPr>
          <p:spPr>
            <a:xfrm>
              <a:off x="4590600" y="2297159"/>
              <a:ext cx="547291" cy="546636"/>
            </a:xfrm>
            <a:custGeom>
              <a:rect b="b" l="l" r="r" t="t"/>
              <a:pathLst>
                <a:path extrusionOk="0" h="27521" w="27554">
                  <a:moveTo>
                    <a:pt x="27553" y="13777"/>
                  </a:moveTo>
                  <a:cubicBezTo>
                    <a:pt x="27553" y="21349"/>
                    <a:pt x="21382" y="27520"/>
                    <a:pt x="13777" y="27520"/>
                  </a:cubicBezTo>
                  <a:cubicBezTo>
                    <a:pt x="6171" y="27520"/>
                    <a:pt x="0" y="21349"/>
                    <a:pt x="0" y="13777"/>
                  </a:cubicBezTo>
                  <a:cubicBezTo>
                    <a:pt x="0" y="6172"/>
                    <a:pt x="6171" y="1"/>
                    <a:pt x="13777" y="1"/>
                  </a:cubicBezTo>
                  <a:cubicBezTo>
                    <a:pt x="21382" y="1"/>
                    <a:pt x="27553" y="6172"/>
                    <a:pt x="27553" y="1377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lang="en-GB" sz="2500">
                  <a:solidFill>
                    <a:schemeClr val="lt1"/>
                  </a:solidFill>
                  <a:latin typeface="Fira Sans"/>
                  <a:ea typeface="Fira Sans"/>
                  <a:cs typeface="Fira Sans"/>
                  <a:sym typeface="Fira Sans"/>
                </a:rPr>
                <a:t>1</a:t>
              </a:r>
              <a:endParaRPr b="1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</p:grpSp>
      <p:grpSp>
        <p:nvGrpSpPr>
          <p:cNvPr id="330" name="Google Shape;330;p20"/>
          <p:cNvGrpSpPr/>
          <p:nvPr/>
        </p:nvGrpSpPr>
        <p:grpSpPr>
          <a:xfrm>
            <a:off x="4555325" y="2514464"/>
            <a:ext cx="3894575" cy="548787"/>
            <a:chOff x="4590600" y="3114189"/>
            <a:chExt cx="3894575" cy="548787"/>
          </a:xfrm>
        </p:grpSpPr>
        <p:sp>
          <p:nvSpPr>
            <p:cNvPr id="331" name="Google Shape;331;p20"/>
            <p:cNvSpPr/>
            <p:nvPr/>
          </p:nvSpPr>
          <p:spPr>
            <a:xfrm>
              <a:off x="4875875" y="3116376"/>
              <a:ext cx="3609300" cy="546600"/>
            </a:xfrm>
            <a:prstGeom prst="roundRect">
              <a:avLst>
                <a:gd fmla="val 16667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182875" spcFirstLastPara="1" rIns="274300" wrap="square" tIns="91425">
              <a:noAutofit/>
            </a:bodyPr>
            <a:lstStyle/>
            <a:p>
              <a:pPr indent="0" lvl="0" marL="0" rtl="0" algn="just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lang="en-GB" sz="1200">
                  <a:solidFill>
                    <a:schemeClr val="dk1"/>
                  </a:solidFill>
                  <a:latin typeface="Fira Sans"/>
                  <a:ea typeface="Fira Sans"/>
                  <a:cs typeface="Fira Sans"/>
                  <a:sym typeface="Fira Sans"/>
                </a:rPr>
                <a:t>       </a:t>
              </a:r>
              <a:r>
                <a:rPr b="1" lang="en-GB" sz="1200">
                  <a:solidFill>
                    <a:schemeClr val="dk1"/>
                  </a:solidFill>
                  <a:latin typeface="Fira Sans"/>
                  <a:ea typeface="Fira Sans"/>
                  <a:cs typeface="Fira Sans"/>
                  <a:sym typeface="Fira Sans"/>
                </a:rPr>
                <a:t>Image</a:t>
              </a:r>
              <a:r>
                <a:rPr b="1" lang="en-GB" sz="1200">
                  <a:solidFill>
                    <a:schemeClr val="dk1"/>
                  </a:solidFill>
                  <a:latin typeface="Fira Sans"/>
                  <a:ea typeface="Fira Sans"/>
                  <a:cs typeface="Fira Sans"/>
                  <a:sym typeface="Fira Sans"/>
                </a:rPr>
                <a:t>-based </a:t>
              </a:r>
              <a:r>
                <a:rPr lang="en-GB" sz="1200">
                  <a:solidFill>
                    <a:schemeClr val="dk1"/>
                  </a:solidFill>
                  <a:latin typeface="Fira Sans"/>
                  <a:ea typeface="Fira Sans"/>
                  <a:cs typeface="Fira Sans"/>
                  <a:sym typeface="Fira Sans"/>
                </a:rPr>
                <a:t>Accessibility issues</a:t>
              </a:r>
              <a:endParaRPr sz="12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332" name="Google Shape;332;p20"/>
            <p:cNvSpPr/>
            <p:nvPr/>
          </p:nvSpPr>
          <p:spPr>
            <a:xfrm>
              <a:off x="4590600" y="3114189"/>
              <a:ext cx="547291" cy="546616"/>
            </a:xfrm>
            <a:custGeom>
              <a:rect b="b" l="l" r="r" t="t"/>
              <a:pathLst>
                <a:path extrusionOk="0" h="27520" w="27554">
                  <a:moveTo>
                    <a:pt x="27553" y="13777"/>
                  </a:moveTo>
                  <a:cubicBezTo>
                    <a:pt x="27553" y="21349"/>
                    <a:pt x="21382" y="27520"/>
                    <a:pt x="13777" y="27520"/>
                  </a:cubicBezTo>
                  <a:cubicBezTo>
                    <a:pt x="6171" y="27520"/>
                    <a:pt x="0" y="21349"/>
                    <a:pt x="0" y="13777"/>
                  </a:cubicBezTo>
                  <a:cubicBezTo>
                    <a:pt x="0" y="6171"/>
                    <a:pt x="6171" y="0"/>
                    <a:pt x="13777" y="0"/>
                  </a:cubicBezTo>
                  <a:cubicBezTo>
                    <a:pt x="21382" y="0"/>
                    <a:pt x="27553" y="6171"/>
                    <a:pt x="27553" y="13777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lang="en-GB" sz="2500">
                  <a:solidFill>
                    <a:schemeClr val="lt1"/>
                  </a:solidFill>
                  <a:latin typeface="Fira Sans"/>
                  <a:ea typeface="Fira Sans"/>
                  <a:cs typeface="Fira Sans"/>
                  <a:sym typeface="Fira Sans"/>
                </a:rPr>
                <a:t>2</a:t>
              </a:r>
              <a:endParaRPr b="1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</p:grpSp>
      <p:grpSp>
        <p:nvGrpSpPr>
          <p:cNvPr id="333" name="Google Shape;333;p20"/>
          <p:cNvGrpSpPr/>
          <p:nvPr/>
        </p:nvGrpSpPr>
        <p:grpSpPr>
          <a:xfrm>
            <a:off x="4555325" y="3330392"/>
            <a:ext cx="3894575" cy="549908"/>
            <a:chOff x="4590600" y="3930117"/>
            <a:chExt cx="3894575" cy="549908"/>
          </a:xfrm>
        </p:grpSpPr>
        <p:sp>
          <p:nvSpPr>
            <p:cNvPr id="334" name="Google Shape;334;p20"/>
            <p:cNvSpPr/>
            <p:nvPr/>
          </p:nvSpPr>
          <p:spPr>
            <a:xfrm>
              <a:off x="4875875" y="3933425"/>
              <a:ext cx="3609300" cy="546600"/>
            </a:xfrm>
            <a:prstGeom prst="roundRect">
              <a:avLst>
                <a:gd fmla="val 16667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182875" spcFirstLastPara="1" rIns="274300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lang="en-GB" sz="1200">
                  <a:solidFill>
                    <a:schemeClr val="dk1"/>
                  </a:solidFill>
                  <a:latin typeface="Fira Sans"/>
                  <a:ea typeface="Fira Sans"/>
                  <a:cs typeface="Fira Sans"/>
                  <a:sym typeface="Fira Sans"/>
                </a:rPr>
                <a:t>        Audi</a:t>
              </a:r>
              <a:r>
                <a:rPr b="1" lang="en-GB" sz="1200">
                  <a:solidFill>
                    <a:schemeClr val="dk1"/>
                  </a:solidFill>
                  <a:latin typeface="Fira Sans"/>
                  <a:ea typeface="Fira Sans"/>
                  <a:cs typeface="Fira Sans"/>
                  <a:sym typeface="Fira Sans"/>
                </a:rPr>
                <a:t>o</a:t>
              </a:r>
              <a:r>
                <a:rPr lang="en-GB" sz="1200">
                  <a:solidFill>
                    <a:schemeClr val="dk1"/>
                  </a:solidFill>
                  <a:latin typeface="Fira Sans"/>
                  <a:ea typeface="Fira Sans"/>
                  <a:cs typeface="Fira Sans"/>
                  <a:sym typeface="Fira Sans"/>
                </a:rPr>
                <a:t> Can be hard to understand</a:t>
              </a:r>
              <a:endParaRPr sz="12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335" name="Google Shape;335;p20"/>
            <p:cNvSpPr/>
            <p:nvPr/>
          </p:nvSpPr>
          <p:spPr>
            <a:xfrm>
              <a:off x="4590600" y="3930117"/>
              <a:ext cx="547291" cy="546636"/>
            </a:xfrm>
            <a:custGeom>
              <a:rect b="b" l="l" r="r" t="t"/>
              <a:pathLst>
                <a:path extrusionOk="0" h="27521" w="27554">
                  <a:moveTo>
                    <a:pt x="27553" y="13777"/>
                  </a:moveTo>
                  <a:cubicBezTo>
                    <a:pt x="27553" y="21349"/>
                    <a:pt x="21382" y="27520"/>
                    <a:pt x="13777" y="27520"/>
                  </a:cubicBezTo>
                  <a:cubicBezTo>
                    <a:pt x="6171" y="27520"/>
                    <a:pt x="0" y="21349"/>
                    <a:pt x="0" y="13777"/>
                  </a:cubicBezTo>
                  <a:cubicBezTo>
                    <a:pt x="0" y="6172"/>
                    <a:pt x="6171" y="0"/>
                    <a:pt x="13777" y="0"/>
                  </a:cubicBezTo>
                  <a:cubicBezTo>
                    <a:pt x="21382" y="0"/>
                    <a:pt x="27553" y="6172"/>
                    <a:pt x="27553" y="13777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lang="en-GB" sz="2500">
                  <a:solidFill>
                    <a:schemeClr val="lt1"/>
                  </a:solidFill>
                  <a:latin typeface="Fira Sans"/>
                  <a:ea typeface="Fira Sans"/>
                  <a:cs typeface="Fira Sans"/>
                  <a:sym typeface="Fira Sans"/>
                </a:rPr>
                <a:t>3</a:t>
              </a:r>
              <a:endParaRPr b="1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</p:grpSp>
      <p:grpSp>
        <p:nvGrpSpPr>
          <p:cNvPr id="336" name="Google Shape;336;p20"/>
          <p:cNvGrpSpPr/>
          <p:nvPr/>
        </p:nvGrpSpPr>
        <p:grpSpPr>
          <a:xfrm>
            <a:off x="-1006072" y="1271750"/>
            <a:ext cx="4357952" cy="5991287"/>
            <a:chOff x="-1006072" y="1271750"/>
            <a:chExt cx="4357952" cy="5991287"/>
          </a:xfrm>
        </p:grpSpPr>
        <p:sp>
          <p:nvSpPr>
            <p:cNvPr id="337" name="Google Shape;337;p20"/>
            <p:cNvSpPr/>
            <p:nvPr/>
          </p:nvSpPr>
          <p:spPr>
            <a:xfrm>
              <a:off x="1068003" y="1271750"/>
              <a:ext cx="486039" cy="429385"/>
            </a:xfrm>
            <a:custGeom>
              <a:rect b="b" l="l" r="r" t="t"/>
              <a:pathLst>
                <a:path extrusionOk="0" h="10550" w="11942">
                  <a:moveTo>
                    <a:pt x="7370" y="0"/>
                  </a:moveTo>
                  <a:lnTo>
                    <a:pt x="0" y="10549"/>
                  </a:lnTo>
                  <a:lnTo>
                    <a:pt x="4572" y="10549"/>
                  </a:lnTo>
                  <a:lnTo>
                    <a:pt x="119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" name="Google Shape;338;p20"/>
            <p:cNvSpPr/>
            <p:nvPr/>
          </p:nvSpPr>
          <p:spPr>
            <a:xfrm>
              <a:off x="1368409" y="1271750"/>
              <a:ext cx="485592" cy="429385"/>
            </a:xfrm>
            <a:custGeom>
              <a:rect b="b" l="l" r="r" t="t"/>
              <a:pathLst>
                <a:path extrusionOk="0" h="10550" w="11931">
                  <a:moveTo>
                    <a:pt x="7359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3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" name="Google Shape;339;p20"/>
            <p:cNvSpPr/>
            <p:nvPr/>
          </p:nvSpPr>
          <p:spPr>
            <a:xfrm>
              <a:off x="1668856" y="1271750"/>
              <a:ext cx="485592" cy="429385"/>
            </a:xfrm>
            <a:custGeom>
              <a:rect b="b" l="l" r="r" t="t"/>
              <a:pathLst>
                <a:path extrusionOk="0" h="10550" w="11931">
                  <a:moveTo>
                    <a:pt x="7359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3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" name="Google Shape;340;p20"/>
            <p:cNvSpPr/>
            <p:nvPr/>
          </p:nvSpPr>
          <p:spPr>
            <a:xfrm>
              <a:off x="1968814" y="1271750"/>
              <a:ext cx="486080" cy="429385"/>
            </a:xfrm>
            <a:custGeom>
              <a:rect b="b" l="l" r="r" t="t"/>
              <a:pathLst>
                <a:path extrusionOk="0" h="10550" w="11943">
                  <a:moveTo>
                    <a:pt x="7371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" name="Google Shape;341;p20"/>
            <p:cNvSpPr/>
            <p:nvPr/>
          </p:nvSpPr>
          <p:spPr>
            <a:xfrm>
              <a:off x="2269261" y="1271750"/>
              <a:ext cx="485103" cy="429385"/>
            </a:xfrm>
            <a:custGeom>
              <a:rect b="b" l="l" r="r" t="t"/>
              <a:pathLst>
                <a:path extrusionOk="0" h="10550" w="11919">
                  <a:moveTo>
                    <a:pt x="7359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1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" name="Google Shape;342;p20"/>
            <p:cNvSpPr/>
            <p:nvPr/>
          </p:nvSpPr>
          <p:spPr>
            <a:xfrm>
              <a:off x="2569708" y="1271750"/>
              <a:ext cx="485103" cy="429385"/>
            </a:xfrm>
            <a:custGeom>
              <a:rect b="b" l="l" r="r" t="t"/>
              <a:pathLst>
                <a:path extrusionOk="0" h="10550" w="11919">
                  <a:moveTo>
                    <a:pt x="7359" y="0"/>
                  </a:moveTo>
                  <a:lnTo>
                    <a:pt x="1" y="10549"/>
                  </a:lnTo>
                  <a:lnTo>
                    <a:pt x="4561" y="10549"/>
                  </a:lnTo>
                  <a:lnTo>
                    <a:pt x="1191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" name="Google Shape;343;p20"/>
            <p:cNvSpPr/>
            <p:nvPr/>
          </p:nvSpPr>
          <p:spPr>
            <a:xfrm>
              <a:off x="2866777" y="1271750"/>
              <a:ext cx="485103" cy="429385"/>
            </a:xfrm>
            <a:custGeom>
              <a:rect b="b" l="l" r="r" t="t"/>
              <a:pathLst>
                <a:path extrusionOk="0" h="10550" w="11919">
                  <a:moveTo>
                    <a:pt x="7346" y="0"/>
                  </a:moveTo>
                  <a:lnTo>
                    <a:pt x="0" y="10549"/>
                  </a:lnTo>
                  <a:lnTo>
                    <a:pt x="4560" y="10549"/>
                  </a:lnTo>
                  <a:lnTo>
                    <a:pt x="1191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" name="Google Shape;344;p20"/>
            <p:cNvSpPr/>
            <p:nvPr/>
          </p:nvSpPr>
          <p:spPr>
            <a:xfrm>
              <a:off x="1055875" y="4208223"/>
              <a:ext cx="502564" cy="182865"/>
            </a:xfrm>
            <a:custGeom>
              <a:rect b="b" l="l" r="r" t="t"/>
              <a:pathLst>
                <a:path extrusionOk="0" h="4493" w="12348">
                  <a:moveTo>
                    <a:pt x="9838" y="0"/>
                  </a:moveTo>
                  <a:cubicBezTo>
                    <a:pt x="9200" y="0"/>
                    <a:pt x="8568" y="272"/>
                    <a:pt x="8132" y="800"/>
                  </a:cubicBezTo>
                  <a:cubicBezTo>
                    <a:pt x="7799" y="1192"/>
                    <a:pt x="7620" y="1669"/>
                    <a:pt x="7608" y="2145"/>
                  </a:cubicBezTo>
                  <a:lnTo>
                    <a:pt x="2941" y="2181"/>
                  </a:lnTo>
                  <a:cubicBezTo>
                    <a:pt x="2906" y="1847"/>
                    <a:pt x="2739" y="1514"/>
                    <a:pt x="2465" y="1264"/>
                  </a:cubicBezTo>
                  <a:cubicBezTo>
                    <a:pt x="2206" y="1047"/>
                    <a:pt x="1887" y="940"/>
                    <a:pt x="1570" y="940"/>
                  </a:cubicBezTo>
                  <a:cubicBezTo>
                    <a:pt x="1173" y="940"/>
                    <a:pt x="778" y="1107"/>
                    <a:pt x="500" y="1431"/>
                  </a:cubicBezTo>
                  <a:cubicBezTo>
                    <a:pt x="0" y="2002"/>
                    <a:pt x="84" y="2883"/>
                    <a:pt x="655" y="3395"/>
                  </a:cubicBezTo>
                  <a:cubicBezTo>
                    <a:pt x="915" y="3612"/>
                    <a:pt x="1233" y="3719"/>
                    <a:pt x="1550" y="3719"/>
                  </a:cubicBezTo>
                  <a:cubicBezTo>
                    <a:pt x="1947" y="3719"/>
                    <a:pt x="2342" y="3552"/>
                    <a:pt x="2620" y="3228"/>
                  </a:cubicBezTo>
                  <a:cubicBezTo>
                    <a:pt x="2822" y="3002"/>
                    <a:pt x="2917" y="2728"/>
                    <a:pt x="2953" y="2443"/>
                  </a:cubicBezTo>
                  <a:lnTo>
                    <a:pt x="7620" y="2395"/>
                  </a:lnTo>
                  <a:cubicBezTo>
                    <a:pt x="7668" y="2978"/>
                    <a:pt x="7918" y="3562"/>
                    <a:pt x="8418" y="3955"/>
                  </a:cubicBezTo>
                  <a:cubicBezTo>
                    <a:pt x="8832" y="4316"/>
                    <a:pt x="9346" y="4492"/>
                    <a:pt x="9859" y="4492"/>
                  </a:cubicBezTo>
                  <a:cubicBezTo>
                    <a:pt x="10496" y="4492"/>
                    <a:pt x="11131" y="4220"/>
                    <a:pt x="11573" y="3693"/>
                  </a:cubicBezTo>
                  <a:cubicBezTo>
                    <a:pt x="12347" y="2752"/>
                    <a:pt x="12228" y="1335"/>
                    <a:pt x="11288" y="538"/>
                  </a:cubicBezTo>
                  <a:cubicBezTo>
                    <a:pt x="10868" y="176"/>
                    <a:pt x="10351" y="0"/>
                    <a:pt x="9838" y="0"/>
                  </a:cubicBez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" name="Google Shape;345;p20"/>
            <p:cNvSpPr/>
            <p:nvPr/>
          </p:nvSpPr>
          <p:spPr>
            <a:xfrm>
              <a:off x="1063608" y="2410971"/>
              <a:ext cx="94546" cy="94546"/>
            </a:xfrm>
            <a:custGeom>
              <a:rect b="b" l="l" r="r" t="t"/>
              <a:pathLst>
                <a:path extrusionOk="0" h="2323" w="2323">
                  <a:moveTo>
                    <a:pt x="1168" y="1"/>
                  </a:moveTo>
                  <a:cubicBezTo>
                    <a:pt x="525" y="1"/>
                    <a:pt x="1" y="525"/>
                    <a:pt x="1" y="1167"/>
                  </a:cubicBezTo>
                  <a:cubicBezTo>
                    <a:pt x="1" y="1799"/>
                    <a:pt x="525" y="2322"/>
                    <a:pt x="1168" y="2322"/>
                  </a:cubicBezTo>
                  <a:cubicBezTo>
                    <a:pt x="1811" y="2322"/>
                    <a:pt x="2323" y="1799"/>
                    <a:pt x="2323" y="1167"/>
                  </a:cubicBezTo>
                  <a:cubicBezTo>
                    <a:pt x="2323" y="525"/>
                    <a:pt x="1811" y="1"/>
                    <a:pt x="116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" name="Google Shape;346;p20"/>
            <p:cNvSpPr/>
            <p:nvPr/>
          </p:nvSpPr>
          <p:spPr>
            <a:xfrm>
              <a:off x="1063608" y="2277721"/>
              <a:ext cx="94546" cy="94546"/>
            </a:xfrm>
            <a:custGeom>
              <a:rect b="b" l="l" r="r" t="t"/>
              <a:pathLst>
                <a:path extrusionOk="0" h="2323" w="2323">
                  <a:moveTo>
                    <a:pt x="1168" y="0"/>
                  </a:moveTo>
                  <a:cubicBezTo>
                    <a:pt x="525" y="0"/>
                    <a:pt x="1" y="524"/>
                    <a:pt x="1" y="1167"/>
                  </a:cubicBezTo>
                  <a:cubicBezTo>
                    <a:pt x="1" y="1798"/>
                    <a:pt x="525" y="2322"/>
                    <a:pt x="1168" y="2322"/>
                  </a:cubicBezTo>
                  <a:cubicBezTo>
                    <a:pt x="1811" y="2322"/>
                    <a:pt x="2323" y="1798"/>
                    <a:pt x="2323" y="1167"/>
                  </a:cubicBezTo>
                  <a:cubicBezTo>
                    <a:pt x="2323" y="524"/>
                    <a:pt x="1811" y="0"/>
                    <a:pt x="116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" name="Google Shape;347;p20"/>
            <p:cNvSpPr/>
            <p:nvPr/>
          </p:nvSpPr>
          <p:spPr>
            <a:xfrm>
              <a:off x="1069916" y="1822700"/>
              <a:ext cx="914936" cy="110053"/>
            </a:xfrm>
            <a:custGeom>
              <a:rect b="b" l="l" r="r" t="t"/>
              <a:pathLst>
                <a:path extrusionOk="0" h="2704" w="22480">
                  <a:moveTo>
                    <a:pt x="1" y="1"/>
                  </a:moveTo>
                  <a:lnTo>
                    <a:pt x="1" y="2703"/>
                  </a:lnTo>
                  <a:lnTo>
                    <a:pt x="22480" y="2703"/>
                  </a:lnTo>
                  <a:lnTo>
                    <a:pt x="2248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" name="Google Shape;348;p20"/>
            <p:cNvSpPr/>
            <p:nvPr/>
          </p:nvSpPr>
          <p:spPr>
            <a:xfrm>
              <a:off x="1069916" y="1981143"/>
              <a:ext cx="745828" cy="54335"/>
            </a:xfrm>
            <a:custGeom>
              <a:rect b="b" l="l" r="r" t="t"/>
              <a:pathLst>
                <a:path extrusionOk="0" h="1335" w="18325">
                  <a:moveTo>
                    <a:pt x="1" y="1"/>
                  </a:moveTo>
                  <a:lnTo>
                    <a:pt x="1" y="1334"/>
                  </a:lnTo>
                  <a:lnTo>
                    <a:pt x="18324" y="1334"/>
                  </a:lnTo>
                  <a:lnTo>
                    <a:pt x="1832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" name="Google Shape;349;p20"/>
            <p:cNvSpPr/>
            <p:nvPr/>
          </p:nvSpPr>
          <p:spPr>
            <a:xfrm>
              <a:off x="1069916" y="2069828"/>
              <a:ext cx="745828" cy="54823"/>
            </a:xfrm>
            <a:custGeom>
              <a:rect b="b" l="l" r="r" t="t"/>
              <a:pathLst>
                <a:path extrusionOk="0" h="1347" w="18325">
                  <a:moveTo>
                    <a:pt x="1" y="1"/>
                  </a:moveTo>
                  <a:lnTo>
                    <a:pt x="1" y="1346"/>
                  </a:lnTo>
                  <a:lnTo>
                    <a:pt x="18324" y="1346"/>
                  </a:lnTo>
                  <a:lnTo>
                    <a:pt x="1832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" name="Google Shape;350;p20"/>
            <p:cNvSpPr/>
            <p:nvPr/>
          </p:nvSpPr>
          <p:spPr>
            <a:xfrm>
              <a:off x="1069916" y="2158512"/>
              <a:ext cx="489947" cy="54335"/>
            </a:xfrm>
            <a:custGeom>
              <a:rect b="b" l="l" r="r" t="t"/>
              <a:pathLst>
                <a:path extrusionOk="0" h="1335" w="12038">
                  <a:moveTo>
                    <a:pt x="1" y="1"/>
                  </a:moveTo>
                  <a:lnTo>
                    <a:pt x="1" y="1334"/>
                  </a:lnTo>
                  <a:lnTo>
                    <a:pt x="12038" y="1334"/>
                  </a:lnTo>
                  <a:lnTo>
                    <a:pt x="1203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" name="Google Shape;351;p20"/>
            <p:cNvSpPr/>
            <p:nvPr/>
          </p:nvSpPr>
          <p:spPr>
            <a:xfrm>
              <a:off x="1130966" y="5001539"/>
              <a:ext cx="220065" cy="194831"/>
            </a:xfrm>
            <a:custGeom>
              <a:rect b="b" l="l" r="r" t="t"/>
              <a:pathLst>
                <a:path extrusionOk="0" h="4787" w="5407">
                  <a:moveTo>
                    <a:pt x="3335" y="0"/>
                  </a:moveTo>
                  <a:lnTo>
                    <a:pt x="1" y="4787"/>
                  </a:lnTo>
                  <a:lnTo>
                    <a:pt x="2073" y="4787"/>
                  </a:lnTo>
                  <a:lnTo>
                    <a:pt x="5406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" name="Google Shape;352;p20"/>
            <p:cNvSpPr/>
            <p:nvPr/>
          </p:nvSpPr>
          <p:spPr>
            <a:xfrm>
              <a:off x="1267636" y="5001539"/>
              <a:ext cx="219536" cy="194831"/>
            </a:xfrm>
            <a:custGeom>
              <a:rect b="b" l="l" r="r" t="t"/>
              <a:pathLst>
                <a:path extrusionOk="0" h="4787" w="5394">
                  <a:moveTo>
                    <a:pt x="3334" y="0"/>
                  </a:moveTo>
                  <a:lnTo>
                    <a:pt x="0" y="4787"/>
                  </a:lnTo>
                  <a:lnTo>
                    <a:pt x="2060" y="4787"/>
                  </a:lnTo>
                  <a:lnTo>
                    <a:pt x="5394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" name="Google Shape;353;p20"/>
            <p:cNvSpPr/>
            <p:nvPr/>
          </p:nvSpPr>
          <p:spPr>
            <a:xfrm>
              <a:off x="1403330" y="5001539"/>
              <a:ext cx="220513" cy="194831"/>
            </a:xfrm>
            <a:custGeom>
              <a:rect b="b" l="l" r="r" t="t"/>
              <a:pathLst>
                <a:path extrusionOk="0" h="4787" w="5418">
                  <a:moveTo>
                    <a:pt x="3346" y="0"/>
                  </a:moveTo>
                  <a:lnTo>
                    <a:pt x="0" y="4787"/>
                  </a:lnTo>
                  <a:lnTo>
                    <a:pt x="2084" y="4787"/>
                  </a:lnTo>
                  <a:lnTo>
                    <a:pt x="5418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" name="Google Shape;354;p20"/>
            <p:cNvSpPr/>
            <p:nvPr/>
          </p:nvSpPr>
          <p:spPr>
            <a:xfrm>
              <a:off x="1539471" y="5001539"/>
              <a:ext cx="220065" cy="194831"/>
            </a:xfrm>
            <a:custGeom>
              <a:rect b="b" l="l" r="r" t="t"/>
              <a:pathLst>
                <a:path extrusionOk="0" h="4787" w="5407">
                  <a:moveTo>
                    <a:pt x="3335" y="0"/>
                  </a:moveTo>
                  <a:lnTo>
                    <a:pt x="1" y="4787"/>
                  </a:lnTo>
                  <a:lnTo>
                    <a:pt x="2073" y="4787"/>
                  </a:lnTo>
                  <a:lnTo>
                    <a:pt x="5406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" name="Google Shape;355;p20"/>
            <p:cNvSpPr/>
            <p:nvPr/>
          </p:nvSpPr>
          <p:spPr>
            <a:xfrm>
              <a:off x="1675653" y="5001539"/>
              <a:ext cx="220024" cy="194831"/>
            </a:xfrm>
            <a:custGeom>
              <a:rect b="b" l="l" r="r" t="t"/>
              <a:pathLst>
                <a:path extrusionOk="0" h="4787" w="5406">
                  <a:moveTo>
                    <a:pt x="3334" y="0"/>
                  </a:moveTo>
                  <a:lnTo>
                    <a:pt x="0" y="4787"/>
                  </a:lnTo>
                  <a:lnTo>
                    <a:pt x="2072" y="4787"/>
                  </a:lnTo>
                  <a:lnTo>
                    <a:pt x="5406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" name="Google Shape;356;p20"/>
            <p:cNvSpPr/>
            <p:nvPr/>
          </p:nvSpPr>
          <p:spPr>
            <a:xfrm>
              <a:off x="1811835" y="5001539"/>
              <a:ext cx="220024" cy="194831"/>
            </a:xfrm>
            <a:custGeom>
              <a:rect b="b" l="l" r="r" t="t"/>
              <a:pathLst>
                <a:path extrusionOk="0" h="4787" w="5406">
                  <a:moveTo>
                    <a:pt x="3334" y="0"/>
                  </a:moveTo>
                  <a:lnTo>
                    <a:pt x="0" y="4787"/>
                  </a:lnTo>
                  <a:lnTo>
                    <a:pt x="2072" y="4787"/>
                  </a:lnTo>
                  <a:lnTo>
                    <a:pt x="5406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" name="Google Shape;357;p20"/>
            <p:cNvSpPr/>
            <p:nvPr/>
          </p:nvSpPr>
          <p:spPr>
            <a:xfrm>
              <a:off x="1598120" y="4774272"/>
              <a:ext cx="1247862" cy="2488764"/>
            </a:xfrm>
            <a:custGeom>
              <a:rect b="b" l="l" r="r" t="t"/>
              <a:pathLst>
                <a:path extrusionOk="0" h="61149" w="30660">
                  <a:moveTo>
                    <a:pt x="727" y="0"/>
                  </a:moveTo>
                  <a:cubicBezTo>
                    <a:pt x="0" y="11014"/>
                    <a:pt x="3072" y="44744"/>
                    <a:pt x="4144" y="56293"/>
                  </a:cubicBezTo>
                  <a:cubicBezTo>
                    <a:pt x="4168" y="56603"/>
                    <a:pt x="4453" y="56960"/>
                    <a:pt x="4477" y="57245"/>
                  </a:cubicBezTo>
                  <a:cubicBezTo>
                    <a:pt x="4644" y="59019"/>
                    <a:pt x="4751" y="60091"/>
                    <a:pt x="4751" y="60258"/>
                  </a:cubicBezTo>
                  <a:cubicBezTo>
                    <a:pt x="4779" y="60847"/>
                    <a:pt x="6567" y="61148"/>
                    <a:pt x="8454" y="61148"/>
                  </a:cubicBezTo>
                  <a:cubicBezTo>
                    <a:pt x="10570" y="61148"/>
                    <a:pt x="12810" y="60770"/>
                    <a:pt x="12835" y="59996"/>
                  </a:cubicBezTo>
                  <a:lnTo>
                    <a:pt x="12871" y="57055"/>
                  </a:lnTo>
                  <a:lnTo>
                    <a:pt x="13276" y="56186"/>
                  </a:lnTo>
                  <a:lnTo>
                    <a:pt x="15633" y="14514"/>
                  </a:lnTo>
                  <a:cubicBezTo>
                    <a:pt x="15615" y="14003"/>
                    <a:pt x="15763" y="13674"/>
                    <a:pt x="15908" y="13674"/>
                  </a:cubicBezTo>
                  <a:cubicBezTo>
                    <a:pt x="16040" y="13674"/>
                    <a:pt x="16169" y="13945"/>
                    <a:pt x="16169" y="14597"/>
                  </a:cubicBezTo>
                  <a:cubicBezTo>
                    <a:pt x="16122" y="24872"/>
                    <a:pt x="18622" y="46697"/>
                    <a:pt x="19003" y="55733"/>
                  </a:cubicBezTo>
                  <a:cubicBezTo>
                    <a:pt x="19027" y="55948"/>
                    <a:pt x="19348" y="56162"/>
                    <a:pt x="19348" y="56364"/>
                  </a:cubicBezTo>
                  <a:cubicBezTo>
                    <a:pt x="19455" y="58567"/>
                    <a:pt x="19527" y="59936"/>
                    <a:pt x="19539" y="60079"/>
                  </a:cubicBezTo>
                  <a:cubicBezTo>
                    <a:pt x="19635" y="60525"/>
                    <a:pt x="21296" y="60734"/>
                    <a:pt x="23092" y="60734"/>
                  </a:cubicBezTo>
                  <a:cubicBezTo>
                    <a:pt x="25274" y="60734"/>
                    <a:pt x="27656" y="60426"/>
                    <a:pt x="27683" y="59865"/>
                  </a:cubicBezTo>
                  <a:cubicBezTo>
                    <a:pt x="27683" y="59734"/>
                    <a:pt x="27790" y="58424"/>
                    <a:pt x="27921" y="56257"/>
                  </a:cubicBezTo>
                  <a:cubicBezTo>
                    <a:pt x="27933" y="56007"/>
                    <a:pt x="28171" y="55733"/>
                    <a:pt x="28194" y="55448"/>
                  </a:cubicBezTo>
                  <a:cubicBezTo>
                    <a:pt x="28921" y="44041"/>
                    <a:pt x="30659" y="13573"/>
                    <a:pt x="29385" y="48"/>
                  </a:cubicBezTo>
                  <a:cubicBezTo>
                    <a:pt x="29385" y="48"/>
                    <a:pt x="15360" y="0"/>
                    <a:pt x="72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" name="Google Shape;358;p20"/>
            <p:cNvSpPr/>
            <p:nvPr/>
          </p:nvSpPr>
          <p:spPr>
            <a:xfrm>
              <a:off x="1615091" y="4944844"/>
              <a:ext cx="1192103" cy="155596"/>
            </a:xfrm>
            <a:custGeom>
              <a:rect b="b" l="l" r="r" t="t"/>
              <a:pathLst>
                <a:path extrusionOk="0" h="3823" w="29290">
                  <a:moveTo>
                    <a:pt x="16252" y="0"/>
                  </a:moveTo>
                  <a:lnTo>
                    <a:pt x="0" y="1310"/>
                  </a:lnTo>
                  <a:cubicBezTo>
                    <a:pt x="0" y="1310"/>
                    <a:pt x="5668" y="3822"/>
                    <a:pt x="15443" y="3822"/>
                  </a:cubicBezTo>
                  <a:cubicBezTo>
                    <a:pt x="25230" y="3822"/>
                    <a:pt x="29290" y="1310"/>
                    <a:pt x="29290" y="1310"/>
                  </a:cubicBezTo>
                  <a:lnTo>
                    <a:pt x="1625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" name="Google Shape;359;p20"/>
            <p:cNvSpPr/>
            <p:nvPr/>
          </p:nvSpPr>
          <p:spPr>
            <a:xfrm>
              <a:off x="1944598" y="1693805"/>
              <a:ext cx="632885" cy="1078224"/>
            </a:xfrm>
            <a:custGeom>
              <a:rect b="b" l="l" r="r" t="t"/>
              <a:pathLst>
                <a:path extrusionOk="0" h="26492" w="15550">
                  <a:moveTo>
                    <a:pt x="7870" y="0"/>
                  </a:moveTo>
                  <a:cubicBezTo>
                    <a:pt x="7870" y="0"/>
                    <a:pt x="131" y="3787"/>
                    <a:pt x="131" y="7335"/>
                  </a:cubicBezTo>
                  <a:cubicBezTo>
                    <a:pt x="131" y="10907"/>
                    <a:pt x="0" y="21860"/>
                    <a:pt x="1977" y="26492"/>
                  </a:cubicBezTo>
                  <a:lnTo>
                    <a:pt x="13657" y="26492"/>
                  </a:lnTo>
                  <a:cubicBezTo>
                    <a:pt x="15348" y="23587"/>
                    <a:pt x="15550" y="10918"/>
                    <a:pt x="15550" y="7370"/>
                  </a:cubicBezTo>
                  <a:cubicBezTo>
                    <a:pt x="15550" y="3822"/>
                    <a:pt x="7870" y="0"/>
                    <a:pt x="7870" y="0"/>
                  </a:cubicBezTo>
                  <a:close/>
                </a:path>
              </a:pathLst>
            </a:custGeom>
            <a:solidFill>
              <a:srgbClr val="0317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" name="Google Shape;360;p20"/>
            <p:cNvSpPr/>
            <p:nvPr/>
          </p:nvSpPr>
          <p:spPr>
            <a:xfrm>
              <a:off x="2657416" y="3209578"/>
              <a:ext cx="399348" cy="940170"/>
            </a:xfrm>
            <a:custGeom>
              <a:rect b="b" l="l" r="r" t="t"/>
              <a:pathLst>
                <a:path extrusionOk="0" h="23100" w="9812">
                  <a:moveTo>
                    <a:pt x="7287" y="0"/>
                  </a:moveTo>
                  <a:lnTo>
                    <a:pt x="310" y="5215"/>
                  </a:lnTo>
                  <a:lnTo>
                    <a:pt x="4287" y="15097"/>
                  </a:lnTo>
                  <a:lnTo>
                    <a:pt x="1" y="20014"/>
                  </a:lnTo>
                  <a:cubicBezTo>
                    <a:pt x="1" y="20014"/>
                    <a:pt x="897" y="23099"/>
                    <a:pt x="1032" y="23099"/>
                  </a:cubicBezTo>
                  <a:cubicBezTo>
                    <a:pt x="1034" y="23099"/>
                    <a:pt x="1035" y="23099"/>
                    <a:pt x="1036" y="23098"/>
                  </a:cubicBezTo>
                  <a:cubicBezTo>
                    <a:pt x="1155" y="23039"/>
                    <a:pt x="8978" y="18074"/>
                    <a:pt x="9395" y="16038"/>
                  </a:cubicBezTo>
                  <a:cubicBezTo>
                    <a:pt x="9811" y="14002"/>
                    <a:pt x="7287" y="0"/>
                    <a:pt x="7287" y="0"/>
                  </a:cubicBezTo>
                  <a:close/>
                </a:path>
              </a:pathLst>
            </a:custGeom>
            <a:solidFill>
              <a:srgbClr val="0E263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" name="Google Shape;361;p20"/>
            <p:cNvSpPr/>
            <p:nvPr/>
          </p:nvSpPr>
          <p:spPr>
            <a:xfrm>
              <a:off x="1425104" y="3226997"/>
              <a:ext cx="400814" cy="942124"/>
            </a:xfrm>
            <a:custGeom>
              <a:rect b="b" l="l" r="r" t="t"/>
              <a:pathLst>
                <a:path extrusionOk="0" h="23148" w="9848">
                  <a:moveTo>
                    <a:pt x="2835" y="1"/>
                  </a:moveTo>
                  <a:cubicBezTo>
                    <a:pt x="2835" y="1"/>
                    <a:pt x="1" y="13538"/>
                    <a:pt x="418" y="15562"/>
                  </a:cubicBezTo>
                  <a:cubicBezTo>
                    <a:pt x="834" y="17610"/>
                    <a:pt x="8704" y="23087"/>
                    <a:pt x="8823" y="23146"/>
                  </a:cubicBezTo>
                  <a:cubicBezTo>
                    <a:pt x="8825" y="23147"/>
                    <a:pt x="8826" y="23148"/>
                    <a:pt x="8828" y="23148"/>
                  </a:cubicBezTo>
                  <a:cubicBezTo>
                    <a:pt x="8963" y="23148"/>
                    <a:pt x="9847" y="20063"/>
                    <a:pt x="9847" y="20063"/>
                  </a:cubicBezTo>
                  <a:lnTo>
                    <a:pt x="5561" y="15145"/>
                  </a:lnTo>
                  <a:lnTo>
                    <a:pt x="9538" y="5263"/>
                  </a:lnTo>
                  <a:lnTo>
                    <a:pt x="2835" y="1"/>
                  </a:lnTo>
                  <a:close/>
                </a:path>
              </a:pathLst>
            </a:custGeom>
            <a:solidFill>
              <a:srgbClr val="0E263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" name="Google Shape;362;p20"/>
            <p:cNvSpPr/>
            <p:nvPr/>
          </p:nvSpPr>
          <p:spPr>
            <a:xfrm>
              <a:off x="1367473" y="2660053"/>
              <a:ext cx="1682009" cy="2371589"/>
            </a:xfrm>
            <a:custGeom>
              <a:rect b="b" l="l" r="r" t="t"/>
              <a:pathLst>
                <a:path extrusionOk="0" h="58270" w="41327">
                  <a:moveTo>
                    <a:pt x="17026" y="0"/>
                  </a:moveTo>
                  <a:cubicBezTo>
                    <a:pt x="17026" y="0"/>
                    <a:pt x="9489" y="2917"/>
                    <a:pt x="6930" y="4656"/>
                  </a:cubicBezTo>
                  <a:cubicBezTo>
                    <a:pt x="3524" y="6966"/>
                    <a:pt x="107" y="15717"/>
                    <a:pt x="0" y="18515"/>
                  </a:cubicBezTo>
                  <a:cubicBezTo>
                    <a:pt x="0" y="18515"/>
                    <a:pt x="4929" y="19693"/>
                    <a:pt x="9156" y="20836"/>
                  </a:cubicBezTo>
                  <a:cubicBezTo>
                    <a:pt x="9275" y="22872"/>
                    <a:pt x="9192" y="25194"/>
                    <a:pt x="8799" y="27873"/>
                  </a:cubicBezTo>
                  <a:cubicBezTo>
                    <a:pt x="8585" y="29230"/>
                    <a:pt x="6179" y="44482"/>
                    <a:pt x="5298" y="52090"/>
                  </a:cubicBezTo>
                  <a:cubicBezTo>
                    <a:pt x="5239" y="52566"/>
                    <a:pt x="6358" y="53614"/>
                    <a:pt x="6299" y="54067"/>
                  </a:cubicBezTo>
                  <a:cubicBezTo>
                    <a:pt x="6120" y="55543"/>
                    <a:pt x="5906" y="57150"/>
                    <a:pt x="6096" y="57436"/>
                  </a:cubicBezTo>
                  <a:cubicBezTo>
                    <a:pt x="6346" y="57817"/>
                    <a:pt x="13299" y="58270"/>
                    <a:pt x="21443" y="58270"/>
                  </a:cubicBezTo>
                  <a:cubicBezTo>
                    <a:pt x="28730" y="58270"/>
                    <a:pt x="35147" y="57615"/>
                    <a:pt x="35421" y="57353"/>
                  </a:cubicBezTo>
                  <a:cubicBezTo>
                    <a:pt x="35671" y="57162"/>
                    <a:pt x="35445" y="56210"/>
                    <a:pt x="35338" y="54531"/>
                  </a:cubicBezTo>
                  <a:cubicBezTo>
                    <a:pt x="35326" y="54186"/>
                    <a:pt x="36445" y="53305"/>
                    <a:pt x="36409" y="52924"/>
                  </a:cubicBezTo>
                  <a:cubicBezTo>
                    <a:pt x="36017" y="46613"/>
                    <a:pt x="33873" y="32183"/>
                    <a:pt x="33814" y="31326"/>
                  </a:cubicBezTo>
                  <a:cubicBezTo>
                    <a:pt x="33552" y="27218"/>
                    <a:pt x="33683" y="23813"/>
                    <a:pt x="33992" y="20967"/>
                  </a:cubicBezTo>
                  <a:cubicBezTo>
                    <a:pt x="38576" y="20265"/>
                    <a:pt x="41327" y="15955"/>
                    <a:pt x="41327" y="15955"/>
                  </a:cubicBezTo>
                  <a:cubicBezTo>
                    <a:pt x="41208" y="12633"/>
                    <a:pt x="39803" y="7489"/>
                    <a:pt x="37005" y="5715"/>
                  </a:cubicBezTo>
                  <a:cubicBezTo>
                    <a:pt x="35135" y="4037"/>
                    <a:pt x="28349" y="1263"/>
                    <a:pt x="26480" y="715"/>
                  </a:cubicBezTo>
                  <a:cubicBezTo>
                    <a:pt x="25721" y="492"/>
                    <a:pt x="25006" y="422"/>
                    <a:pt x="24298" y="422"/>
                  </a:cubicBezTo>
                  <a:cubicBezTo>
                    <a:pt x="23141" y="422"/>
                    <a:pt x="22001" y="607"/>
                    <a:pt x="20706" y="607"/>
                  </a:cubicBezTo>
                  <a:cubicBezTo>
                    <a:pt x="19621" y="607"/>
                    <a:pt x="18427" y="477"/>
                    <a:pt x="1702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" name="Google Shape;363;p20"/>
            <p:cNvSpPr/>
            <p:nvPr/>
          </p:nvSpPr>
          <p:spPr>
            <a:xfrm>
              <a:off x="2053022" y="2400797"/>
              <a:ext cx="384615" cy="318925"/>
            </a:xfrm>
            <a:custGeom>
              <a:rect b="b" l="l" r="r" t="t"/>
              <a:pathLst>
                <a:path extrusionOk="0" h="7836" w="9450">
                  <a:moveTo>
                    <a:pt x="587" y="1"/>
                  </a:moveTo>
                  <a:lnTo>
                    <a:pt x="587" y="1"/>
                  </a:lnTo>
                  <a:cubicBezTo>
                    <a:pt x="599" y="1477"/>
                    <a:pt x="492" y="4513"/>
                    <a:pt x="182" y="6370"/>
                  </a:cubicBezTo>
                  <a:cubicBezTo>
                    <a:pt x="0" y="7389"/>
                    <a:pt x="2797" y="7835"/>
                    <a:pt x="5353" y="7835"/>
                  </a:cubicBezTo>
                  <a:cubicBezTo>
                    <a:pt x="7485" y="7835"/>
                    <a:pt x="9449" y="7525"/>
                    <a:pt x="9374" y="6978"/>
                  </a:cubicBezTo>
                  <a:cubicBezTo>
                    <a:pt x="9255" y="6644"/>
                    <a:pt x="8909" y="2549"/>
                    <a:pt x="9016" y="382"/>
                  </a:cubicBezTo>
                  <a:lnTo>
                    <a:pt x="58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" name="Google Shape;364;p20"/>
            <p:cNvSpPr/>
            <p:nvPr/>
          </p:nvSpPr>
          <p:spPr>
            <a:xfrm>
              <a:off x="2076873" y="2363963"/>
              <a:ext cx="343142" cy="217135"/>
            </a:xfrm>
            <a:custGeom>
              <a:rect b="b" l="l" r="r" t="t"/>
              <a:pathLst>
                <a:path extrusionOk="0" h="5335" w="8431">
                  <a:moveTo>
                    <a:pt x="8430" y="1"/>
                  </a:moveTo>
                  <a:lnTo>
                    <a:pt x="1" y="906"/>
                  </a:lnTo>
                  <a:cubicBezTo>
                    <a:pt x="1" y="906"/>
                    <a:pt x="72" y="1441"/>
                    <a:pt x="13" y="2382"/>
                  </a:cubicBezTo>
                  <a:cubicBezTo>
                    <a:pt x="13" y="2382"/>
                    <a:pt x="2525" y="5335"/>
                    <a:pt x="4311" y="5335"/>
                  </a:cubicBezTo>
                  <a:cubicBezTo>
                    <a:pt x="6097" y="5335"/>
                    <a:pt x="8395" y="2596"/>
                    <a:pt x="8395" y="2596"/>
                  </a:cubicBezTo>
                  <a:cubicBezTo>
                    <a:pt x="8395" y="2596"/>
                    <a:pt x="8347" y="775"/>
                    <a:pt x="8430" y="1"/>
                  </a:cubicBez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" name="Google Shape;365;p20"/>
            <p:cNvSpPr/>
            <p:nvPr/>
          </p:nvSpPr>
          <p:spPr>
            <a:xfrm>
              <a:off x="2493640" y="1956032"/>
              <a:ext cx="179528" cy="223443"/>
            </a:xfrm>
            <a:custGeom>
              <a:rect b="b" l="l" r="r" t="t"/>
              <a:pathLst>
                <a:path extrusionOk="0" h="5490" w="4411">
                  <a:moveTo>
                    <a:pt x="2769" y="0"/>
                  </a:moveTo>
                  <a:cubicBezTo>
                    <a:pt x="2657" y="0"/>
                    <a:pt x="2540" y="11"/>
                    <a:pt x="2417" y="34"/>
                  </a:cubicBezTo>
                  <a:cubicBezTo>
                    <a:pt x="1215" y="273"/>
                    <a:pt x="405" y="1035"/>
                    <a:pt x="203" y="2559"/>
                  </a:cubicBezTo>
                  <a:cubicBezTo>
                    <a:pt x="0" y="4094"/>
                    <a:pt x="762" y="4904"/>
                    <a:pt x="1691" y="5380"/>
                  </a:cubicBezTo>
                  <a:cubicBezTo>
                    <a:pt x="1833" y="5455"/>
                    <a:pt x="1976" y="5489"/>
                    <a:pt x="2117" y="5489"/>
                  </a:cubicBezTo>
                  <a:cubicBezTo>
                    <a:pt x="3105" y="5489"/>
                    <a:pt x="4040" y="3818"/>
                    <a:pt x="4227" y="2475"/>
                  </a:cubicBezTo>
                  <a:cubicBezTo>
                    <a:pt x="4411" y="1081"/>
                    <a:pt x="3868" y="0"/>
                    <a:pt x="2769" y="0"/>
                  </a:cubicBezTo>
                  <a:close/>
                </a:path>
              </a:pathLst>
            </a:custGeom>
            <a:solidFill>
              <a:srgbClr val="ED906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" name="Google Shape;366;p20"/>
            <p:cNvSpPr/>
            <p:nvPr/>
          </p:nvSpPr>
          <p:spPr>
            <a:xfrm>
              <a:off x="2572150" y="1956113"/>
              <a:ext cx="78999" cy="49817"/>
            </a:xfrm>
            <a:custGeom>
              <a:rect b="b" l="l" r="r" t="t"/>
              <a:pathLst>
                <a:path extrusionOk="0" h="1224" w="1941">
                  <a:moveTo>
                    <a:pt x="820" y="0"/>
                  </a:moveTo>
                  <a:cubicBezTo>
                    <a:pt x="433" y="0"/>
                    <a:pt x="155" y="140"/>
                    <a:pt x="155" y="140"/>
                  </a:cubicBezTo>
                  <a:lnTo>
                    <a:pt x="0" y="1223"/>
                  </a:lnTo>
                  <a:cubicBezTo>
                    <a:pt x="222" y="536"/>
                    <a:pt x="784" y="318"/>
                    <a:pt x="1254" y="318"/>
                  </a:cubicBezTo>
                  <a:cubicBezTo>
                    <a:pt x="1565" y="318"/>
                    <a:pt x="1836" y="414"/>
                    <a:pt x="1941" y="533"/>
                  </a:cubicBezTo>
                  <a:cubicBezTo>
                    <a:pt x="1941" y="533"/>
                    <a:pt x="1715" y="116"/>
                    <a:pt x="1072" y="21"/>
                  </a:cubicBezTo>
                  <a:cubicBezTo>
                    <a:pt x="984" y="6"/>
                    <a:pt x="900" y="0"/>
                    <a:pt x="820" y="0"/>
                  </a:cubicBezTo>
                  <a:close/>
                </a:path>
              </a:pathLst>
            </a:custGeom>
            <a:solidFill>
              <a:srgbClr val="FFAF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" name="Google Shape;367;p20"/>
            <p:cNvSpPr/>
            <p:nvPr/>
          </p:nvSpPr>
          <p:spPr>
            <a:xfrm>
              <a:off x="1852779" y="1956520"/>
              <a:ext cx="179080" cy="223443"/>
            </a:xfrm>
            <a:custGeom>
              <a:rect b="b" l="l" r="r" t="t"/>
              <a:pathLst>
                <a:path extrusionOk="0" h="5490" w="4400">
                  <a:moveTo>
                    <a:pt x="1625" y="0"/>
                  </a:moveTo>
                  <a:cubicBezTo>
                    <a:pt x="544" y="0"/>
                    <a:pt x="1" y="1081"/>
                    <a:pt x="185" y="2475"/>
                  </a:cubicBezTo>
                  <a:cubicBezTo>
                    <a:pt x="372" y="3818"/>
                    <a:pt x="1306" y="5489"/>
                    <a:pt x="2294" y="5489"/>
                  </a:cubicBezTo>
                  <a:cubicBezTo>
                    <a:pt x="2436" y="5489"/>
                    <a:pt x="2579" y="5455"/>
                    <a:pt x="2721" y="5380"/>
                  </a:cubicBezTo>
                  <a:cubicBezTo>
                    <a:pt x="3638" y="4904"/>
                    <a:pt x="4400" y="4094"/>
                    <a:pt x="4209" y="2570"/>
                  </a:cubicBezTo>
                  <a:cubicBezTo>
                    <a:pt x="3995" y="1034"/>
                    <a:pt x="3197" y="284"/>
                    <a:pt x="1971" y="34"/>
                  </a:cubicBezTo>
                  <a:cubicBezTo>
                    <a:pt x="1850" y="11"/>
                    <a:pt x="1735" y="0"/>
                    <a:pt x="1625" y="0"/>
                  </a:cubicBezTo>
                  <a:close/>
                </a:path>
              </a:pathLst>
            </a:custGeom>
            <a:solidFill>
              <a:srgbClr val="ED906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" name="Google Shape;368;p20"/>
            <p:cNvSpPr/>
            <p:nvPr/>
          </p:nvSpPr>
          <p:spPr>
            <a:xfrm>
              <a:off x="1874798" y="1956764"/>
              <a:ext cx="79039" cy="49613"/>
            </a:xfrm>
            <a:custGeom>
              <a:rect b="b" l="l" r="r" t="t"/>
              <a:pathLst>
                <a:path extrusionOk="0" h="1219" w="1942">
                  <a:moveTo>
                    <a:pt x="1099" y="0"/>
                  </a:moveTo>
                  <a:cubicBezTo>
                    <a:pt x="1026" y="0"/>
                    <a:pt x="949" y="5"/>
                    <a:pt x="870" y="16"/>
                  </a:cubicBezTo>
                  <a:cubicBezTo>
                    <a:pt x="227" y="124"/>
                    <a:pt x="1" y="540"/>
                    <a:pt x="1" y="540"/>
                  </a:cubicBezTo>
                  <a:cubicBezTo>
                    <a:pt x="107" y="420"/>
                    <a:pt x="383" y="321"/>
                    <a:pt x="699" y="321"/>
                  </a:cubicBezTo>
                  <a:cubicBezTo>
                    <a:pt x="1167" y="321"/>
                    <a:pt x="1722" y="537"/>
                    <a:pt x="1942" y="1219"/>
                  </a:cubicBezTo>
                  <a:lnTo>
                    <a:pt x="1787" y="136"/>
                  </a:lnTo>
                  <a:cubicBezTo>
                    <a:pt x="1787" y="136"/>
                    <a:pt x="1491" y="0"/>
                    <a:pt x="1099" y="0"/>
                  </a:cubicBezTo>
                  <a:close/>
                </a:path>
              </a:pathLst>
            </a:custGeom>
            <a:solidFill>
              <a:srgbClr val="FFAF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" name="Google Shape;369;p20"/>
            <p:cNvSpPr/>
            <p:nvPr/>
          </p:nvSpPr>
          <p:spPr>
            <a:xfrm>
              <a:off x="1948953" y="1581881"/>
              <a:ext cx="628530" cy="659544"/>
            </a:xfrm>
            <a:custGeom>
              <a:rect b="b" l="l" r="r" t="t"/>
              <a:pathLst>
                <a:path extrusionOk="0" h="16205" w="15443">
                  <a:moveTo>
                    <a:pt x="7728" y="0"/>
                  </a:moveTo>
                  <a:cubicBezTo>
                    <a:pt x="3453" y="0"/>
                    <a:pt x="1" y="2750"/>
                    <a:pt x="1" y="8477"/>
                  </a:cubicBezTo>
                  <a:cubicBezTo>
                    <a:pt x="1" y="12752"/>
                    <a:pt x="3453" y="16204"/>
                    <a:pt x="7728" y="16204"/>
                  </a:cubicBezTo>
                  <a:cubicBezTo>
                    <a:pt x="11990" y="16204"/>
                    <a:pt x="15443" y="12752"/>
                    <a:pt x="15443" y="8477"/>
                  </a:cubicBezTo>
                  <a:cubicBezTo>
                    <a:pt x="15443" y="2870"/>
                    <a:pt x="11978" y="0"/>
                    <a:pt x="7728" y="0"/>
                  </a:cubicBezTo>
                  <a:close/>
                </a:path>
              </a:pathLst>
            </a:custGeom>
            <a:solidFill>
              <a:srgbClr val="FFAF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" name="Google Shape;370;p20"/>
            <p:cNvSpPr/>
            <p:nvPr/>
          </p:nvSpPr>
          <p:spPr>
            <a:xfrm>
              <a:off x="1947976" y="1926891"/>
              <a:ext cx="629507" cy="577777"/>
            </a:xfrm>
            <a:custGeom>
              <a:rect b="b" l="l" r="r" t="t"/>
              <a:pathLst>
                <a:path extrusionOk="0" h="14196" w="15467">
                  <a:moveTo>
                    <a:pt x="15467" y="0"/>
                  </a:moveTo>
                  <a:lnTo>
                    <a:pt x="1" y="24"/>
                  </a:lnTo>
                  <a:cubicBezTo>
                    <a:pt x="1" y="4156"/>
                    <a:pt x="1" y="7608"/>
                    <a:pt x="1584" y="9859"/>
                  </a:cubicBezTo>
                  <a:cubicBezTo>
                    <a:pt x="2489" y="11156"/>
                    <a:pt x="4775" y="13419"/>
                    <a:pt x="6537" y="14038"/>
                  </a:cubicBezTo>
                  <a:cubicBezTo>
                    <a:pt x="6813" y="14132"/>
                    <a:pt x="7390" y="14196"/>
                    <a:pt x="7901" y="14196"/>
                  </a:cubicBezTo>
                  <a:cubicBezTo>
                    <a:pt x="8228" y="14196"/>
                    <a:pt x="8528" y="14170"/>
                    <a:pt x="8704" y="14109"/>
                  </a:cubicBezTo>
                  <a:cubicBezTo>
                    <a:pt x="10490" y="13514"/>
                    <a:pt x="12943" y="11192"/>
                    <a:pt x="13895" y="9847"/>
                  </a:cubicBezTo>
                  <a:cubicBezTo>
                    <a:pt x="15467" y="7597"/>
                    <a:pt x="15467" y="4144"/>
                    <a:pt x="1546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" name="Google Shape;371;p20"/>
            <p:cNvSpPr/>
            <p:nvPr/>
          </p:nvSpPr>
          <p:spPr>
            <a:xfrm>
              <a:off x="2346794" y="2016511"/>
              <a:ext cx="137647" cy="28287"/>
            </a:xfrm>
            <a:custGeom>
              <a:rect b="b" l="l" r="r" t="t"/>
              <a:pathLst>
                <a:path extrusionOk="0" h="695" w="3382">
                  <a:moveTo>
                    <a:pt x="2477" y="1"/>
                  </a:moveTo>
                  <a:cubicBezTo>
                    <a:pt x="2191" y="25"/>
                    <a:pt x="1918" y="37"/>
                    <a:pt x="1656" y="84"/>
                  </a:cubicBezTo>
                  <a:cubicBezTo>
                    <a:pt x="1382" y="120"/>
                    <a:pt x="1120" y="168"/>
                    <a:pt x="846" y="239"/>
                  </a:cubicBezTo>
                  <a:cubicBezTo>
                    <a:pt x="584" y="322"/>
                    <a:pt x="334" y="406"/>
                    <a:pt x="72" y="513"/>
                  </a:cubicBezTo>
                  <a:cubicBezTo>
                    <a:pt x="36" y="537"/>
                    <a:pt x="1" y="584"/>
                    <a:pt x="36" y="620"/>
                  </a:cubicBezTo>
                  <a:cubicBezTo>
                    <a:pt x="46" y="670"/>
                    <a:pt x="89" y="695"/>
                    <a:pt x="138" y="695"/>
                  </a:cubicBezTo>
                  <a:cubicBezTo>
                    <a:pt x="147" y="695"/>
                    <a:pt x="157" y="694"/>
                    <a:pt x="167" y="692"/>
                  </a:cubicBezTo>
                  <a:cubicBezTo>
                    <a:pt x="405" y="620"/>
                    <a:pt x="667" y="549"/>
                    <a:pt x="929" y="501"/>
                  </a:cubicBezTo>
                  <a:cubicBezTo>
                    <a:pt x="1179" y="453"/>
                    <a:pt x="1441" y="394"/>
                    <a:pt x="1703" y="358"/>
                  </a:cubicBezTo>
                  <a:cubicBezTo>
                    <a:pt x="1965" y="334"/>
                    <a:pt x="2215" y="299"/>
                    <a:pt x="2489" y="287"/>
                  </a:cubicBezTo>
                  <a:cubicBezTo>
                    <a:pt x="2751" y="263"/>
                    <a:pt x="3013" y="263"/>
                    <a:pt x="3275" y="263"/>
                  </a:cubicBezTo>
                  <a:cubicBezTo>
                    <a:pt x="3334" y="263"/>
                    <a:pt x="3382" y="215"/>
                    <a:pt x="3382" y="168"/>
                  </a:cubicBezTo>
                  <a:cubicBezTo>
                    <a:pt x="3382" y="108"/>
                    <a:pt x="3346" y="61"/>
                    <a:pt x="3287" y="49"/>
                  </a:cubicBezTo>
                  <a:cubicBezTo>
                    <a:pt x="3025" y="25"/>
                    <a:pt x="2739" y="1"/>
                    <a:pt x="247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2" name="Google Shape;372;p20"/>
            <p:cNvSpPr/>
            <p:nvPr/>
          </p:nvSpPr>
          <p:spPr>
            <a:xfrm>
              <a:off x="2023596" y="2020541"/>
              <a:ext cx="137159" cy="19780"/>
            </a:xfrm>
            <a:custGeom>
              <a:rect b="b" l="l" r="r" t="t"/>
              <a:pathLst>
                <a:path extrusionOk="0" h="486" w="3370">
                  <a:moveTo>
                    <a:pt x="1280" y="0"/>
                  </a:moveTo>
                  <a:cubicBezTo>
                    <a:pt x="1143" y="0"/>
                    <a:pt x="1006" y="3"/>
                    <a:pt x="869" y="9"/>
                  </a:cubicBezTo>
                  <a:cubicBezTo>
                    <a:pt x="607" y="21"/>
                    <a:pt x="334" y="69"/>
                    <a:pt x="72" y="128"/>
                  </a:cubicBezTo>
                  <a:cubicBezTo>
                    <a:pt x="24" y="128"/>
                    <a:pt x="0" y="188"/>
                    <a:pt x="0" y="235"/>
                  </a:cubicBezTo>
                  <a:cubicBezTo>
                    <a:pt x="0" y="283"/>
                    <a:pt x="36" y="319"/>
                    <a:pt x="95" y="319"/>
                  </a:cubicBezTo>
                  <a:cubicBezTo>
                    <a:pt x="369" y="307"/>
                    <a:pt x="619" y="283"/>
                    <a:pt x="893" y="283"/>
                  </a:cubicBezTo>
                  <a:cubicBezTo>
                    <a:pt x="1155" y="283"/>
                    <a:pt x="1405" y="283"/>
                    <a:pt x="1679" y="295"/>
                  </a:cubicBezTo>
                  <a:cubicBezTo>
                    <a:pt x="1941" y="307"/>
                    <a:pt x="2203" y="343"/>
                    <a:pt x="2465" y="366"/>
                  </a:cubicBezTo>
                  <a:cubicBezTo>
                    <a:pt x="2715" y="402"/>
                    <a:pt x="2989" y="438"/>
                    <a:pt x="3239" y="485"/>
                  </a:cubicBezTo>
                  <a:cubicBezTo>
                    <a:pt x="3298" y="485"/>
                    <a:pt x="3358" y="462"/>
                    <a:pt x="3346" y="426"/>
                  </a:cubicBezTo>
                  <a:cubicBezTo>
                    <a:pt x="3370" y="366"/>
                    <a:pt x="3346" y="307"/>
                    <a:pt x="3286" y="295"/>
                  </a:cubicBezTo>
                  <a:cubicBezTo>
                    <a:pt x="3024" y="200"/>
                    <a:pt x="2762" y="140"/>
                    <a:pt x="2489" y="104"/>
                  </a:cubicBezTo>
                  <a:cubicBezTo>
                    <a:pt x="2227" y="57"/>
                    <a:pt x="1965" y="21"/>
                    <a:pt x="1691" y="9"/>
                  </a:cubicBezTo>
                  <a:cubicBezTo>
                    <a:pt x="1554" y="3"/>
                    <a:pt x="1417" y="0"/>
                    <a:pt x="128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" name="Google Shape;373;p20"/>
            <p:cNvSpPr/>
            <p:nvPr/>
          </p:nvSpPr>
          <p:spPr>
            <a:xfrm>
              <a:off x="2191728" y="2273977"/>
              <a:ext cx="142979" cy="31909"/>
            </a:xfrm>
            <a:custGeom>
              <a:rect b="b" l="l" r="r" t="t"/>
              <a:pathLst>
                <a:path extrusionOk="0" h="784" w="3513">
                  <a:moveTo>
                    <a:pt x="1818" y="0"/>
                  </a:moveTo>
                  <a:cubicBezTo>
                    <a:pt x="1245" y="0"/>
                    <a:pt x="655" y="66"/>
                    <a:pt x="405" y="188"/>
                  </a:cubicBezTo>
                  <a:cubicBezTo>
                    <a:pt x="1" y="402"/>
                    <a:pt x="1298" y="783"/>
                    <a:pt x="1739" y="783"/>
                  </a:cubicBezTo>
                  <a:cubicBezTo>
                    <a:pt x="2203" y="783"/>
                    <a:pt x="3513" y="438"/>
                    <a:pt x="3096" y="188"/>
                  </a:cubicBezTo>
                  <a:cubicBezTo>
                    <a:pt x="2893" y="60"/>
                    <a:pt x="2363" y="0"/>
                    <a:pt x="1818" y="0"/>
                  </a:cubicBezTo>
                  <a:close/>
                </a:path>
              </a:pathLst>
            </a:custGeom>
            <a:solidFill>
              <a:srgbClr val="ED906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" name="Google Shape;374;p20"/>
            <p:cNvSpPr/>
            <p:nvPr/>
          </p:nvSpPr>
          <p:spPr>
            <a:xfrm>
              <a:off x="2206258" y="2424565"/>
              <a:ext cx="115385" cy="10216"/>
            </a:xfrm>
            <a:custGeom>
              <a:rect b="b" l="l" r="r" t="t"/>
              <a:pathLst>
                <a:path extrusionOk="0" h="251" w="2835">
                  <a:moveTo>
                    <a:pt x="1382" y="0"/>
                  </a:moveTo>
                  <a:cubicBezTo>
                    <a:pt x="1013" y="0"/>
                    <a:pt x="1" y="131"/>
                    <a:pt x="346" y="238"/>
                  </a:cubicBezTo>
                  <a:cubicBezTo>
                    <a:pt x="346" y="238"/>
                    <a:pt x="906" y="155"/>
                    <a:pt x="1370" y="155"/>
                  </a:cubicBezTo>
                  <a:cubicBezTo>
                    <a:pt x="1834" y="155"/>
                    <a:pt x="2501" y="250"/>
                    <a:pt x="2501" y="250"/>
                  </a:cubicBezTo>
                  <a:cubicBezTo>
                    <a:pt x="2835" y="155"/>
                    <a:pt x="1775" y="12"/>
                    <a:pt x="1382" y="0"/>
                  </a:cubicBezTo>
                  <a:close/>
                </a:path>
              </a:pathLst>
            </a:custGeom>
            <a:solidFill>
              <a:srgbClr val="ED906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" name="Google Shape;375;p20"/>
            <p:cNvSpPr/>
            <p:nvPr/>
          </p:nvSpPr>
          <p:spPr>
            <a:xfrm>
              <a:off x="2151028" y="2349067"/>
              <a:ext cx="225844" cy="30077"/>
            </a:xfrm>
            <a:custGeom>
              <a:rect b="b" l="l" r="r" t="t"/>
              <a:pathLst>
                <a:path extrusionOk="0" h="739" w="5549">
                  <a:moveTo>
                    <a:pt x="2311" y="1"/>
                  </a:moveTo>
                  <a:cubicBezTo>
                    <a:pt x="1737" y="1"/>
                    <a:pt x="1046" y="324"/>
                    <a:pt x="490" y="324"/>
                  </a:cubicBezTo>
                  <a:cubicBezTo>
                    <a:pt x="310" y="324"/>
                    <a:pt x="144" y="290"/>
                    <a:pt x="1" y="200"/>
                  </a:cubicBezTo>
                  <a:lnTo>
                    <a:pt x="1" y="200"/>
                  </a:lnTo>
                  <a:cubicBezTo>
                    <a:pt x="282" y="526"/>
                    <a:pt x="1696" y="739"/>
                    <a:pt x="3033" y="739"/>
                  </a:cubicBezTo>
                  <a:cubicBezTo>
                    <a:pt x="4187" y="739"/>
                    <a:pt x="5284" y="581"/>
                    <a:pt x="5549" y="200"/>
                  </a:cubicBezTo>
                  <a:lnTo>
                    <a:pt x="5549" y="200"/>
                  </a:lnTo>
                  <a:cubicBezTo>
                    <a:pt x="5406" y="290"/>
                    <a:pt x="5240" y="324"/>
                    <a:pt x="5061" y="324"/>
                  </a:cubicBezTo>
                  <a:cubicBezTo>
                    <a:pt x="4507" y="324"/>
                    <a:pt x="3822" y="1"/>
                    <a:pt x="3249" y="1"/>
                  </a:cubicBezTo>
                  <a:cubicBezTo>
                    <a:pt x="3097" y="1"/>
                    <a:pt x="2954" y="23"/>
                    <a:pt x="2822" y="81"/>
                  </a:cubicBezTo>
                  <a:lnTo>
                    <a:pt x="2739" y="81"/>
                  </a:lnTo>
                  <a:cubicBezTo>
                    <a:pt x="2608" y="23"/>
                    <a:pt x="2463" y="1"/>
                    <a:pt x="2311" y="1"/>
                  </a:cubicBezTo>
                  <a:close/>
                </a:path>
              </a:pathLst>
            </a:custGeom>
            <a:solidFill>
              <a:srgbClr val="ED906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" name="Google Shape;376;p20"/>
            <p:cNvSpPr/>
            <p:nvPr/>
          </p:nvSpPr>
          <p:spPr>
            <a:xfrm>
              <a:off x="2164093" y="2364940"/>
              <a:ext cx="202116" cy="38258"/>
            </a:xfrm>
            <a:custGeom>
              <a:rect b="b" l="l" r="r" t="t"/>
              <a:pathLst>
                <a:path extrusionOk="0" h="940" w="4966">
                  <a:moveTo>
                    <a:pt x="1" y="1"/>
                  </a:moveTo>
                  <a:cubicBezTo>
                    <a:pt x="332" y="259"/>
                    <a:pt x="1409" y="931"/>
                    <a:pt x="2147" y="931"/>
                  </a:cubicBezTo>
                  <a:cubicBezTo>
                    <a:pt x="2258" y="931"/>
                    <a:pt x="2362" y="916"/>
                    <a:pt x="2454" y="882"/>
                  </a:cubicBezTo>
                  <a:cubicBezTo>
                    <a:pt x="2584" y="922"/>
                    <a:pt x="2712" y="939"/>
                    <a:pt x="2838" y="939"/>
                  </a:cubicBezTo>
                  <a:cubicBezTo>
                    <a:pt x="3651" y="939"/>
                    <a:pt x="4389" y="211"/>
                    <a:pt x="4966" y="36"/>
                  </a:cubicBezTo>
                  <a:lnTo>
                    <a:pt x="4966" y="36"/>
                  </a:lnTo>
                  <a:lnTo>
                    <a:pt x="2454" y="298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D906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" name="Google Shape;377;p20"/>
            <p:cNvSpPr/>
            <p:nvPr/>
          </p:nvSpPr>
          <p:spPr>
            <a:xfrm>
              <a:off x="2202880" y="2371737"/>
              <a:ext cx="114408" cy="12658"/>
            </a:xfrm>
            <a:custGeom>
              <a:rect b="b" l="l" r="r" t="t"/>
              <a:pathLst>
                <a:path extrusionOk="0" h="311" w="2811">
                  <a:moveTo>
                    <a:pt x="2810" y="0"/>
                  </a:moveTo>
                  <a:lnTo>
                    <a:pt x="2810" y="0"/>
                  </a:lnTo>
                  <a:cubicBezTo>
                    <a:pt x="2632" y="84"/>
                    <a:pt x="2370" y="131"/>
                    <a:pt x="2096" y="167"/>
                  </a:cubicBezTo>
                  <a:cubicBezTo>
                    <a:pt x="1917" y="179"/>
                    <a:pt x="1715" y="262"/>
                    <a:pt x="1524" y="262"/>
                  </a:cubicBezTo>
                  <a:cubicBezTo>
                    <a:pt x="1322" y="262"/>
                    <a:pt x="1096" y="167"/>
                    <a:pt x="893" y="143"/>
                  </a:cubicBezTo>
                  <a:cubicBezTo>
                    <a:pt x="560" y="119"/>
                    <a:pt x="251" y="72"/>
                    <a:pt x="0" y="12"/>
                  </a:cubicBezTo>
                  <a:lnTo>
                    <a:pt x="0" y="12"/>
                  </a:lnTo>
                  <a:cubicBezTo>
                    <a:pt x="1" y="12"/>
                    <a:pt x="746" y="310"/>
                    <a:pt x="1482" y="310"/>
                  </a:cubicBezTo>
                  <a:cubicBezTo>
                    <a:pt x="1496" y="310"/>
                    <a:pt x="1510" y="310"/>
                    <a:pt x="1524" y="310"/>
                  </a:cubicBezTo>
                  <a:cubicBezTo>
                    <a:pt x="2274" y="310"/>
                    <a:pt x="2810" y="0"/>
                    <a:pt x="2810" y="0"/>
                  </a:cubicBez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" name="Google Shape;378;p20"/>
            <p:cNvSpPr/>
            <p:nvPr/>
          </p:nvSpPr>
          <p:spPr>
            <a:xfrm>
              <a:off x="2625914" y="3196473"/>
              <a:ext cx="88238" cy="491900"/>
            </a:xfrm>
            <a:custGeom>
              <a:rect b="b" l="l" r="r" t="t"/>
              <a:pathLst>
                <a:path extrusionOk="0" h="12086" w="2168">
                  <a:moveTo>
                    <a:pt x="1" y="1"/>
                  </a:moveTo>
                  <a:lnTo>
                    <a:pt x="453" y="7013"/>
                  </a:lnTo>
                  <a:lnTo>
                    <a:pt x="1072" y="7299"/>
                  </a:lnTo>
                  <a:lnTo>
                    <a:pt x="1370" y="12085"/>
                  </a:lnTo>
                  <a:lnTo>
                    <a:pt x="1644" y="6406"/>
                  </a:lnTo>
                  <a:lnTo>
                    <a:pt x="2168" y="6299"/>
                  </a:lnTo>
                  <a:lnTo>
                    <a:pt x="2168" y="6299"/>
                  </a:lnTo>
                  <a:lnTo>
                    <a:pt x="1191" y="6478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" name="Google Shape;379;p20"/>
            <p:cNvSpPr/>
            <p:nvPr/>
          </p:nvSpPr>
          <p:spPr>
            <a:xfrm>
              <a:off x="1769181" y="3196473"/>
              <a:ext cx="114408" cy="573300"/>
            </a:xfrm>
            <a:custGeom>
              <a:rect b="b" l="l" r="r" t="t"/>
              <a:pathLst>
                <a:path extrusionOk="0" h="14086" w="2811">
                  <a:moveTo>
                    <a:pt x="386" y="6230"/>
                  </a:moveTo>
                  <a:cubicBezTo>
                    <a:pt x="376" y="6230"/>
                    <a:pt x="369" y="6240"/>
                    <a:pt x="369" y="6240"/>
                  </a:cubicBezTo>
                  <a:lnTo>
                    <a:pt x="410" y="6247"/>
                  </a:lnTo>
                  <a:lnTo>
                    <a:pt x="410" y="6247"/>
                  </a:lnTo>
                  <a:cubicBezTo>
                    <a:pt x="401" y="6234"/>
                    <a:pt x="393" y="6230"/>
                    <a:pt x="386" y="6230"/>
                  </a:cubicBezTo>
                  <a:close/>
                  <a:moveTo>
                    <a:pt x="2810" y="1"/>
                  </a:moveTo>
                  <a:lnTo>
                    <a:pt x="1620" y="6478"/>
                  </a:lnTo>
                  <a:lnTo>
                    <a:pt x="410" y="6247"/>
                  </a:lnTo>
                  <a:lnTo>
                    <a:pt x="410" y="6247"/>
                  </a:lnTo>
                  <a:cubicBezTo>
                    <a:pt x="447" y="6299"/>
                    <a:pt x="498" y="6496"/>
                    <a:pt x="512" y="7168"/>
                  </a:cubicBezTo>
                  <a:cubicBezTo>
                    <a:pt x="608" y="9847"/>
                    <a:pt x="0" y="14086"/>
                    <a:pt x="0" y="14086"/>
                  </a:cubicBezTo>
                  <a:lnTo>
                    <a:pt x="1131" y="7299"/>
                  </a:lnTo>
                  <a:lnTo>
                    <a:pt x="2155" y="7299"/>
                  </a:lnTo>
                  <a:lnTo>
                    <a:pt x="2810" y="1"/>
                  </a:ln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0" name="Google Shape;380;p20"/>
            <p:cNvSpPr/>
            <p:nvPr/>
          </p:nvSpPr>
          <p:spPr>
            <a:xfrm>
              <a:off x="2563888" y="2040768"/>
              <a:ext cx="37851" cy="96947"/>
            </a:xfrm>
            <a:custGeom>
              <a:rect b="b" l="l" r="r" t="t"/>
              <a:pathLst>
                <a:path extrusionOk="0" h="2382" w="930">
                  <a:moveTo>
                    <a:pt x="274" y="0"/>
                  </a:moveTo>
                  <a:lnTo>
                    <a:pt x="1" y="2382"/>
                  </a:lnTo>
                  <a:cubicBezTo>
                    <a:pt x="1" y="2382"/>
                    <a:pt x="870" y="1655"/>
                    <a:pt x="906" y="1286"/>
                  </a:cubicBezTo>
                  <a:cubicBezTo>
                    <a:pt x="929" y="917"/>
                    <a:pt x="274" y="0"/>
                    <a:pt x="274" y="0"/>
                  </a:cubicBezTo>
                  <a:close/>
                </a:path>
              </a:pathLst>
            </a:custGeom>
            <a:solidFill>
              <a:srgbClr val="FFAF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1" name="Google Shape;381;p20"/>
            <p:cNvSpPr/>
            <p:nvPr/>
          </p:nvSpPr>
          <p:spPr>
            <a:xfrm>
              <a:off x="1301539" y="4483026"/>
              <a:ext cx="1885590" cy="50427"/>
            </a:xfrm>
            <a:custGeom>
              <a:rect b="b" l="l" r="r" t="t"/>
              <a:pathLst>
                <a:path extrusionOk="0" h="1239" w="46329">
                  <a:moveTo>
                    <a:pt x="144" y="1"/>
                  </a:moveTo>
                  <a:cubicBezTo>
                    <a:pt x="72" y="1"/>
                    <a:pt x="1" y="84"/>
                    <a:pt x="1" y="155"/>
                  </a:cubicBezTo>
                  <a:lnTo>
                    <a:pt x="1" y="1096"/>
                  </a:lnTo>
                  <a:cubicBezTo>
                    <a:pt x="1" y="1167"/>
                    <a:pt x="72" y="1239"/>
                    <a:pt x="144" y="1239"/>
                  </a:cubicBezTo>
                  <a:lnTo>
                    <a:pt x="46173" y="1239"/>
                  </a:lnTo>
                  <a:cubicBezTo>
                    <a:pt x="46257" y="1239"/>
                    <a:pt x="46328" y="1167"/>
                    <a:pt x="46328" y="1096"/>
                  </a:cubicBezTo>
                  <a:lnTo>
                    <a:pt x="46328" y="155"/>
                  </a:lnTo>
                  <a:cubicBezTo>
                    <a:pt x="46328" y="84"/>
                    <a:pt x="46257" y="1"/>
                    <a:pt x="461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" name="Google Shape;382;p20"/>
            <p:cNvSpPr/>
            <p:nvPr/>
          </p:nvSpPr>
          <p:spPr>
            <a:xfrm>
              <a:off x="2077361" y="2112969"/>
              <a:ext cx="72731" cy="100814"/>
            </a:xfrm>
            <a:custGeom>
              <a:rect b="b" l="l" r="r" t="t"/>
              <a:pathLst>
                <a:path extrusionOk="0" h="2477" w="1787">
                  <a:moveTo>
                    <a:pt x="894" y="0"/>
                  </a:moveTo>
                  <a:cubicBezTo>
                    <a:pt x="406" y="0"/>
                    <a:pt x="1" y="548"/>
                    <a:pt x="1" y="1239"/>
                  </a:cubicBezTo>
                  <a:cubicBezTo>
                    <a:pt x="1" y="1917"/>
                    <a:pt x="406" y="2477"/>
                    <a:pt x="894" y="2477"/>
                  </a:cubicBezTo>
                  <a:cubicBezTo>
                    <a:pt x="1382" y="2477"/>
                    <a:pt x="1787" y="1917"/>
                    <a:pt x="1787" y="1239"/>
                  </a:cubicBezTo>
                  <a:cubicBezTo>
                    <a:pt x="1787" y="572"/>
                    <a:pt x="1382" y="12"/>
                    <a:pt x="89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" name="Google Shape;383;p20"/>
            <p:cNvSpPr/>
            <p:nvPr/>
          </p:nvSpPr>
          <p:spPr>
            <a:xfrm>
              <a:off x="2366168" y="2112969"/>
              <a:ext cx="72731" cy="100814"/>
            </a:xfrm>
            <a:custGeom>
              <a:rect b="b" l="l" r="r" t="t"/>
              <a:pathLst>
                <a:path extrusionOk="0" h="2477" w="1787">
                  <a:moveTo>
                    <a:pt x="894" y="0"/>
                  </a:moveTo>
                  <a:cubicBezTo>
                    <a:pt x="406" y="0"/>
                    <a:pt x="1" y="548"/>
                    <a:pt x="1" y="1239"/>
                  </a:cubicBezTo>
                  <a:cubicBezTo>
                    <a:pt x="1" y="1917"/>
                    <a:pt x="406" y="2477"/>
                    <a:pt x="894" y="2477"/>
                  </a:cubicBezTo>
                  <a:cubicBezTo>
                    <a:pt x="1382" y="2477"/>
                    <a:pt x="1787" y="1917"/>
                    <a:pt x="1787" y="1239"/>
                  </a:cubicBezTo>
                  <a:cubicBezTo>
                    <a:pt x="1787" y="572"/>
                    <a:pt x="1382" y="12"/>
                    <a:pt x="89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4" name="Google Shape;384;p20"/>
            <p:cNvSpPr/>
            <p:nvPr/>
          </p:nvSpPr>
          <p:spPr>
            <a:xfrm>
              <a:off x="1929742" y="2140726"/>
              <a:ext cx="654537" cy="389499"/>
            </a:xfrm>
            <a:custGeom>
              <a:rect b="b" l="l" r="r" t="t"/>
              <a:pathLst>
                <a:path extrusionOk="0" h="9570" w="16082">
                  <a:moveTo>
                    <a:pt x="65" y="1"/>
                  </a:moveTo>
                  <a:cubicBezTo>
                    <a:pt x="0" y="1"/>
                    <a:pt x="89" y="603"/>
                    <a:pt x="615" y="2759"/>
                  </a:cubicBezTo>
                  <a:cubicBezTo>
                    <a:pt x="1782" y="7605"/>
                    <a:pt x="7259" y="9570"/>
                    <a:pt x="8224" y="9570"/>
                  </a:cubicBezTo>
                  <a:cubicBezTo>
                    <a:pt x="9188" y="9570"/>
                    <a:pt x="10462" y="8724"/>
                    <a:pt x="13141" y="6557"/>
                  </a:cubicBezTo>
                  <a:cubicBezTo>
                    <a:pt x="15820" y="4379"/>
                    <a:pt x="16082" y="735"/>
                    <a:pt x="16082" y="735"/>
                  </a:cubicBezTo>
                  <a:lnTo>
                    <a:pt x="16082" y="735"/>
                  </a:lnTo>
                  <a:cubicBezTo>
                    <a:pt x="15394" y="1695"/>
                    <a:pt x="13549" y="3294"/>
                    <a:pt x="11894" y="3294"/>
                  </a:cubicBezTo>
                  <a:cubicBezTo>
                    <a:pt x="11372" y="3294"/>
                    <a:pt x="10869" y="3135"/>
                    <a:pt x="10426" y="2747"/>
                  </a:cubicBezTo>
                  <a:cubicBezTo>
                    <a:pt x="9496" y="1926"/>
                    <a:pt x="9035" y="1527"/>
                    <a:pt x="8522" y="1527"/>
                  </a:cubicBezTo>
                  <a:cubicBezTo>
                    <a:pt x="8016" y="1527"/>
                    <a:pt x="7459" y="1914"/>
                    <a:pt x="6354" y="2664"/>
                  </a:cubicBezTo>
                  <a:cubicBezTo>
                    <a:pt x="5759" y="3071"/>
                    <a:pt x="5130" y="3239"/>
                    <a:pt x="4511" y="3239"/>
                  </a:cubicBezTo>
                  <a:cubicBezTo>
                    <a:pt x="2812" y="3239"/>
                    <a:pt x="1179" y="1982"/>
                    <a:pt x="473" y="961"/>
                  </a:cubicBezTo>
                  <a:cubicBezTo>
                    <a:pt x="473" y="961"/>
                    <a:pt x="146" y="1"/>
                    <a:pt x="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5" name="Google Shape;385;p20"/>
            <p:cNvSpPr/>
            <p:nvPr/>
          </p:nvSpPr>
          <p:spPr>
            <a:xfrm>
              <a:off x="2004183" y="2745807"/>
              <a:ext cx="51404" cy="251567"/>
            </a:xfrm>
            <a:custGeom>
              <a:rect b="b" l="l" r="r" t="t"/>
              <a:pathLst>
                <a:path extrusionOk="0" fill="none" h="6181" w="1263">
                  <a:moveTo>
                    <a:pt x="1" y="1"/>
                  </a:moveTo>
                  <a:cubicBezTo>
                    <a:pt x="25" y="2025"/>
                    <a:pt x="775" y="4097"/>
                    <a:pt x="1263" y="6180"/>
                  </a:cubicBezTo>
                </a:path>
              </a:pathLst>
            </a:custGeom>
            <a:noFill/>
            <a:ln cap="rnd" cmpd="sng" w="3875">
              <a:solidFill>
                <a:srgbClr val="EFEF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6" name="Google Shape;386;p20"/>
            <p:cNvSpPr/>
            <p:nvPr/>
          </p:nvSpPr>
          <p:spPr>
            <a:xfrm>
              <a:off x="2428683" y="2748249"/>
              <a:ext cx="83394" cy="379446"/>
            </a:xfrm>
            <a:custGeom>
              <a:rect b="b" l="l" r="r" t="t"/>
              <a:pathLst>
                <a:path extrusionOk="0" fill="none" h="9323" w="2049">
                  <a:moveTo>
                    <a:pt x="2049" y="0"/>
                  </a:moveTo>
                  <a:cubicBezTo>
                    <a:pt x="1799" y="1489"/>
                    <a:pt x="775" y="2727"/>
                    <a:pt x="418" y="4251"/>
                  </a:cubicBezTo>
                  <a:cubicBezTo>
                    <a:pt x="1" y="6037"/>
                    <a:pt x="287" y="7561"/>
                    <a:pt x="656" y="9323"/>
                  </a:cubicBezTo>
                </a:path>
              </a:pathLst>
            </a:custGeom>
            <a:noFill/>
            <a:ln cap="rnd" cmpd="sng" w="3875">
              <a:solidFill>
                <a:srgbClr val="EFEF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" name="Google Shape;387;p20"/>
            <p:cNvSpPr/>
            <p:nvPr/>
          </p:nvSpPr>
          <p:spPr>
            <a:xfrm>
              <a:off x="2445166" y="3074374"/>
              <a:ext cx="10704" cy="53317"/>
            </a:xfrm>
            <a:custGeom>
              <a:rect b="b" l="l" r="r" t="t"/>
              <a:pathLst>
                <a:path extrusionOk="0" fill="none" h="1310" w="263">
                  <a:moveTo>
                    <a:pt x="1" y="0"/>
                  </a:moveTo>
                  <a:lnTo>
                    <a:pt x="263" y="1310"/>
                  </a:lnTo>
                </a:path>
              </a:pathLst>
            </a:custGeom>
            <a:noFill/>
            <a:ln cap="rnd" cmpd="sng" w="7450">
              <a:solidFill>
                <a:srgbClr val="EFEF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" name="Google Shape;388;p20"/>
            <p:cNvSpPr/>
            <p:nvPr/>
          </p:nvSpPr>
          <p:spPr>
            <a:xfrm>
              <a:off x="1893723" y="1701334"/>
              <a:ext cx="707040" cy="741188"/>
            </a:xfrm>
            <a:custGeom>
              <a:rect b="b" l="l" r="r" t="t"/>
              <a:pathLst>
                <a:path extrusionOk="0" h="18211" w="17372">
                  <a:moveTo>
                    <a:pt x="9314" y="1"/>
                  </a:moveTo>
                  <a:cubicBezTo>
                    <a:pt x="8798" y="1"/>
                    <a:pt x="524" y="4459"/>
                    <a:pt x="524" y="4459"/>
                  </a:cubicBezTo>
                  <a:cubicBezTo>
                    <a:pt x="524" y="4459"/>
                    <a:pt x="0" y="11793"/>
                    <a:pt x="96" y="12662"/>
                  </a:cubicBezTo>
                  <a:cubicBezTo>
                    <a:pt x="179" y="13520"/>
                    <a:pt x="941" y="15936"/>
                    <a:pt x="941" y="15936"/>
                  </a:cubicBezTo>
                  <a:lnTo>
                    <a:pt x="4287" y="17949"/>
                  </a:lnTo>
                  <a:cubicBezTo>
                    <a:pt x="3441" y="15603"/>
                    <a:pt x="2441" y="7376"/>
                    <a:pt x="6144" y="6102"/>
                  </a:cubicBezTo>
                  <a:cubicBezTo>
                    <a:pt x="7364" y="5677"/>
                    <a:pt x="8416" y="5507"/>
                    <a:pt x="9321" y="5507"/>
                  </a:cubicBezTo>
                  <a:cubicBezTo>
                    <a:pt x="11179" y="5507"/>
                    <a:pt x="12415" y="6223"/>
                    <a:pt x="13216" y="6912"/>
                  </a:cubicBezTo>
                  <a:cubicBezTo>
                    <a:pt x="14395" y="7924"/>
                    <a:pt x="13883" y="15817"/>
                    <a:pt x="12919" y="18211"/>
                  </a:cubicBezTo>
                  <a:lnTo>
                    <a:pt x="16955" y="15044"/>
                  </a:lnTo>
                  <a:lnTo>
                    <a:pt x="17372" y="3887"/>
                  </a:lnTo>
                  <a:cubicBezTo>
                    <a:pt x="17372" y="3887"/>
                    <a:pt x="9537" y="185"/>
                    <a:pt x="9335" y="6"/>
                  </a:cubicBezTo>
                  <a:cubicBezTo>
                    <a:pt x="9331" y="3"/>
                    <a:pt x="9324" y="1"/>
                    <a:pt x="931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" name="Google Shape;389;p20"/>
            <p:cNvSpPr/>
            <p:nvPr/>
          </p:nvSpPr>
          <p:spPr>
            <a:xfrm>
              <a:off x="1790996" y="1390959"/>
              <a:ext cx="944973" cy="1381073"/>
            </a:xfrm>
            <a:custGeom>
              <a:rect b="b" l="l" r="r" t="t"/>
              <a:pathLst>
                <a:path extrusionOk="0" h="33933" w="23218">
                  <a:moveTo>
                    <a:pt x="11514" y="0"/>
                  </a:moveTo>
                  <a:cubicBezTo>
                    <a:pt x="10180" y="0"/>
                    <a:pt x="1608" y="5453"/>
                    <a:pt x="786" y="12252"/>
                  </a:cubicBezTo>
                  <a:cubicBezTo>
                    <a:pt x="0" y="19050"/>
                    <a:pt x="1786" y="27492"/>
                    <a:pt x="4763" y="33933"/>
                  </a:cubicBezTo>
                  <a:lnTo>
                    <a:pt x="5775" y="33933"/>
                  </a:lnTo>
                  <a:cubicBezTo>
                    <a:pt x="5775" y="33933"/>
                    <a:pt x="4024" y="21324"/>
                    <a:pt x="4477" y="16240"/>
                  </a:cubicBezTo>
                  <a:cubicBezTo>
                    <a:pt x="4882" y="11525"/>
                    <a:pt x="9085" y="10704"/>
                    <a:pt x="11871" y="10704"/>
                  </a:cubicBezTo>
                  <a:cubicBezTo>
                    <a:pt x="14657" y="10704"/>
                    <a:pt x="17764" y="11525"/>
                    <a:pt x="18312" y="15538"/>
                  </a:cubicBezTo>
                  <a:cubicBezTo>
                    <a:pt x="18883" y="19741"/>
                    <a:pt x="16943" y="33576"/>
                    <a:pt x="16943" y="33576"/>
                  </a:cubicBezTo>
                  <a:lnTo>
                    <a:pt x="18967" y="33933"/>
                  </a:lnTo>
                  <a:cubicBezTo>
                    <a:pt x="21277" y="27396"/>
                    <a:pt x="23217" y="17752"/>
                    <a:pt x="22205" y="12156"/>
                  </a:cubicBezTo>
                  <a:cubicBezTo>
                    <a:pt x="21134" y="6263"/>
                    <a:pt x="12859" y="0"/>
                    <a:pt x="1151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0" name="Google Shape;390;p20"/>
            <p:cNvSpPr/>
            <p:nvPr/>
          </p:nvSpPr>
          <p:spPr>
            <a:xfrm>
              <a:off x="1301539" y="3226997"/>
              <a:ext cx="1885590" cy="1256083"/>
            </a:xfrm>
            <a:custGeom>
              <a:rect b="b" l="l" r="r" t="t"/>
              <a:pathLst>
                <a:path extrusionOk="0" h="30862" w="46329">
                  <a:moveTo>
                    <a:pt x="441" y="1"/>
                  </a:moveTo>
                  <a:cubicBezTo>
                    <a:pt x="203" y="1"/>
                    <a:pt x="1" y="191"/>
                    <a:pt x="1" y="441"/>
                  </a:cubicBezTo>
                  <a:lnTo>
                    <a:pt x="1" y="30421"/>
                  </a:lnTo>
                  <a:cubicBezTo>
                    <a:pt x="1" y="30671"/>
                    <a:pt x="203" y="30862"/>
                    <a:pt x="441" y="30862"/>
                  </a:cubicBezTo>
                  <a:lnTo>
                    <a:pt x="45876" y="30862"/>
                  </a:lnTo>
                  <a:cubicBezTo>
                    <a:pt x="46138" y="30862"/>
                    <a:pt x="46328" y="30671"/>
                    <a:pt x="46328" y="30421"/>
                  </a:cubicBezTo>
                  <a:lnTo>
                    <a:pt x="46328" y="441"/>
                  </a:lnTo>
                  <a:cubicBezTo>
                    <a:pt x="46328" y="191"/>
                    <a:pt x="46138" y="1"/>
                    <a:pt x="45876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" name="Google Shape;391;p20"/>
            <p:cNvSpPr/>
            <p:nvPr/>
          </p:nvSpPr>
          <p:spPr>
            <a:xfrm>
              <a:off x="1092220" y="3508638"/>
              <a:ext cx="330525" cy="521367"/>
            </a:xfrm>
            <a:custGeom>
              <a:rect b="b" l="l" r="r" t="t"/>
              <a:pathLst>
                <a:path extrusionOk="0" h="12810" w="8121">
                  <a:moveTo>
                    <a:pt x="3652" y="0"/>
                  </a:moveTo>
                  <a:cubicBezTo>
                    <a:pt x="2300" y="0"/>
                    <a:pt x="1546" y="755"/>
                    <a:pt x="2001" y="2010"/>
                  </a:cubicBezTo>
                  <a:cubicBezTo>
                    <a:pt x="1882" y="2427"/>
                    <a:pt x="286" y="3380"/>
                    <a:pt x="1310" y="4404"/>
                  </a:cubicBezTo>
                  <a:cubicBezTo>
                    <a:pt x="1191" y="4701"/>
                    <a:pt x="0" y="5225"/>
                    <a:pt x="893" y="7035"/>
                  </a:cubicBezTo>
                  <a:cubicBezTo>
                    <a:pt x="393" y="8095"/>
                    <a:pt x="691" y="8976"/>
                    <a:pt x="1691" y="9749"/>
                  </a:cubicBezTo>
                  <a:cubicBezTo>
                    <a:pt x="2120" y="10071"/>
                    <a:pt x="2501" y="10952"/>
                    <a:pt x="3679" y="11952"/>
                  </a:cubicBezTo>
                  <a:cubicBezTo>
                    <a:pt x="4287" y="12476"/>
                    <a:pt x="5144" y="12809"/>
                    <a:pt x="5144" y="12809"/>
                  </a:cubicBezTo>
                  <a:lnTo>
                    <a:pt x="5120" y="8785"/>
                  </a:lnTo>
                  <a:cubicBezTo>
                    <a:pt x="6489" y="8726"/>
                    <a:pt x="7299" y="8404"/>
                    <a:pt x="7501" y="7630"/>
                  </a:cubicBezTo>
                  <a:cubicBezTo>
                    <a:pt x="7501" y="6928"/>
                    <a:pt x="5703" y="6975"/>
                    <a:pt x="5739" y="6904"/>
                  </a:cubicBezTo>
                  <a:cubicBezTo>
                    <a:pt x="6192" y="6785"/>
                    <a:pt x="7561" y="6975"/>
                    <a:pt x="7906" y="5785"/>
                  </a:cubicBezTo>
                  <a:cubicBezTo>
                    <a:pt x="8120" y="4916"/>
                    <a:pt x="6037" y="4749"/>
                    <a:pt x="5263" y="4701"/>
                  </a:cubicBezTo>
                  <a:cubicBezTo>
                    <a:pt x="5261" y="4696"/>
                    <a:pt x="5270" y="4694"/>
                    <a:pt x="5290" y="4694"/>
                  </a:cubicBezTo>
                  <a:cubicBezTo>
                    <a:pt x="5391" y="4694"/>
                    <a:pt x="5768" y="4752"/>
                    <a:pt x="6197" y="4752"/>
                  </a:cubicBezTo>
                  <a:cubicBezTo>
                    <a:pt x="6667" y="4752"/>
                    <a:pt x="7199" y="4683"/>
                    <a:pt x="7501" y="4392"/>
                  </a:cubicBezTo>
                  <a:cubicBezTo>
                    <a:pt x="7918" y="3999"/>
                    <a:pt x="7906" y="3451"/>
                    <a:pt x="7608" y="3106"/>
                  </a:cubicBezTo>
                  <a:cubicBezTo>
                    <a:pt x="7311" y="2772"/>
                    <a:pt x="5322" y="2332"/>
                    <a:pt x="5287" y="2272"/>
                  </a:cubicBezTo>
                  <a:cubicBezTo>
                    <a:pt x="5600" y="2272"/>
                    <a:pt x="5914" y="2323"/>
                    <a:pt x="6163" y="2323"/>
                  </a:cubicBezTo>
                  <a:cubicBezTo>
                    <a:pt x="6367" y="2323"/>
                    <a:pt x="6528" y="2289"/>
                    <a:pt x="6608" y="2165"/>
                  </a:cubicBezTo>
                  <a:cubicBezTo>
                    <a:pt x="7251" y="1237"/>
                    <a:pt x="6037" y="498"/>
                    <a:pt x="5061" y="224"/>
                  </a:cubicBezTo>
                  <a:cubicBezTo>
                    <a:pt x="4546" y="73"/>
                    <a:pt x="4071" y="0"/>
                    <a:pt x="365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2" name="Google Shape;392;p20"/>
            <p:cNvSpPr/>
            <p:nvPr/>
          </p:nvSpPr>
          <p:spPr>
            <a:xfrm>
              <a:off x="1215296" y="3585520"/>
              <a:ext cx="92104" cy="15629"/>
            </a:xfrm>
            <a:custGeom>
              <a:rect b="b" l="l" r="r" t="t"/>
              <a:pathLst>
                <a:path extrusionOk="0" h="384" w="2263">
                  <a:moveTo>
                    <a:pt x="146" y="1"/>
                  </a:moveTo>
                  <a:cubicBezTo>
                    <a:pt x="54" y="1"/>
                    <a:pt x="1" y="2"/>
                    <a:pt x="1" y="2"/>
                  </a:cubicBezTo>
                  <a:lnTo>
                    <a:pt x="2263" y="383"/>
                  </a:lnTo>
                  <a:cubicBezTo>
                    <a:pt x="1737" y="33"/>
                    <a:pt x="557" y="1"/>
                    <a:pt x="14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3" name="Google Shape;393;p20"/>
            <p:cNvSpPr/>
            <p:nvPr/>
          </p:nvSpPr>
          <p:spPr>
            <a:xfrm>
              <a:off x="1192993" y="3686821"/>
              <a:ext cx="138665" cy="15100"/>
            </a:xfrm>
            <a:custGeom>
              <a:rect b="b" l="l" r="r" t="t"/>
              <a:pathLst>
                <a:path extrusionOk="0" h="371" w="3407">
                  <a:moveTo>
                    <a:pt x="225" y="0"/>
                  </a:moveTo>
                  <a:cubicBezTo>
                    <a:pt x="84" y="0"/>
                    <a:pt x="1" y="2"/>
                    <a:pt x="1" y="2"/>
                  </a:cubicBezTo>
                  <a:lnTo>
                    <a:pt x="3406" y="371"/>
                  </a:lnTo>
                  <a:cubicBezTo>
                    <a:pt x="2582" y="32"/>
                    <a:pt x="844" y="0"/>
                    <a:pt x="22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4" name="Google Shape;394;p20"/>
            <p:cNvSpPr/>
            <p:nvPr/>
          </p:nvSpPr>
          <p:spPr>
            <a:xfrm>
              <a:off x="1178951" y="3781610"/>
              <a:ext cx="146886" cy="8018"/>
            </a:xfrm>
            <a:custGeom>
              <a:rect b="b" l="l" r="r" t="t"/>
              <a:pathLst>
                <a:path extrusionOk="0" h="197" w="3609">
                  <a:moveTo>
                    <a:pt x="1526" y="0"/>
                  </a:moveTo>
                  <a:cubicBezTo>
                    <a:pt x="994" y="0"/>
                    <a:pt x="447" y="47"/>
                    <a:pt x="1" y="185"/>
                  </a:cubicBezTo>
                  <a:lnTo>
                    <a:pt x="3608" y="197"/>
                  </a:lnTo>
                  <a:cubicBezTo>
                    <a:pt x="3608" y="189"/>
                    <a:pt x="2598" y="0"/>
                    <a:pt x="152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" name="Google Shape;395;p20"/>
            <p:cNvSpPr/>
            <p:nvPr/>
          </p:nvSpPr>
          <p:spPr>
            <a:xfrm>
              <a:off x="1164910" y="3863742"/>
              <a:ext cx="135734" cy="15873"/>
            </a:xfrm>
            <a:custGeom>
              <a:rect b="b" l="l" r="r" t="t"/>
              <a:pathLst>
                <a:path extrusionOk="0" h="390" w="3335">
                  <a:moveTo>
                    <a:pt x="0" y="1"/>
                  </a:moveTo>
                  <a:cubicBezTo>
                    <a:pt x="0" y="1"/>
                    <a:pt x="1606" y="389"/>
                    <a:pt x="3007" y="389"/>
                  </a:cubicBezTo>
                  <a:cubicBezTo>
                    <a:pt x="3118" y="389"/>
                    <a:pt x="3227" y="387"/>
                    <a:pt x="3334" y="382"/>
                  </a:cubicBezTo>
                  <a:lnTo>
                    <a:pt x="3334" y="6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" name="Google Shape;396;p20"/>
            <p:cNvSpPr/>
            <p:nvPr/>
          </p:nvSpPr>
          <p:spPr>
            <a:xfrm>
              <a:off x="2600721" y="4533413"/>
              <a:ext cx="364428" cy="137485"/>
            </a:xfrm>
            <a:custGeom>
              <a:rect b="b" l="l" r="r" t="t"/>
              <a:pathLst>
                <a:path extrusionOk="0" h="3378" w="8954">
                  <a:moveTo>
                    <a:pt x="1" y="1"/>
                  </a:moveTo>
                  <a:cubicBezTo>
                    <a:pt x="485" y="1874"/>
                    <a:pt x="2565" y="3377"/>
                    <a:pt x="4873" y="3377"/>
                  </a:cubicBezTo>
                  <a:cubicBezTo>
                    <a:pt x="6249" y="3377"/>
                    <a:pt x="7705" y="2844"/>
                    <a:pt x="8954" y="1537"/>
                  </a:cubicBezTo>
                  <a:lnTo>
                    <a:pt x="764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" name="Google Shape;397;p20"/>
            <p:cNvSpPr/>
            <p:nvPr/>
          </p:nvSpPr>
          <p:spPr>
            <a:xfrm>
              <a:off x="2649683" y="4533413"/>
              <a:ext cx="474928" cy="92877"/>
            </a:xfrm>
            <a:custGeom>
              <a:rect b="b" l="l" r="r" t="t"/>
              <a:pathLst>
                <a:path extrusionOk="0" h="2282" w="11669">
                  <a:moveTo>
                    <a:pt x="0" y="1"/>
                  </a:moveTo>
                  <a:cubicBezTo>
                    <a:pt x="0" y="1"/>
                    <a:pt x="429" y="1084"/>
                    <a:pt x="1834" y="1287"/>
                  </a:cubicBezTo>
                  <a:cubicBezTo>
                    <a:pt x="1834" y="1287"/>
                    <a:pt x="2152" y="2282"/>
                    <a:pt x="5073" y="2282"/>
                  </a:cubicBezTo>
                  <a:cubicBezTo>
                    <a:pt x="5299" y="2282"/>
                    <a:pt x="5540" y="2276"/>
                    <a:pt x="5798" y="2263"/>
                  </a:cubicBezTo>
                  <a:cubicBezTo>
                    <a:pt x="7549" y="2180"/>
                    <a:pt x="7977" y="2096"/>
                    <a:pt x="9180" y="1442"/>
                  </a:cubicBezTo>
                  <a:cubicBezTo>
                    <a:pt x="11668" y="1132"/>
                    <a:pt x="11001" y="1"/>
                    <a:pt x="1100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8" name="Google Shape;398;p20"/>
            <p:cNvSpPr/>
            <p:nvPr/>
          </p:nvSpPr>
          <p:spPr>
            <a:xfrm>
              <a:off x="2043946" y="2952235"/>
              <a:ext cx="11640" cy="45625"/>
            </a:xfrm>
            <a:custGeom>
              <a:rect b="b" l="l" r="r" t="t"/>
              <a:pathLst>
                <a:path extrusionOk="0" fill="none" h="1121" w="286">
                  <a:moveTo>
                    <a:pt x="286" y="1120"/>
                  </a:moveTo>
                  <a:lnTo>
                    <a:pt x="0" y="1"/>
                  </a:lnTo>
                </a:path>
              </a:pathLst>
            </a:custGeom>
            <a:noFill/>
            <a:ln cap="rnd" cmpd="sng" w="7450">
              <a:solidFill>
                <a:srgbClr val="EFEF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" name="Google Shape;399;p20"/>
            <p:cNvSpPr/>
            <p:nvPr/>
          </p:nvSpPr>
          <p:spPr>
            <a:xfrm>
              <a:off x="1964459" y="3547873"/>
              <a:ext cx="589784" cy="661416"/>
            </a:xfrm>
            <a:custGeom>
              <a:rect b="b" l="l" r="r" t="t"/>
              <a:pathLst>
                <a:path extrusionOk="0" h="16251" w="14491">
                  <a:moveTo>
                    <a:pt x="7267" y="0"/>
                  </a:moveTo>
                  <a:cubicBezTo>
                    <a:pt x="7222" y="0"/>
                    <a:pt x="7177" y="12"/>
                    <a:pt x="7132" y="34"/>
                  </a:cubicBezTo>
                  <a:cubicBezTo>
                    <a:pt x="4947" y="1375"/>
                    <a:pt x="2774" y="1583"/>
                    <a:pt x="1592" y="1583"/>
                  </a:cubicBezTo>
                  <a:cubicBezTo>
                    <a:pt x="1557" y="1583"/>
                    <a:pt x="1522" y="1583"/>
                    <a:pt x="1489" y="1582"/>
                  </a:cubicBezTo>
                  <a:cubicBezTo>
                    <a:pt x="894" y="1558"/>
                    <a:pt x="524" y="1499"/>
                    <a:pt x="524" y="1499"/>
                  </a:cubicBezTo>
                  <a:cubicBezTo>
                    <a:pt x="508" y="1496"/>
                    <a:pt x="491" y="1495"/>
                    <a:pt x="474" y="1495"/>
                  </a:cubicBezTo>
                  <a:cubicBezTo>
                    <a:pt x="420" y="1495"/>
                    <a:pt x="368" y="1510"/>
                    <a:pt x="322" y="1546"/>
                  </a:cubicBezTo>
                  <a:cubicBezTo>
                    <a:pt x="263" y="1594"/>
                    <a:pt x="227" y="1666"/>
                    <a:pt x="227" y="1725"/>
                  </a:cubicBezTo>
                  <a:cubicBezTo>
                    <a:pt x="227" y="1773"/>
                    <a:pt x="1" y="6535"/>
                    <a:pt x="2680" y="11417"/>
                  </a:cubicBezTo>
                  <a:cubicBezTo>
                    <a:pt x="3513" y="12953"/>
                    <a:pt x="4846" y="14429"/>
                    <a:pt x="6942" y="16191"/>
                  </a:cubicBezTo>
                  <a:cubicBezTo>
                    <a:pt x="6990" y="16239"/>
                    <a:pt x="7049" y="16251"/>
                    <a:pt x="7109" y="16251"/>
                  </a:cubicBezTo>
                  <a:cubicBezTo>
                    <a:pt x="7168" y="16251"/>
                    <a:pt x="7204" y="16239"/>
                    <a:pt x="7263" y="16191"/>
                  </a:cubicBezTo>
                  <a:cubicBezTo>
                    <a:pt x="9276" y="14679"/>
                    <a:pt x="10692" y="13203"/>
                    <a:pt x="11585" y="11702"/>
                  </a:cubicBezTo>
                  <a:cubicBezTo>
                    <a:pt x="14431" y="6940"/>
                    <a:pt x="14491" y="2058"/>
                    <a:pt x="14491" y="1999"/>
                  </a:cubicBezTo>
                  <a:cubicBezTo>
                    <a:pt x="14491" y="1927"/>
                    <a:pt x="14455" y="1844"/>
                    <a:pt x="14395" y="1808"/>
                  </a:cubicBezTo>
                  <a:cubicBezTo>
                    <a:pt x="14349" y="1771"/>
                    <a:pt x="14302" y="1741"/>
                    <a:pt x="14250" y="1741"/>
                  </a:cubicBezTo>
                  <a:cubicBezTo>
                    <a:pt x="14236" y="1741"/>
                    <a:pt x="14220" y="1744"/>
                    <a:pt x="14205" y="1749"/>
                  </a:cubicBezTo>
                  <a:cubicBezTo>
                    <a:pt x="14205" y="1749"/>
                    <a:pt x="13776" y="1785"/>
                    <a:pt x="13121" y="1785"/>
                  </a:cubicBezTo>
                  <a:cubicBezTo>
                    <a:pt x="11871" y="1773"/>
                    <a:pt x="9454" y="1511"/>
                    <a:pt x="7418" y="46"/>
                  </a:cubicBezTo>
                  <a:cubicBezTo>
                    <a:pt x="7368" y="15"/>
                    <a:pt x="7318" y="0"/>
                    <a:pt x="726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0" name="Google Shape;400;p20"/>
            <p:cNvSpPr/>
            <p:nvPr/>
          </p:nvSpPr>
          <p:spPr>
            <a:xfrm>
              <a:off x="2223718" y="3729027"/>
              <a:ext cx="79528" cy="306797"/>
            </a:xfrm>
            <a:custGeom>
              <a:rect b="b" l="l" r="r" t="t"/>
              <a:pathLst>
                <a:path extrusionOk="0" h="7538" w="1954">
                  <a:moveTo>
                    <a:pt x="120" y="1"/>
                  </a:moveTo>
                  <a:lnTo>
                    <a:pt x="477" y="4799"/>
                  </a:lnTo>
                  <a:lnTo>
                    <a:pt x="1548" y="4799"/>
                  </a:lnTo>
                  <a:lnTo>
                    <a:pt x="1905" y="1"/>
                  </a:lnTo>
                  <a:close/>
                  <a:moveTo>
                    <a:pt x="1001" y="5585"/>
                  </a:moveTo>
                  <a:cubicBezTo>
                    <a:pt x="453" y="5585"/>
                    <a:pt x="0" y="6025"/>
                    <a:pt x="0" y="6537"/>
                  </a:cubicBezTo>
                  <a:cubicBezTo>
                    <a:pt x="0" y="7078"/>
                    <a:pt x="430" y="7537"/>
                    <a:pt x="980" y="7537"/>
                  </a:cubicBezTo>
                  <a:cubicBezTo>
                    <a:pt x="987" y="7537"/>
                    <a:pt x="994" y="7537"/>
                    <a:pt x="1001" y="7537"/>
                  </a:cubicBezTo>
                  <a:cubicBezTo>
                    <a:pt x="1524" y="7537"/>
                    <a:pt x="1953" y="7085"/>
                    <a:pt x="1953" y="6537"/>
                  </a:cubicBezTo>
                  <a:cubicBezTo>
                    <a:pt x="1953" y="6025"/>
                    <a:pt x="1524" y="5585"/>
                    <a:pt x="1001" y="5585"/>
                  </a:cubicBez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" name="Google Shape;401;p20"/>
            <p:cNvSpPr/>
            <p:nvPr/>
          </p:nvSpPr>
          <p:spPr>
            <a:xfrm>
              <a:off x="2632711" y="2657611"/>
              <a:ext cx="401750" cy="366422"/>
            </a:xfrm>
            <a:custGeom>
              <a:rect b="b" l="l" r="r" t="t"/>
              <a:pathLst>
                <a:path extrusionOk="0" h="9003" w="9871">
                  <a:moveTo>
                    <a:pt x="7620" y="1"/>
                  </a:moveTo>
                  <a:cubicBezTo>
                    <a:pt x="6382" y="1"/>
                    <a:pt x="5394" y="1001"/>
                    <a:pt x="5394" y="2227"/>
                  </a:cubicBezTo>
                  <a:cubicBezTo>
                    <a:pt x="5394" y="2739"/>
                    <a:pt x="5572" y="3216"/>
                    <a:pt x="5846" y="3585"/>
                  </a:cubicBezTo>
                  <a:lnTo>
                    <a:pt x="2334" y="6621"/>
                  </a:lnTo>
                  <a:cubicBezTo>
                    <a:pt x="2084" y="6383"/>
                    <a:pt x="1762" y="6228"/>
                    <a:pt x="1381" y="6228"/>
                  </a:cubicBezTo>
                  <a:cubicBezTo>
                    <a:pt x="631" y="6228"/>
                    <a:pt x="0" y="6859"/>
                    <a:pt x="0" y="7621"/>
                  </a:cubicBezTo>
                  <a:cubicBezTo>
                    <a:pt x="0" y="8371"/>
                    <a:pt x="631" y="9002"/>
                    <a:pt x="1381" y="9002"/>
                  </a:cubicBezTo>
                  <a:cubicBezTo>
                    <a:pt x="2143" y="9002"/>
                    <a:pt x="2774" y="8371"/>
                    <a:pt x="2774" y="7621"/>
                  </a:cubicBezTo>
                  <a:cubicBezTo>
                    <a:pt x="2774" y="7323"/>
                    <a:pt x="2667" y="7038"/>
                    <a:pt x="2513" y="6811"/>
                  </a:cubicBezTo>
                  <a:lnTo>
                    <a:pt x="6025" y="3775"/>
                  </a:lnTo>
                  <a:cubicBezTo>
                    <a:pt x="6430" y="4192"/>
                    <a:pt x="7001" y="4466"/>
                    <a:pt x="7632" y="4466"/>
                  </a:cubicBezTo>
                  <a:cubicBezTo>
                    <a:pt x="8870" y="4466"/>
                    <a:pt x="9871" y="3466"/>
                    <a:pt x="9871" y="2227"/>
                  </a:cubicBezTo>
                  <a:cubicBezTo>
                    <a:pt x="9835" y="1001"/>
                    <a:pt x="8847" y="1"/>
                    <a:pt x="762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" name="Google Shape;402;p20"/>
            <p:cNvSpPr/>
            <p:nvPr/>
          </p:nvSpPr>
          <p:spPr>
            <a:xfrm>
              <a:off x="2264418" y="4879399"/>
              <a:ext cx="914936" cy="109564"/>
            </a:xfrm>
            <a:custGeom>
              <a:rect b="b" l="l" r="r" t="t"/>
              <a:pathLst>
                <a:path extrusionOk="0" h="2692" w="22480">
                  <a:moveTo>
                    <a:pt x="1" y="1"/>
                  </a:moveTo>
                  <a:lnTo>
                    <a:pt x="1" y="2692"/>
                  </a:lnTo>
                  <a:lnTo>
                    <a:pt x="22480" y="2692"/>
                  </a:lnTo>
                  <a:lnTo>
                    <a:pt x="22480" y="1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" name="Google Shape;403;p20"/>
            <p:cNvSpPr/>
            <p:nvPr/>
          </p:nvSpPr>
          <p:spPr>
            <a:xfrm>
              <a:off x="2434014" y="5036907"/>
              <a:ext cx="745828" cy="54294"/>
            </a:xfrm>
            <a:custGeom>
              <a:rect b="b" l="l" r="r" t="t"/>
              <a:pathLst>
                <a:path extrusionOk="0" h="1334" w="18325">
                  <a:moveTo>
                    <a:pt x="1" y="1"/>
                  </a:moveTo>
                  <a:lnTo>
                    <a:pt x="1" y="1334"/>
                  </a:lnTo>
                  <a:lnTo>
                    <a:pt x="18324" y="1334"/>
                  </a:lnTo>
                  <a:lnTo>
                    <a:pt x="18324" y="1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" name="Google Shape;404;p20"/>
            <p:cNvSpPr/>
            <p:nvPr/>
          </p:nvSpPr>
          <p:spPr>
            <a:xfrm>
              <a:off x="2434014" y="5126079"/>
              <a:ext cx="745828" cy="54294"/>
            </a:xfrm>
            <a:custGeom>
              <a:rect b="b" l="l" r="r" t="t"/>
              <a:pathLst>
                <a:path extrusionOk="0" h="1334" w="18325">
                  <a:moveTo>
                    <a:pt x="1" y="0"/>
                  </a:moveTo>
                  <a:lnTo>
                    <a:pt x="1" y="1334"/>
                  </a:lnTo>
                  <a:lnTo>
                    <a:pt x="18324" y="1334"/>
                  </a:lnTo>
                  <a:lnTo>
                    <a:pt x="18324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" name="Google Shape;405;p20"/>
            <p:cNvSpPr/>
            <p:nvPr/>
          </p:nvSpPr>
          <p:spPr>
            <a:xfrm>
              <a:off x="2689895" y="5214764"/>
              <a:ext cx="489947" cy="54782"/>
            </a:xfrm>
            <a:custGeom>
              <a:rect b="b" l="l" r="r" t="t"/>
              <a:pathLst>
                <a:path extrusionOk="0" h="1346" w="12038">
                  <a:moveTo>
                    <a:pt x="0" y="0"/>
                  </a:moveTo>
                  <a:lnTo>
                    <a:pt x="0" y="1345"/>
                  </a:lnTo>
                  <a:lnTo>
                    <a:pt x="12037" y="1345"/>
                  </a:lnTo>
                  <a:lnTo>
                    <a:pt x="12037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" name="Google Shape;406;p20"/>
            <p:cNvSpPr/>
            <p:nvPr/>
          </p:nvSpPr>
          <p:spPr>
            <a:xfrm>
              <a:off x="2894859" y="2508365"/>
              <a:ext cx="94546" cy="94546"/>
            </a:xfrm>
            <a:custGeom>
              <a:rect b="b" l="l" r="r" t="t"/>
              <a:pathLst>
                <a:path extrusionOk="0" h="2323" w="2323">
                  <a:moveTo>
                    <a:pt x="1167" y="1"/>
                  </a:moveTo>
                  <a:cubicBezTo>
                    <a:pt x="524" y="1"/>
                    <a:pt x="1" y="525"/>
                    <a:pt x="1" y="1168"/>
                  </a:cubicBezTo>
                  <a:cubicBezTo>
                    <a:pt x="1" y="1811"/>
                    <a:pt x="524" y="2323"/>
                    <a:pt x="1167" y="2323"/>
                  </a:cubicBezTo>
                  <a:cubicBezTo>
                    <a:pt x="1810" y="2323"/>
                    <a:pt x="2322" y="1811"/>
                    <a:pt x="2322" y="1168"/>
                  </a:cubicBezTo>
                  <a:cubicBezTo>
                    <a:pt x="2322" y="525"/>
                    <a:pt x="1810" y="1"/>
                    <a:pt x="116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" name="Google Shape;407;p20"/>
            <p:cNvSpPr/>
            <p:nvPr/>
          </p:nvSpPr>
          <p:spPr>
            <a:xfrm>
              <a:off x="-1006072" y="1271750"/>
              <a:ext cx="486039" cy="429385"/>
            </a:xfrm>
            <a:custGeom>
              <a:rect b="b" l="l" r="r" t="t"/>
              <a:pathLst>
                <a:path extrusionOk="0" h="10550" w="11942">
                  <a:moveTo>
                    <a:pt x="7370" y="0"/>
                  </a:moveTo>
                  <a:lnTo>
                    <a:pt x="0" y="10549"/>
                  </a:lnTo>
                  <a:lnTo>
                    <a:pt x="4572" y="10549"/>
                  </a:lnTo>
                  <a:lnTo>
                    <a:pt x="119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" name="Google Shape;408;p20"/>
            <p:cNvSpPr/>
            <p:nvPr/>
          </p:nvSpPr>
          <p:spPr>
            <a:xfrm>
              <a:off x="-705666" y="1271750"/>
              <a:ext cx="485592" cy="429385"/>
            </a:xfrm>
            <a:custGeom>
              <a:rect b="b" l="l" r="r" t="t"/>
              <a:pathLst>
                <a:path extrusionOk="0" h="10550" w="11931">
                  <a:moveTo>
                    <a:pt x="7359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3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" name="Google Shape;409;p20"/>
            <p:cNvSpPr/>
            <p:nvPr/>
          </p:nvSpPr>
          <p:spPr>
            <a:xfrm>
              <a:off x="-405219" y="1271750"/>
              <a:ext cx="485592" cy="429385"/>
            </a:xfrm>
            <a:custGeom>
              <a:rect b="b" l="l" r="r" t="t"/>
              <a:pathLst>
                <a:path extrusionOk="0" h="10550" w="11931">
                  <a:moveTo>
                    <a:pt x="7359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3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0" name="Google Shape;410;p20"/>
            <p:cNvSpPr/>
            <p:nvPr/>
          </p:nvSpPr>
          <p:spPr>
            <a:xfrm>
              <a:off x="-105261" y="1271750"/>
              <a:ext cx="486080" cy="429385"/>
            </a:xfrm>
            <a:custGeom>
              <a:rect b="b" l="l" r="r" t="t"/>
              <a:pathLst>
                <a:path extrusionOk="0" h="10550" w="11943">
                  <a:moveTo>
                    <a:pt x="7371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" name="Google Shape;411;p20"/>
            <p:cNvSpPr/>
            <p:nvPr/>
          </p:nvSpPr>
          <p:spPr>
            <a:xfrm>
              <a:off x="195186" y="1271750"/>
              <a:ext cx="485103" cy="429385"/>
            </a:xfrm>
            <a:custGeom>
              <a:rect b="b" l="l" r="r" t="t"/>
              <a:pathLst>
                <a:path extrusionOk="0" h="10550" w="11919">
                  <a:moveTo>
                    <a:pt x="7359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1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2" name="Google Shape;412;p20"/>
            <p:cNvSpPr/>
            <p:nvPr/>
          </p:nvSpPr>
          <p:spPr>
            <a:xfrm>
              <a:off x="495633" y="1271750"/>
              <a:ext cx="485103" cy="429385"/>
            </a:xfrm>
            <a:custGeom>
              <a:rect b="b" l="l" r="r" t="t"/>
              <a:pathLst>
                <a:path extrusionOk="0" h="10550" w="11919">
                  <a:moveTo>
                    <a:pt x="7359" y="0"/>
                  </a:moveTo>
                  <a:lnTo>
                    <a:pt x="1" y="10549"/>
                  </a:lnTo>
                  <a:lnTo>
                    <a:pt x="4561" y="10549"/>
                  </a:lnTo>
                  <a:lnTo>
                    <a:pt x="1191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3" name="Google Shape;413;p20"/>
            <p:cNvSpPr/>
            <p:nvPr/>
          </p:nvSpPr>
          <p:spPr>
            <a:xfrm>
              <a:off x="792702" y="1271750"/>
              <a:ext cx="485103" cy="429385"/>
            </a:xfrm>
            <a:custGeom>
              <a:rect b="b" l="l" r="r" t="t"/>
              <a:pathLst>
                <a:path extrusionOk="0" h="10550" w="11919">
                  <a:moveTo>
                    <a:pt x="7346" y="0"/>
                  </a:moveTo>
                  <a:lnTo>
                    <a:pt x="0" y="10549"/>
                  </a:lnTo>
                  <a:lnTo>
                    <a:pt x="4560" y="10549"/>
                  </a:lnTo>
                  <a:lnTo>
                    <a:pt x="1191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14" name="Google Shape;414;p20"/>
          <p:cNvGrpSpPr/>
          <p:nvPr/>
        </p:nvGrpSpPr>
        <p:grpSpPr>
          <a:xfrm>
            <a:off x="4555325" y="4074317"/>
            <a:ext cx="3894575" cy="549908"/>
            <a:chOff x="4590600" y="3930117"/>
            <a:chExt cx="3894575" cy="549908"/>
          </a:xfrm>
        </p:grpSpPr>
        <p:sp>
          <p:nvSpPr>
            <p:cNvPr id="415" name="Google Shape;415;p20"/>
            <p:cNvSpPr/>
            <p:nvPr/>
          </p:nvSpPr>
          <p:spPr>
            <a:xfrm>
              <a:off x="4875875" y="3933425"/>
              <a:ext cx="3609300" cy="546600"/>
            </a:xfrm>
            <a:prstGeom prst="roundRect">
              <a:avLst>
                <a:gd fmla="val 16667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182875" spcFirstLastPara="1" rIns="274300" wrap="square" tIns="91425">
              <a:noAutofit/>
            </a:bodyPr>
            <a:lstStyle/>
            <a:p>
              <a:pPr indent="0" lvl="0" marL="0" rtl="0" algn="just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lang="en-GB" sz="1200">
                  <a:solidFill>
                    <a:schemeClr val="dk1"/>
                  </a:solidFill>
                  <a:latin typeface="Fira Sans"/>
                  <a:ea typeface="Fira Sans"/>
                  <a:cs typeface="Fira Sans"/>
                  <a:sym typeface="Fira Sans"/>
                </a:rPr>
                <a:t>     </a:t>
              </a:r>
              <a:r>
                <a:rPr b="1" lang="en-GB" sz="1200">
                  <a:solidFill>
                    <a:schemeClr val="dk1"/>
                  </a:solidFill>
                  <a:latin typeface="Fira Sans"/>
                  <a:ea typeface="Fira Sans"/>
                  <a:cs typeface="Fira Sans"/>
                  <a:sym typeface="Fira Sans"/>
                </a:rPr>
                <a:t>reCAPTCH</a:t>
              </a:r>
              <a:r>
                <a:rPr b="1" lang="en-GB" sz="1200">
                  <a:solidFill>
                    <a:schemeClr val="dk1"/>
                  </a:solidFill>
                  <a:latin typeface="Fira Sans"/>
                  <a:ea typeface="Fira Sans"/>
                  <a:cs typeface="Fira Sans"/>
                  <a:sym typeface="Fira Sans"/>
                </a:rPr>
                <a:t>A </a:t>
              </a:r>
              <a:r>
                <a:rPr lang="en-GB" sz="1200">
                  <a:solidFill>
                    <a:schemeClr val="dk1"/>
                  </a:solidFill>
                  <a:latin typeface="Fira Sans"/>
                  <a:ea typeface="Fira Sans"/>
                  <a:cs typeface="Fira Sans"/>
                  <a:sym typeface="Fira Sans"/>
                </a:rPr>
                <a:t>Privacy concerns </a:t>
              </a:r>
              <a:endParaRPr sz="12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endParaRPr>
            </a:p>
            <a:p>
              <a:pPr indent="457200" lvl="0" marL="457200" rtl="0" algn="just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200">
                  <a:solidFill>
                    <a:schemeClr val="dk1"/>
                  </a:solidFill>
                  <a:latin typeface="Fira Sans"/>
                  <a:ea typeface="Fira Sans"/>
                  <a:cs typeface="Fira Sans"/>
                  <a:sym typeface="Fira Sans"/>
                </a:rPr>
                <a:t>  (data tracking)</a:t>
              </a:r>
              <a:endParaRPr sz="12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416" name="Google Shape;416;p20"/>
            <p:cNvSpPr/>
            <p:nvPr/>
          </p:nvSpPr>
          <p:spPr>
            <a:xfrm>
              <a:off x="4590600" y="3930117"/>
              <a:ext cx="547291" cy="546636"/>
            </a:xfrm>
            <a:custGeom>
              <a:rect b="b" l="l" r="r" t="t"/>
              <a:pathLst>
                <a:path extrusionOk="0" h="27521" w="27554">
                  <a:moveTo>
                    <a:pt x="27553" y="13777"/>
                  </a:moveTo>
                  <a:cubicBezTo>
                    <a:pt x="27553" y="21349"/>
                    <a:pt x="21382" y="27520"/>
                    <a:pt x="13777" y="27520"/>
                  </a:cubicBezTo>
                  <a:cubicBezTo>
                    <a:pt x="6171" y="27520"/>
                    <a:pt x="0" y="21349"/>
                    <a:pt x="0" y="13777"/>
                  </a:cubicBezTo>
                  <a:cubicBezTo>
                    <a:pt x="0" y="6172"/>
                    <a:pt x="6171" y="0"/>
                    <a:pt x="13777" y="0"/>
                  </a:cubicBezTo>
                  <a:cubicBezTo>
                    <a:pt x="21382" y="0"/>
                    <a:pt x="27553" y="6172"/>
                    <a:pt x="27553" y="13777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lang="en-GB" sz="2500">
                  <a:solidFill>
                    <a:schemeClr val="lt1"/>
                  </a:solidFill>
                  <a:latin typeface="Fira Sans"/>
                  <a:ea typeface="Fira Sans"/>
                  <a:cs typeface="Fira Sans"/>
                  <a:sym typeface="Fira Sans"/>
                </a:rPr>
                <a:t>4</a:t>
              </a:r>
              <a:endParaRPr b="1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21"/>
          <p:cNvSpPr txBox="1"/>
          <p:nvPr>
            <p:ph type="title"/>
          </p:nvPr>
        </p:nvSpPr>
        <p:spPr>
          <a:xfrm>
            <a:off x="457200" y="292625"/>
            <a:ext cx="8229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Demonstration of CAPTCHA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22" name="Google Shape;42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8750" y="1040425"/>
            <a:ext cx="5400174" cy="3534250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21"/>
          <p:cNvSpPr txBox="1"/>
          <p:nvPr/>
        </p:nvSpPr>
        <p:spPr>
          <a:xfrm>
            <a:off x="5779225" y="1182725"/>
            <a:ext cx="3115200" cy="10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Important</a:t>
            </a:r>
            <a:r>
              <a:rPr b="1" lang="en-GB" sz="18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 Questions:</a:t>
            </a:r>
            <a:endParaRPr sz="180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How AI is both solving and improving CAPTCHA?</a:t>
            </a:r>
            <a:endParaRPr sz="180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24" name="Google Shape;424;p21"/>
          <p:cNvSpPr txBox="1"/>
          <p:nvPr/>
        </p:nvSpPr>
        <p:spPr>
          <a:xfrm>
            <a:off x="5779225" y="2306550"/>
            <a:ext cx="2699400" cy="10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Statistics: </a:t>
            </a:r>
            <a:r>
              <a:rPr lang="en-GB" sz="18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Over 90% of CAPTCHAs can be solved by advanced bots</a:t>
            </a:r>
            <a:endParaRPr sz="180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25" name="Google Shape;425;p21"/>
          <p:cNvSpPr txBox="1"/>
          <p:nvPr/>
        </p:nvSpPr>
        <p:spPr>
          <a:xfrm>
            <a:off x="5779225" y="3430375"/>
            <a:ext cx="2699400" cy="145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In short: </a:t>
            </a:r>
            <a:r>
              <a:rPr lang="en-GB" sz="18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AI challenges CAPTCHA security while also advancing it to be smarter and more user-friendly</a:t>
            </a:r>
            <a:endParaRPr sz="180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22"/>
          <p:cNvSpPr txBox="1"/>
          <p:nvPr>
            <p:ph type="title"/>
          </p:nvPr>
        </p:nvSpPr>
        <p:spPr>
          <a:xfrm>
            <a:off x="457200" y="292625"/>
            <a:ext cx="8229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Challenges in CAPTCHA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31" name="Google Shape;431;p22"/>
          <p:cNvGrpSpPr/>
          <p:nvPr/>
        </p:nvGrpSpPr>
        <p:grpSpPr>
          <a:xfrm>
            <a:off x="1368449" y="1322092"/>
            <a:ext cx="6379564" cy="1519332"/>
            <a:chOff x="1368449" y="1322092"/>
            <a:chExt cx="6379564" cy="1519332"/>
          </a:xfrm>
        </p:grpSpPr>
        <p:grpSp>
          <p:nvGrpSpPr>
            <p:cNvPr id="432" name="Google Shape;432;p22"/>
            <p:cNvGrpSpPr/>
            <p:nvPr/>
          </p:nvGrpSpPr>
          <p:grpSpPr>
            <a:xfrm>
              <a:off x="1368449" y="1322092"/>
              <a:ext cx="1520045" cy="1482479"/>
              <a:chOff x="1368449" y="1322092"/>
              <a:chExt cx="1520045" cy="1482479"/>
            </a:xfrm>
          </p:grpSpPr>
          <p:grpSp>
            <p:nvGrpSpPr>
              <p:cNvPr id="433" name="Google Shape;433;p22"/>
              <p:cNvGrpSpPr/>
              <p:nvPr/>
            </p:nvGrpSpPr>
            <p:grpSpPr>
              <a:xfrm>
                <a:off x="1368449" y="1871157"/>
                <a:ext cx="400002" cy="338745"/>
                <a:chOff x="2206649" y="1490157"/>
                <a:chExt cx="400002" cy="338745"/>
              </a:xfrm>
            </p:grpSpPr>
            <p:sp>
              <p:nvSpPr>
                <p:cNvPr id="434" name="Google Shape;434;p22"/>
                <p:cNvSpPr/>
                <p:nvPr/>
              </p:nvSpPr>
              <p:spPr>
                <a:xfrm>
                  <a:off x="2206649" y="1490157"/>
                  <a:ext cx="307472" cy="338745"/>
                </a:xfrm>
                <a:custGeom>
                  <a:rect b="b" l="l" r="r" t="t"/>
                  <a:pathLst>
                    <a:path extrusionOk="0" h="10258" w="9311">
                      <a:moveTo>
                        <a:pt x="4763" y="0"/>
                      </a:moveTo>
                      <a:lnTo>
                        <a:pt x="4441" y="441"/>
                      </a:lnTo>
                      <a:cubicBezTo>
                        <a:pt x="3858" y="1131"/>
                        <a:pt x="3001" y="1536"/>
                        <a:pt x="2096" y="1548"/>
                      </a:cubicBezTo>
                      <a:cubicBezTo>
                        <a:pt x="1643" y="1536"/>
                        <a:pt x="1203" y="1453"/>
                        <a:pt x="786" y="1286"/>
                      </a:cubicBezTo>
                      <a:lnTo>
                        <a:pt x="286" y="1107"/>
                      </a:lnTo>
                      <a:lnTo>
                        <a:pt x="262" y="1643"/>
                      </a:lnTo>
                      <a:cubicBezTo>
                        <a:pt x="250" y="1846"/>
                        <a:pt x="0" y="6858"/>
                        <a:pt x="2155" y="9132"/>
                      </a:cubicBezTo>
                      <a:cubicBezTo>
                        <a:pt x="2864" y="9882"/>
                        <a:pt x="3813" y="10257"/>
                        <a:pt x="4763" y="10257"/>
                      </a:cubicBezTo>
                      <a:cubicBezTo>
                        <a:pt x="5712" y="10257"/>
                        <a:pt x="6662" y="9882"/>
                        <a:pt x="7370" y="9132"/>
                      </a:cubicBezTo>
                      <a:cubicBezTo>
                        <a:pt x="7465" y="9037"/>
                        <a:pt x="7549" y="8942"/>
                        <a:pt x="7632" y="8835"/>
                      </a:cubicBezTo>
                      <a:cubicBezTo>
                        <a:pt x="6430" y="8751"/>
                        <a:pt x="5513" y="7763"/>
                        <a:pt x="5513" y="6572"/>
                      </a:cubicBezTo>
                      <a:cubicBezTo>
                        <a:pt x="5513" y="5224"/>
                        <a:pt x="6617" y="4284"/>
                        <a:pt x="7800" y="4284"/>
                      </a:cubicBezTo>
                      <a:cubicBezTo>
                        <a:pt x="8247" y="4284"/>
                        <a:pt x="8706" y="4418"/>
                        <a:pt x="9120" y="4715"/>
                      </a:cubicBezTo>
                      <a:cubicBezTo>
                        <a:pt x="9251" y="3703"/>
                        <a:pt x="9311" y="2667"/>
                        <a:pt x="9263" y="1643"/>
                      </a:cubicBezTo>
                      <a:lnTo>
                        <a:pt x="9240" y="1107"/>
                      </a:lnTo>
                      <a:lnTo>
                        <a:pt x="8739" y="1286"/>
                      </a:lnTo>
                      <a:cubicBezTo>
                        <a:pt x="8311" y="1453"/>
                        <a:pt x="7870" y="1536"/>
                        <a:pt x="7418" y="1548"/>
                      </a:cubicBezTo>
                      <a:cubicBezTo>
                        <a:pt x="6513" y="1536"/>
                        <a:pt x="5656" y="1131"/>
                        <a:pt x="5084" y="441"/>
                      </a:cubicBezTo>
                      <a:lnTo>
                        <a:pt x="4763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35" name="Google Shape;435;p22"/>
                <p:cNvSpPr/>
                <p:nvPr/>
              </p:nvSpPr>
              <p:spPr>
                <a:xfrm>
                  <a:off x="2347787" y="1620299"/>
                  <a:ext cx="202923" cy="173500"/>
                </a:xfrm>
                <a:custGeom>
                  <a:rect b="b" l="l" r="r" t="t"/>
                  <a:pathLst>
                    <a:path extrusionOk="0" h="5254" w="6145">
                      <a:moveTo>
                        <a:pt x="3496" y="344"/>
                      </a:moveTo>
                      <a:cubicBezTo>
                        <a:pt x="4669" y="344"/>
                        <a:pt x="5799" y="1253"/>
                        <a:pt x="5799" y="2631"/>
                      </a:cubicBezTo>
                      <a:cubicBezTo>
                        <a:pt x="5799" y="3882"/>
                        <a:pt x="4775" y="4905"/>
                        <a:pt x="3513" y="4905"/>
                      </a:cubicBezTo>
                      <a:cubicBezTo>
                        <a:pt x="1489" y="4905"/>
                        <a:pt x="477" y="2453"/>
                        <a:pt x="1906" y="1012"/>
                      </a:cubicBezTo>
                      <a:cubicBezTo>
                        <a:pt x="2367" y="551"/>
                        <a:pt x="2936" y="344"/>
                        <a:pt x="3496" y="344"/>
                      </a:cubicBezTo>
                      <a:close/>
                      <a:moveTo>
                        <a:pt x="3513" y="0"/>
                      </a:moveTo>
                      <a:cubicBezTo>
                        <a:pt x="1179" y="0"/>
                        <a:pt x="1" y="2834"/>
                        <a:pt x="1656" y="4477"/>
                      </a:cubicBezTo>
                      <a:cubicBezTo>
                        <a:pt x="2192" y="5013"/>
                        <a:pt x="2852" y="5253"/>
                        <a:pt x="3499" y="5253"/>
                      </a:cubicBezTo>
                      <a:cubicBezTo>
                        <a:pt x="4849" y="5253"/>
                        <a:pt x="6144" y="4209"/>
                        <a:pt x="6144" y="2631"/>
                      </a:cubicBezTo>
                      <a:cubicBezTo>
                        <a:pt x="6144" y="1179"/>
                        <a:pt x="4966" y="0"/>
                        <a:pt x="3513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36" name="Google Shape;436;p22"/>
                <p:cNvSpPr/>
                <p:nvPr/>
              </p:nvSpPr>
              <p:spPr>
                <a:xfrm>
                  <a:off x="2398675" y="1602731"/>
                  <a:ext cx="207976" cy="153621"/>
                </a:xfrm>
                <a:custGeom>
                  <a:rect b="b" l="l" r="r" t="t"/>
                  <a:pathLst>
                    <a:path extrusionOk="0" h="4652" w="6298">
                      <a:moveTo>
                        <a:pt x="5648" y="1"/>
                      </a:moveTo>
                      <a:cubicBezTo>
                        <a:pt x="5545" y="1"/>
                        <a:pt x="5438" y="38"/>
                        <a:pt x="5341" y="127"/>
                      </a:cubicBezTo>
                      <a:lnTo>
                        <a:pt x="1936" y="3533"/>
                      </a:lnTo>
                      <a:lnTo>
                        <a:pt x="960" y="2556"/>
                      </a:lnTo>
                      <a:cubicBezTo>
                        <a:pt x="864" y="2468"/>
                        <a:pt x="758" y="2431"/>
                        <a:pt x="657" y="2431"/>
                      </a:cubicBezTo>
                      <a:cubicBezTo>
                        <a:pt x="305" y="2431"/>
                        <a:pt x="0" y="2878"/>
                        <a:pt x="305" y="3211"/>
                      </a:cubicBezTo>
                      <a:lnTo>
                        <a:pt x="1615" y="4509"/>
                      </a:lnTo>
                      <a:cubicBezTo>
                        <a:pt x="1698" y="4592"/>
                        <a:pt x="1817" y="4652"/>
                        <a:pt x="1936" y="4652"/>
                      </a:cubicBezTo>
                      <a:cubicBezTo>
                        <a:pt x="2055" y="4640"/>
                        <a:pt x="2174" y="4592"/>
                        <a:pt x="2258" y="4509"/>
                      </a:cubicBezTo>
                      <a:lnTo>
                        <a:pt x="5984" y="782"/>
                      </a:lnTo>
                      <a:cubicBezTo>
                        <a:pt x="6298" y="441"/>
                        <a:pt x="5998" y="1"/>
                        <a:pt x="5648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437" name="Google Shape;437;p22"/>
              <p:cNvGrpSpPr/>
              <p:nvPr/>
            </p:nvGrpSpPr>
            <p:grpSpPr>
              <a:xfrm>
                <a:off x="2494106" y="1322092"/>
                <a:ext cx="360573" cy="350171"/>
                <a:chOff x="2951306" y="941092"/>
                <a:chExt cx="360573" cy="350171"/>
              </a:xfrm>
            </p:grpSpPr>
            <p:sp>
              <p:nvSpPr>
                <p:cNvPr id="438" name="Google Shape;438;p22"/>
                <p:cNvSpPr/>
                <p:nvPr/>
              </p:nvSpPr>
              <p:spPr>
                <a:xfrm>
                  <a:off x="3202541" y="1216896"/>
                  <a:ext cx="1222" cy="2378"/>
                </a:xfrm>
                <a:custGeom>
                  <a:rect b="b" l="l" r="r" t="t"/>
                  <a:pathLst>
                    <a:path extrusionOk="0" h="72" w="37">
                      <a:moveTo>
                        <a:pt x="37" y="0"/>
                      </a:moveTo>
                      <a:lnTo>
                        <a:pt x="1" y="72"/>
                      </a:lnTo>
                      <a:lnTo>
                        <a:pt x="1" y="72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39" name="Google Shape;439;p22"/>
                <p:cNvSpPr/>
                <p:nvPr/>
              </p:nvSpPr>
              <p:spPr>
                <a:xfrm>
                  <a:off x="2951306" y="941092"/>
                  <a:ext cx="360573" cy="350171"/>
                </a:xfrm>
                <a:custGeom>
                  <a:rect b="b" l="l" r="r" t="t"/>
                  <a:pathLst>
                    <a:path extrusionOk="0" h="10604" w="10919">
                      <a:moveTo>
                        <a:pt x="7430" y="4935"/>
                      </a:moveTo>
                      <a:cubicBezTo>
                        <a:pt x="7656" y="4947"/>
                        <a:pt x="7859" y="5066"/>
                        <a:pt x="7978" y="5257"/>
                      </a:cubicBezTo>
                      <a:cubicBezTo>
                        <a:pt x="8192" y="5638"/>
                        <a:pt x="7954" y="6185"/>
                        <a:pt x="7418" y="6483"/>
                      </a:cubicBezTo>
                      <a:lnTo>
                        <a:pt x="7430" y="6483"/>
                      </a:lnTo>
                      <a:cubicBezTo>
                        <a:pt x="7207" y="6610"/>
                        <a:pt x="6971" y="6672"/>
                        <a:pt x="6756" y="6672"/>
                      </a:cubicBezTo>
                      <a:cubicBezTo>
                        <a:pt x="6466" y="6672"/>
                        <a:pt x="6215" y="6559"/>
                        <a:pt x="6085" y="6340"/>
                      </a:cubicBezTo>
                      <a:cubicBezTo>
                        <a:pt x="6049" y="6281"/>
                        <a:pt x="6025" y="6197"/>
                        <a:pt x="6013" y="6126"/>
                      </a:cubicBezTo>
                      <a:cubicBezTo>
                        <a:pt x="6311" y="6031"/>
                        <a:pt x="6823" y="5745"/>
                        <a:pt x="7430" y="4935"/>
                      </a:cubicBezTo>
                      <a:close/>
                      <a:moveTo>
                        <a:pt x="3489" y="4935"/>
                      </a:moveTo>
                      <a:cubicBezTo>
                        <a:pt x="4108" y="5745"/>
                        <a:pt x="4608" y="6031"/>
                        <a:pt x="4906" y="6126"/>
                      </a:cubicBezTo>
                      <a:cubicBezTo>
                        <a:pt x="4894" y="6209"/>
                        <a:pt x="4870" y="6281"/>
                        <a:pt x="4835" y="6352"/>
                      </a:cubicBezTo>
                      <a:cubicBezTo>
                        <a:pt x="4712" y="6563"/>
                        <a:pt x="4466" y="6673"/>
                        <a:pt x="4179" y="6673"/>
                      </a:cubicBezTo>
                      <a:cubicBezTo>
                        <a:pt x="3964" y="6673"/>
                        <a:pt x="3726" y="6611"/>
                        <a:pt x="3501" y="6483"/>
                      </a:cubicBezTo>
                      <a:cubicBezTo>
                        <a:pt x="2977" y="6185"/>
                        <a:pt x="2739" y="5638"/>
                        <a:pt x="2953" y="5257"/>
                      </a:cubicBezTo>
                      <a:cubicBezTo>
                        <a:pt x="3073" y="5066"/>
                        <a:pt x="3263" y="4959"/>
                        <a:pt x="3489" y="4935"/>
                      </a:cubicBezTo>
                      <a:close/>
                      <a:moveTo>
                        <a:pt x="5466" y="6578"/>
                      </a:moveTo>
                      <a:cubicBezTo>
                        <a:pt x="5513" y="6578"/>
                        <a:pt x="5561" y="6602"/>
                        <a:pt x="5585" y="6650"/>
                      </a:cubicBezTo>
                      <a:lnTo>
                        <a:pt x="6037" y="7436"/>
                      </a:lnTo>
                      <a:cubicBezTo>
                        <a:pt x="6061" y="7471"/>
                        <a:pt x="6061" y="7531"/>
                        <a:pt x="6037" y="7567"/>
                      </a:cubicBezTo>
                      <a:cubicBezTo>
                        <a:pt x="6017" y="7597"/>
                        <a:pt x="5978" y="7628"/>
                        <a:pt x="5937" y="7628"/>
                      </a:cubicBezTo>
                      <a:cubicBezTo>
                        <a:pt x="5931" y="7628"/>
                        <a:pt x="5924" y="7628"/>
                        <a:pt x="5918" y="7626"/>
                      </a:cubicBezTo>
                      <a:lnTo>
                        <a:pt x="5013" y="7626"/>
                      </a:lnTo>
                      <a:cubicBezTo>
                        <a:pt x="5007" y="7628"/>
                        <a:pt x="5000" y="7628"/>
                        <a:pt x="4994" y="7628"/>
                      </a:cubicBezTo>
                      <a:cubicBezTo>
                        <a:pt x="4953" y="7628"/>
                        <a:pt x="4915" y="7597"/>
                        <a:pt x="4894" y="7567"/>
                      </a:cubicBezTo>
                      <a:cubicBezTo>
                        <a:pt x="4870" y="7531"/>
                        <a:pt x="4870" y="7471"/>
                        <a:pt x="4894" y="7436"/>
                      </a:cubicBezTo>
                      <a:lnTo>
                        <a:pt x="5347" y="6650"/>
                      </a:lnTo>
                      <a:cubicBezTo>
                        <a:pt x="5370" y="6602"/>
                        <a:pt x="5418" y="6578"/>
                        <a:pt x="5466" y="6578"/>
                      </a:cubicBezTo>
                      <a:close/>
                      <a:moveTo>
                        <a:pt x="8996" y="1"/>
                      </a:moveTo>
                      <a:cubicBezTo>
                        <a:pt x="8892" y="1"/>
                        <a:pt x="8786" y="21"/>
                        <a:pt x="8680" y="66"/>
                      </a:cubicBezTo>
                      <a:cubicBezTo>
                        <a:pt x="8156" y="280"/>
                        <a:pt x="8026" y="970"/>
                        <a:pt x="8442" y="1363"/>
                      </a:cubicBezTo>
                      <a:lnTo>
                        <a:pt x="7442" y="2364"/>
                      </a:lnTo>
                      <a:cubicBezTo>
                        <a:pt x="6866" y="1916"/>
                        <a:pt x="6171" y="1678"/>
                        <a:pt x="5465" y="1678"/>
                      </a:cubicBezTo>
                      <a:cubicBezTo>
                        <a:pt x="5251" y="1678"/>
                        <a:pt x="5036" y="1700"/>
                        <a:pt x="4823" y="1744"/>
                      </a:cubicBezTo>
                      <a:cubicBezTo>
                        <a:pt x="4335" y="1840"/>
                        <a:pt x="3870" y="2042"/>
                        <a:pt x="3489" y="2352"/>
                      </a:cubicBezTo>
                      <a:lnTo>
                        <a:pt x="2489" y="1363"/>
                      </a:lnTo>
                      <a:cubicBezTo>
                        <a:pt x="2894" y="970"/>
                        <a:pt x="2763" y="292"/>
                        <a:pt x="2239" y="66"/>
                      </a:cubicBezTo>
                      <a:cubicBezTo>
                        <a:pt x="2138" y="24"/>
                        <a:pt x="2035" y="5"/>
                        <a:pt x="1935" y="5"/>
                      </a:cubicBezTo>
                      <a:cubicBezTo>
                        <a:pt x="1516" y="5"/>
                        <a:pt x="1144" y="342"/>
                        <a:pt x="1144" y="804"/>
                      </a:cubicBezTo>
                      <a:cubicBezTo>
                        <a:pt x="1144" y="887"/>
                        <a:pt x="1168" y="970"/>
                        <a:pt x="1191" y="1042"/>
                      </a:cubicBezTo>
                      <a:cubicBezTo>
                        <a:pt x="1108" y="1018"/>
                        <a:pt x="1037" y="994"/>
                        <a:pt x="953" y="994"/>
                      </a:cubicBezTo>
                      <a:cubicBezTo>
                        <a:pt x="382" y="994"/>
                        <a:pt x="1" y="1566"/>
                        <a:pt x="215" y="2090"/>
                      </a:cubicBezTo>
                      <a:cubicBezTo>
                        <a:pt x="345" y="2407"/>
                        <a:pt x="645" y="2580"/>
                        <a:pt x="951" y="2580"/>
                      </a:cubicBezTo>
                      <a:cubicBezTo>
                        <a:pt x="1151" y="2580"/>
                        <a:pt x="1353" y="2507"/>
                        <a:pt x="1513" y="2352"/>
                      </a:cubicBezTo>
                      <a:lnTo>
                        <a:pt x="2596" y="3435"/>
                      </a:lnTo>
                      <a:cubicBezTo>
                        <a:pt x="2465" y="3685"/>
                        <a:pt x="2370" y="3947"/>
                        <a:pt x="2322" y="4221"/>
                      </a:cubicBezTo>
                      <a:cubicBezTo>
                        <a:pt x="2120" y="5150"/>
                        <a:pt x="2346" y="6114"/>
                        <a:pt x="2930" y="6864"/>
                      </a:cubicBezTo>
                      <a:lnTo>
                        <a:pt x="1525" y="8269"/>
                      </a:lnTo>
                      <a:cubicBezTo>
                        <a:pt x="1368" y="8107"/>
                        <a:pt x="1164" y="8031"/>
                        <a:pt x="961" y="8031"/>
                      </a:cubicBezTo>
                      <a:cubicBezTo>
                        <a:pt x="657" y="8031"/>
                        <a:pt x="356" y="8204"/>
                        <a:pt x="227" y="8519"/>
                      </a:cubicBezTo>
                      <a:cubicBezTo>
                        <a:pt x="13" y="9043"/>
                        <a:pt x="394" y="9614"/>
                        <a:pt x="965" y="9614"/>
                      </a:cubicBezTo>
                      <a:cubicBezTo>
                        <a:pt x="1037" y="9614"/>
                        <a:pt x="1120" y="9602"/>
                        <a:pt x="1203" y="9567"/>
                      </a:cubicBezTo>
                      <a:lnTo>
                        <a:pt x="1203" y="9567"/>
                      </a:lnTo>
                      <a:cubicBezTo>
                        <a:pt x="1168" y="9650"/>
                        <a:pt x="1156" y="9733"/>
                        <a:pt x="1156" y="9805"/>
                      </a:cubicBezTo>
                      <a:cubicBezTo>
                        <a:pt x="1156" y="10266"/>
                        <a:pt x="1528" y="10604"/>
                        <a:pt x="1947" y="10604"/>
                      </a:cubicBezTo>
                      <a:cubicBezTo>
                        <a:pt x="2047" y="10604"/>
                        <a:pt x="2150" y="10584"/>
                        <a:pt x="2251" y="10543"/>
                      </a:cubicBezTo>
                      <a:cubicBezTo>
                        <a:pt x="2775" y="10329"/>
                        <a:pt x="2906" y="9650"/>
                        <a:pt x="2513" y="9245"/>
                      </a:cubicBezTo>
                      <a:lnTo>
                        <a:pt x="3323" y="8424"/>
                      </a:lnTo>
                      <a:lnTo>
                        <a:pt x="3287" y="8364"/>
                      </a:lnTo>
                      <a:lnTo>
                        <a:pt x="3287" y="8364"/>
                      </a:lnTo>
                      <a:cubicBezTo>
                        <a:pt x="3299" y="8376"/>
                        <a:pt x="3311" y="8400"/>
                        <a:pt x="3334" y="8424"/>
                      </a:cubicBezTo>
                      <a:cubicBezTo>
                        <a:pt x="3537" y="8733"/>
                        <a:pt x="3894" y="8924"/>
                        <a:pt x="4275" y="8924"/>
                      </a:cubicBezTo>
                      <a:lnTo>
                        <a:pt x="6656" y="8924"/>
                      </a:lnTo>
                      <a:cubicBezTo>
                        <a:pt x="7037" y="8924"/>
                        <a:pt x="7394" y="8733"/>
                        <a:pt x="7609" y="8424"/>
                      </a:cubicBezTo>
                      <a:lnTo>
                        <a:pt x="8430" y="9245"/>
                      </a:lnTo>
                      <a:cubicBezTo>
                        <a:pt x="8037" y="9650"/>
                        <a:pt x="8168" y="10329"/>
                        <a:pt x="8692" y="10543"/>
                      </a:cubicBezTo>
                      <a:cubicBezTo>
                        <a:pt x="8793" y="10584"/>
                        <a:pt x="8896" y="10604"/>
                        <a:pt x="8996" y="10604"/>
                      </a:cubicBezTo>
                      <a:cubicBezTo>
                        <a:pt x="9415" y="10604"/>
                        <a:pt x="9788" y="10266"/>
                        <a:pt x="9788" y="9805"/>
                      </a:cubicBezTo>
                      <a:cubicBezTo>
                        <a:pt x="9788" y="9722"/>
                        <a:pt x="9764" y="9650"/>
                        <a:pt x="9740" y="9567"/>
                      </a:cubicBezTo>
                      <a:lnTo>
                        <a:pt x="9740" y="9567"/>
                      </a:lnTo>
                      <a:cubicBezTo>
                        <a:pt x="9811" y="9602"/>
                        <a:pt x="9895" y="9614"/>
                        <a:pt x="9978" y="9614"/>
                      </a:cubicBezTo>
                      <a:cubicBezTo>
                        <a:pt x="9992" y="9615"/>
                        <a:pt x="10007" y="9616"/>
                        <a:pt x="10021" y="9616"/>
                      </a:cubicBezTo>
                      <a:cubicBezTo>
                        <a:pt x="10454" y="9616"/>
                        <a:pt x="10812" y="9267"/>
                        <a:pt x="10812" y="8829"/>
                      </a:cubicBezTo>
                      <a:cubicBezTo>
                        <a:pt x="10812" y="8390"/>
                        <a:pt x="10454" y="8030"/>
                        <a:pt x="10020" y="8030"/>
                      </a:cubicBezTo>
                      <a:cubicBezTo>
                        <a:pt x="10006" y="8030"/>
                        <a:pt x="9992" y="8030"/>
                        <a:pt x="9978" y="8031"/>
                      </a:cubicBezTo>
                      <a:lnTo>
                        <a:pt x="9978" y="8043"/>
                      </a:lnTo>
                      <a:cubicBezTo>
                        <a:pt x="9764" y="8043"/>
                        <a:pt x="9561" y="8126"/>
                        <a:pt x="9407" y="8281"/>
                      </a:cubicBezTo>
                      <a:lnTo>
                        <a:pt x="7990" y="6852"/>
                      </a:lnTo>
                      <a:cubicBezTo>
                        <a:pt x="8752" y="5876"/>
                        <a:pt x="8883" y="4542"/>
                        <a:pt x="8323" y="3435"/>
                      </a:cubicBezTo>
                      <a:lnTo>
                        <a:pt x="9419" y="2352"/>
                      </a:lnTo>
                      <a:cubicBezTo>
                        <a:pt x="9574" y="2507"/>
                        <a:pt x="9773" y="2580"/>
                        <a:pt x="9971" y="2580"/>
                      </a:cubicBezTo>
                      <a:cubicBezTo>
                        <a:pt x="10275" y="2580"/>
                        <a:pt x="10575" y="2407"/>
                        <a:pt x="10704" y="2090"/>
                      </a:cubicBezTo>
                      <a:cubicBezTo>
                        <a:pt x="10919" y="1566"/>
                        <a:pt x="10538" y="994"/>
                        <a:pt x="9978" y="994"/>
                      </a:cubicBezTo>
                      <a:cubicBezTo>
                        <a:pt x="9895" y="994"/>
                        <a:pt x="9811" y="1006"/>
                        <a:pt x="9740" y="1042"/>
                      </a:cubicBezTo>
                      <a:cubicBezTo>
                        <a:pt x="9764" y="970"/>
                        <a:pt x="9776" y="887"/>
                        <a:pt x="9788" y="804"/>
                      </a:cubicBezTo>
                      <a:cubicBezTo>
                        <a:pt x="9788" y="345"/>
                        <a:pt x="9419" y="1"/>
                        <a:pt x="8996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40" name="Google Shape;440;p22"/>
                <p:cNvSpPr/>
                <p:nvPr/>
              </p:nvSpPr>
              <p:spPr>
                <a:xfrm>
                  <a:off x="3048425" y="1167759"/>
                  <a:ext cx="3170" cy="3566"/>
                </a:xfrm>
                <a:custGeom>
                  <a:rect b="b" l="l" r="r" t="t"/>
                  <a:pathLst>
                    <a:path extrusionOk="0" h="108" w="96">
                      <a:moveTo>
                        <a:pt x="1" y="0"/>
                      </a:moveTo>
                      <a:cubicBezTo>
                        <a:pt x="24" y="36"/>
                        <a:pt x="60" y="72"/>
                        <a:pt x="96" y="107"/>
                      </a:cubicBezTo>
                      <a:cubicBezTo>
                        <a:pt x="60" y="72"/>
                        <a:pt x="36" y="36"/>
                        <a:pt x="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41" name="Google Shape;441;p22"/>
                <p:cNvSpPr/>
                <p:nvPr/>
              </p:nvSpPr>
              <p:spPr>
                <a:xfrm>
                  <a:off x="3060214" y="1217292"/>
                  <a:ext cx="1222" cy="2378"/>
                </a:xfrm>
                <a:custGeom>
                  <a:rect b="b" l="l" r="r" t="t"/>
                  <a:pathLst>
                    <a:path extrusionOk="0" h="72" w="37">
                      <a:moveTo>
                        <a:pt x="1" y="0"/>
                      </a:moveTo>
                      <a:cubicBezTo>
                        <a:pt x="1" y="24"/>
                        <a:pt x="13" y="48"/>
                        <a:pt x="36" y="72"/>
                      </a:cubicBez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42" name="Google Shape;442;p22"/>
                <p:cNvSpPr/>
                <p:nvPr/>
              </p:nvSpPr>
              <p:spPr>
                <a:xfrm>
                  <a:off x="3048425" y="1167362"/>
                  <a:ext cx="3170" cy="3963"/>
                </a:xfrm>
                <a:custGeom>
                  <a:rect b="b" l="l" r="r" t="t"/>
                  <a:pathLst>
                    <a:path extrusionOk="0" h="120" w="96">
                      <a:moveTo>
                        <a:pt x="1" y="0"/>
                      </a:moveTo>
                      <a:lnTo>
                        <a:pt x="1" y="0"/>
                      </a:lnTo>
                      <a:cubicBezTo>
                        <a:pt x="24" y="48"/>
                        <a:pt x="60" y="84"/>
                        <a:pt x="96" y="119"/>
                      </a:cubicBezTo>
                      <a:cubicBezTo>
                        <a:pt x="60" y="84"/>
                        <a:pt x="36" y="48"/>
                        <a:pt x="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443" name="Google Shape;443;p22"/>
              <p:cNvGrpSpPr/>
              <p:nvPr/>
            </p:nvGrpSpPr>
            <p:grpSpPr>
              <a:xfrm>
                <a:off x="2461084" y="2409886"/>
                <a:ext cx="427410" cy="394685"/>
                <a:chOff x="2918284" y="2028886"/>
                <a:chExt cx="427410" cy="394685"/>
              </a:xfrm>
            </p:grpSpPr>
            <p:sp>
              <p:nvSpPr>
                <p:cNvPr id="444" name="Google Shape;444;p22"/>
                <p:cNvSpPr/>
                <p:nvPr/>
              </p:nvSpPr>
              <p:spPr>
                <a:xfrm>
                  <a:off x="3018144" y="2121184"/>
                  <a:ext cx="227294" cy="186808"/>
                </a:xfrm>
                <a:custGeom>
                  <a:rect b="b" l="l" r="r" t="t"/>
                  <a:pathLst>
                    <a:path extrusionOk="0" h="5657" w="6883">
                      <a:moveTo>
                        <a:pt x="3442" y="1"/>
                      </a:moveTo>
                      <a:cubicBezTo>
                        <a:pt x="1549" y="1"/>
                        <a:pt x="1" y="1537"/>
                        <a:pt x="1" y="3442"/>
                      </a:cubicBezTo>
                      <a:lnTo>
                        <a:pt x="1" y="5656"/>
                      </a:lnTo>
                      <a:lnTo>
                        <a:pt x="6883" y="5656"/>
                      </a:lnTo>
                      <a:lnTo>
                        <a:pt x="6883" y="3442"/>
                      </a:lnTo>
                      <a:cubicBezTo>
                        <a:pt x="6883" y="1537"/>
                        <a:pt x="5347" y="1"/>
                        <a:pt x="3442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45" name="Google Shape;445;p22"/>
                <p:cNvSpPr/>
                <p:nvPr/>
              </p:nvSpPr>
              <p:spPr>
                <a:xfrm>
                  <a:off x="3121966" y="2028886"/>
                  <a:ext cx="19681" cy="69149"/>
                </a:xfrm>
                <a:custGeom>
                  <a:rect b="b" l="l" r="r" t="t"/>
                  <a:pathLst>
                    <a:path extrusionOk="0" h="2094" w="596">
                      <a:moveTo>
                        <a:pt x="298" y="1"/>
                      </a:moveTo>
                      <a:cubicBezTo>
                        <a:pt x="149" y="1"/>
                        <a:pt x="0" y="99"/>
                        <a:pt x="0" y="295"/>
                      </a:cubicBezTo>
                      <a:lnTo>
                        <a:pt x="0" y="1796"/>
                      </a:lnTo>
                      <a:cubicBezTo>
                        <a:pt x="0" y="1962"/>
                        <a:pt x="131" y="2093"/>
                        <a:pt x="298" y="2093"/>
                      </a:cubicBezTo>
                      <a:cubicBezTo>
                        <a:pt x="464" y="2093"/>
                        <a:pt x="595" y="1962"/>
                        <a:pt x="595" y="1796"/>
                      </a:cubicBezTo>
                      <a:lnTo>
                        <a:pt x="595" y="295"/>
                      </a:lnTo>
                      <a:cubicBezTo>
                        <a:pt x="595" y="99"/>
                        <a:pt x="446" y="1"/>
                        <a:pt x="298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46" name="Google Shape;446;p22"/>
                <p:cNvSpPr/>
                <p:nvPr/>
              </p:nvSpPr>
              <p:spPr>
                <a:xfrm>
                  <a:off x="2975941" y="2087369"/>
                  <a:ext cx="62644" cy="55082"/>
                </a:xfrm>
                <a:custGeom>
                  <a:rect b="b" l="l" r="r" t="t"/>
                  <a:pathLst>
                    <a:path extrusionOk="0" h="1668" w="1897">
                      <a:moveTo>
                        <a:pt x="427" y="0"/>
                      </a:moveTo>
                      <a:cubicBezTo>
                        <a:pt x="199" y="0"/>
                        <a:pt x="1" y="295"/>
                        <a:pt x="219" y="513"/>
                      </a:cubicBezTo>
                      <a:lnTo>
                        <a:pt x="1279" y="1572"/>
                      </a:lnTo>
                      <a:cubicBezTo>
                        <a:pt x="1325" y="1631"/>
                        <a:pt x="1406" y="1666"/>
                        <a:pt x="1487" y="1668"/>
                      </a:cubicBezTo>
                      <a:lnTo>
                        <a:pt x="1487" y="1668"/>
                      </a:lnTo>
                      <a:cubicBezTo>
                        <a:pt x="1757" y="1663"/>
                        <a:pt x="1896" y="1333"/>
                        <a:pt x="1695" y="1156"/>
                      </a:cubicBezTo>
                      <a:lnTo>
                        <a:pt x="636" y="96"/>
                      </a:lnTo>
                      <a:cubicBezTo>
                        <a:pt x="571" y="28"/>
                        <a:pt x="498" y="0"/>
                        <a:pt x="427" y="0"/>
                      </a:cubicBezTo>
                      <a:close/>
                      <a:moveTo>
                        <a:pt x="1487" y="1668"/>
                      </a:moveTo>
                      <a:cubicBezTo>
                        <a:pt x="1485" y="1668"/>
                        <a:pt x="1483" y="1668"/>
                        <a:pt x="1481" y="1668"/>
                      </a:cubicBezTo>
                      <a:lnTo>
                        <a:pt x="1493" y="1668"/>
                      </a:lnTo>
                      <a:cubicBezTo>
                        <a:pt x="1491" y="1668"/>
                        <a:pt x="1489" y="1668"/>
                        <a:pt x="1487" y="1668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47" name="Google Shape;447;p22"/>
                <p:cNvSpPr/>
                <p:nvPr/>
              </p:nvSpPr>
              <p:spPr>
                <a:xfrm>
                  <a:off x="2918284" y="2229300"/>
                  <a:ext cx="75522" cy="19714"/>
                </a:xfrm>
                <a:custGeom>
                  <a:rect b="b" l="l" r="r" t="t"/>
                  <a:pathLst>
                    <a:path extrusionOk="0" h="597" w="2287">
                      <a:moveTo>
                        <a:pt x="393" y="1"/>
                      </a:moveTo>
                      <a:cubicBezTo>
                        <a:pt x="1" y="1"/>
                        <a:pt x="1" y="596"/>
                        <a:pt x="393" y="596"/>
                      </a:cubicBezTo>
                      <a:lnTo>
                        <a:pt x="1894" y="596"/>
                      </a:lnTo>
                      <a:cubicBezTo>
                        <a:pt x="2287" y="596"/>
                        <a:pt x="2287" y="1"/>
                        <a:pt x="1894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48" name="Google Shape;448;p22"/>
                <p:cNvSpPr/>
                <p:nvPr/>
              </p:nvSpPr>
              <p:spPr>
                <a:xfrm>
                  <a:off x="3269775" y="2229300"/>
                  <a:ext cx="75919" cy="19714"/>
                </a:xfrm>
                <a:custGeom>
                  <a:rect b="b" l="l" r="r" t="t"/>
                  <a:pathLst>
                    <a:path extrusionOk="0" h="597" w="2299">
                      <a:moveTo>
                        <a:pt x="394" y="1"/>
                      </a:moveTo>
                      <a:cubicBezTo>
                        <a:pt x="1" y="1"/>
                        <a:pt x="1" y="596"/>
                        <a:pt x="394" y="596"/>
                      </a:cubicBezTo>
                      <a:lnTo>
                        <a:pt x="1894" y="596"/>
                      </a:lnTo>
                      <a:cubicBezTo>
                        <a:pt x="2299" y="596"/>
                        <a:pt x="2299" y="1"/>
                        <a:pt x="1894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49" name="Google Shape;449;p22"/>
                <p:cNvSpPr/>
                <p:nvPr/>
              </p:nvSpPr>
              <p:spPr>
                <a:xfrm>
                  <a:off x="3224964" y="2087171"/>
                  <a:ext cx="62842" cy="55280"/>
                </a:xfrm>
                <a:custGeom>
                  <a:rect b="b" l="l" r="r" t="t"/>
                  <a:pathLst>
                    <a:path extrusionOk="0" h="1674" w="1903">
                      <a:moveTo>
                        <a:pt x="1470" y="1"/>
                      </a:moveTo>
                      <a:cubicBezTo>
                        <a:pt x="1401" y="1"/>
                        <a:pt x="1328" y="27"/>
                        <a:pt x="1263" y="90"/>
                      </a:cubicBezTo>
                      <a:lnTo>
                        <a:pt x="203" y="1150"/>
                      </a:lnTo>
                      <a:cubicBezTo>
                        <a:pt x="0" y="1340"/>
                        <a:pt x="143" y="1674"/>
                        <a:pt x="417" y="1674"/>
                      </a:cubicBezTo>
                      <a:cubicBezTo>
                        <a:pt x="501" y="1662"/>
                        <a:pt x="572" y="1638"/>
                        <a:pt x="631" y="1578"/>
                      </a:cubicBezTo>
                      <a:lnTo>
                        <a:pt x="1691" y="519"/>
                      </a:lnTo>
                      <a:cubicBezTo>
                        <a:pt x="1902" y="299"/>
                        <a:pt x="1703" y="1"/>
                        <a:pt x="1470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50" name="Google Shape;450;p22"/>
                <p:cNvSpPr/>
                <p:nvPr/>
              </p:nvSpPr>
              <p:spPr>
                <a:xfrm>
                  <a:off x="2990636" y="2322093"/>
                  <a:ext cx="282309" cy="101478"/>
                </a:xfrm>
                <a:custGeom>
                  <a:rect b="b" l="l" r="r" t="t"/>
                  <a:pathLst>
                    <a:path extrusionOk="0" h="3073" w="8549">
                      <a:moveTo>
                        <a:pt x="465" y="1"/>
                      </a:moveTo>
                      <a:cubicBezTo>
                        <a:pt x="203" y="1"/>
                        <a:pt x="0" y="203"/>
                        <a:pt x="0" y="465"/>
                      </a:cubicBezTo>
                      <a:lnTo>
                        <a:pt x="0" y="2608"/>
                      </a:lnTo>
                      <a:cubicBezTo>
                        <a:pt x="0" y="2870"/>
                        <a:pt x="203" y="3073"/>
                        <a:pt x="465" y="3073"/>
                      </a:cubicBezTo>
                      <a:lnTo>
                        <a:pt x="8085" y="3073"/>
                      </a:lnTo>
                      <a:cubicBezTo>
                        <a:pt x="8347" y="3073"/>
                        <a:pt x="8549" y="2870"/>
                        <a:pt x="8549" y="2608"/>
                      </a:cubicBezTo>
                      <a:lnTo>
                        <a:pt x="8549" y="465"/>
                      </a:lnTo>
                      <a:cubicBezTo>
                        <a:pt x="8549" y="203"/>
                        <a:pt x="8347" y="1"/>
                        <a:pt x="8085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451" name="Google Shape;451;p22"/>
            <p:cNvGrpSpPr/>
            <p:nvPr/>
          </p:nvGrpSpPr>
          <p:grpSpPr>
            <a:xfrm>
              <a:off x="6309368" y="1361983"/>
              <a:ext cx="1438645" cy="1479441"/>
              <a:chOff x="6309368" y="1361983"/>
              <a:chExt cx="1438645" cy="1479441"/>
            </a:xfrm>
          </p:grpSpPr>
          <p:grpSp>
            <p:nvGrpSpPr>
              <p:cNvPr id="452" name="Google Shape;452;p22"/>
              <p:cNvGrpSpPr/>
              <p:nvPr/>
            </p:nvGrpSpPr>
            <p:grpSpPr>
              <a:xfrm>
                <a:off x="6401368" y="1361983"/>
                <a:ext cx="349939" cy="294924"/>
                <a:chOff x="5944168" y="980983"/>
                <a:chExt cx="349939" cy="294924"/>
              </a:xfrm>
            </p:grpSpPr>
            <p:sp>
              <p:nvSpPr>
                <p:cNvPr id="453" name="Google Shape;453;p22"/>
                <p:cNvSpPr/>
                <p:nvPr/>
              </p:nvSpPr>
              <p:spPr>
                <a:xfrm>
                  <a:off x="5944168" y="980983"/>
                  <a:ext cx="349939" cy="294924"/>
                </a:xfrm>
                <a:custGeom>
                  <a:rect b="b" l="l" r="r" t="t"/>
                  <a:pathLst>
                    <a:path extrusionOk="0" h="8931" w="10597">
                      <a:moveTo>
                        <a:pt x="5298" y="453"/>
                      </a:moveTo>
                      <a:cubicBezTo>
                        <a:pt x="5656" y="453"/>
                        <a:pt x="5989" y="644"/>
                        <a:pt x="6168" y="965"/>
                      </a:cubicBezTo>
                      <a:lnTo>
                        <a:pt x="9632" y="6966"/>
                      </a:lnTo>
                      <a:cubicBezTo>
                        <a:pt x="10013" y="7633"/>
                        <a:pt x="9537" y="8466"/>
                        <a:pt x="8763" y="8466"/>
                      </a:cubicBezTo>
                      <a:lnTo>
                        <a:pt x="1822" y="8466"/>
                      </a:lnTo>
                      <a:cubicBezTo>
                        <a:pt x="1060" y="8466"/>
                        <a:pt x="572" y="7633"/>
                        <a:pt x="964" y="6966"/>
                      </a:cubicBezTo>
                      <a:lnTo>
                        <a:pt x="4429" y="953"/>
                      </a:lnTo>
                      <a:cubicBezTo>
                        <a:pt x="4608" y="644"/>
                        <a:pt x="4941" y="453"/>
                        <a:pt x="5298" y="453"/>
                      </a:cubicBezTo>
                      <a:close/>
                      <a:moveTo>
                        <a:pt x="5267" y="0"/>
                      </a:moveTo>
                      <a:cubicBezTo>
                        <a:pt x="4755" y="0"/>
                        <a:pt x="4281" y="284"/>
                        <a:pt x="4036" y="727"/>
                      </a:cubicBezTo>
                      <a:lnTo>
                        <a:pt x="560" y="6728"/>
                      </a:lnTo>
                      <a:cubicBezTo>
                        <a:pt x="0" y="7704"/>
                        <a:pt x="703" y="8930"/>
                        <a:pt x="1834" y="8930"/>
                      </a:cubicBezTo>
                      <a:lnTo>
                        <a:pt x="8763" y="8930"/>
                      </a:lnTo>
                      <a:cubicBezTo>
                        <a:pt x="9894" y="8930"/>
                        <a:pt x="10597" y="7704"/>
                        <a:pt x="10037" y="6728"/>
                      </a:cubicBezTo>
                      <a:lnTo>
                        <a:pt x="6560" y="727"/>
                      </a:lnTo>
                      <a:cubicBezTo>
                        <a:pt x="6315" y="284"/>
                        <a:pt x="5842" y="0"/>
                        <a:pt x="5330" y="0"/>
                      </a:cubicBezTo>
                      <a:cubicBezTo>
                        <a:pt x="5319" y="0"/>
                        <a:pt x="5309" y="0"/>
                        <a:pt x="5298" y="1"/>
                      </a:cubicBezTo>
                      <a:cubicBezTo>
                        <a:pt x="5288" y="0"/>
                        <a:pt x="5277" y="0"/>
                        <a:pt x="5267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54" name="Google Shape;454;p22"/>
                <p:cNvSpPr/>
                <p:nvPr/>
              </p:nvSpPr>
              <p:spPr>
                <a:xfrm>
                  <a:off x="6073517" y="1029724"/>
                  <a:ext cx="96756" cy="135689"/>
                </a:xfrm>
                <a:custGeom>
                  <a:rect b="b" l="l" r="r" t="t"/>
                  <a:pathLst>
                    <a:path extrusionOk="0" h="4109" w="2930">
                      <a:moveTo>
                        <a:pt x="1381" y="1"/>
                      </a:moveTo>
                      <a:cubicBezTo>
                        <a:pt x="0" y="1"/>
                        <a:pt x="1381" y="4109"/>
                        <a:pt x="1381" y="4109"/>
                      </a:cubicBezTo>
                      <a:cubicBezTo>
                        <a:pt x="1381" y="4109"/>
                        <a:pt x="2929" y="1"/>
                        <a:pt x="138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55" name="Google Shape;455;p22"/>
                <p:cNvSpPr/>
                <p:nvPr/>
              </p:nvSpPr>
              <p:spPr>
                <a:xfrm>
                  <a:off x="6093958" y="1176014"/>
                  <a:ext cx="50756" cy="50723"/>
                </a:xfrm>
                <a:custGeom>
                  <a:rect b="b" l="l" r="r" t="t"/>
                  <a:pathLst>
                    <a:path extrusionOk="0" h="1536" w="1537">
                      <a:moveTo>
                        <a:pt x="762" y="0"/>
                      </a:moveTo>
                      <a:cubicBezTo>
                        <a:pt x="346" y="0"/>
                        <a:pt x="0" y="345"/>
                        <a:pt x="0" y="762"/>
                      </a:cubicBezTo>
                      <a:cubicBezTo>
                        <a:pt x="0" y="1191"/>
                        <a:pt x="346" y="1536"/>
                        <a:pt x="762" y="1536"/>
                      </a:cubicBezTo>
                      <a:cubicBezTo>
                        <a:pt x="1191" y="1536"/>
                        <a:pt x="1536" y="1191"/>
                        <a:pt x="1536" y="762"/>
                      </a:cubicBezTo>
                      <a:cubicBezTo>
                        <a:pt x="1536" y="345"/>
                        <a:pt x="1191" y="0"/>
                        <a:pt x="76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456" name="Google Shape;456;p22"/>
              <p:cNvSpPr/>
              <p:nvPr/>
            </p:nvSpPr>
            <p:spPr>
              <a:xfrm>
                <a:off x="7522700" y="1860128"/>
                <a:ext cx="225313" cy="360969"/>
              </a:xfrm>
              <a:custGeom>
                <a:rect b="b" l="l" r="r" t="t"/>
                <a:pathLst>
                  <a:path extrusionOk="0" h="10931" w="6823">
                    <a:moveTo>
                      <a:pt x="3418" y="691"/>
                    </a:moveTo>
                    <a:cubicBezTo>
                      <a:pt x="4537" y="691"/>
                      <a:pt x="5442" y="1596"/>
                      <a:pt x="5442" y="2715"/>
                    </a:cubicBezTo>
                    <a:lnTo>
                      <a:pt x="5442" y="5180"/>
                    </a:lnTo>
                    <a:lnTo>
                      <a:pt x="1394" y="5180"/>
                    </a:lnTo>
                    <a:lnTo>
                      <a:pt x="1394" y="2715"/>
                    </a:lnTo>
                    <a:cubicBezTo>
                      <a:pt x="1394" y="1596"/>
                      <a:pt x="2298" y="691"/>
                      <a:pt x="3418" y="691"/>
                    </a:cubicBezTo>
                    <a:close/>
                    <a:moveTo>
                      <a:pt x="3418" y="6466"/>
                    </a:moveTo>
                    <a:cubicBezTo>
                      <a:pt x="4442" y="6466"/>
                      <a:pt x="4715" y="7883"/>
                      <a:pt x="3775" y="8276"/>
                    </a:cubicBezTo>
                    <a:lnTo>
                      <a:pt x="3775" y="9276"/>
                    </a:lnTo>
                    <a:cubicBezTo>
                      <a:pt x="3775" y="9514"/>
                      <a:pt x="3596" y="9633"/>
                      <a:pt x="3418" y="9633"/>
                    </a:cubicBezTo>
                    <a:cubicBezTo>
                      <a:pt x="3239" y="9633"/>
                      <a:pt x="3060" y="9514"/>
                      <a:pt x="3060" y="9276"/>
                    </a:cubicBezTo>
                    <a:lnTo>
                      <a:pt x="3060" y="8276"/>
                    </a:lnTo>
                    <a:cubicBezTo>
                      <a:pt x="2108" y="7883"/>
                      <a:pt x="2394" y="6466"/>
                      <a:pt x="3418" y="6466"/>
                    </a:cubicBezTo>
                    <a:close/>
                    <a:moveTo>
                      <a:pt x="3418" y="1"/>
                    </a:moveTo>
                    <a:cubicBezTo>
                      <a:pt x="1917" y="1"/>
                      <a:pt x="703" y="1215"/>
                      <a:pt x="703" y="2715"/>
                    </a:cubicBezTo>
                    <a:lnTo>
                      <a:pt x="703" y="5180"/>
                    </a:lnTo>
                    <a:lnTo>
                      <a:pt x="584" y="5180"/>
                    </a:lnTo>
                    <a:cubicBezTo>
                      <a:pt x="262" y="5180"/>
                      <a:pt x="1" y="5442"/>
                      <a:pt x="1" y="5763"/>
                    </a:cubicBezTo>
                    <a:lnTo>
                      <a:pt x="1" y="10347"/>
                    </a:lnTo>
                    <a:cubicBezTo>
                      <a:pt x="1" y="10669"/>
                      <a:pt x="262" y="10931"/>
                      <a:pt x="584" y="10931"/>
                    </a:cubicBezTo>
                    <a:lnTo>
                      <a:pt x="6239" y="10931"/>
                    </a:lnTo>
                    <a:cubicBezTo>
                      <a:pt x="6561" y="10931"/>
                      <a:pt x="6823" y="10669"/>
                      <a:pt x="6823" y="10347"/>
                    </a:cubicBezTo>
                    <a:lnTo>
                      <a:pt x="6823" y="5763"/>
                    </a:lnTo>
                    <a:cubicBezTo>
                      <a:pt x="6823" y="5442"/>
                      <a:pt x="6561" y="5180"/>
                      <a:pt x="6239" y="5180"/>
                    </a:cubicBezTo>
                    <a:lnTo>
                      <a:pt x="6132" y="5180"/>
                    </a:lnTo>
                    <a:lnTo>
                      <a:pt x="6132" y="2715"/>
                    </a:lnTo>
                    <a:cubicBezTo>
                      <a:pt x="6132" y="1215"/>
                      <a:pt x="4918" y="1"/>
                      <a:pt x="341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7" name="Google Shape;457;p22"/>
              <p:cNvSpPr/>
              <p:nvPr/>
            </p:nvSpPr>
            <p:spPr>
              <a:xfrm>
                <a:off x="6309368" y="2445848"/>
                <a:ext cx="393727" cy="395577"/>
              </a:xfrm>
              <a:custGeom>
                <a:rect b="b" l="l" r="r" t="t"/>
                <a:pathLst>
                  <a:path extrusionOk="0" h="11979" w="11923">
                    <a:moveTo>
                      <a:pt x="3965" y="516"/>
                    </a:moveTo>
                    <a:cubicBezTo>
                      <a:pt x="3417" y="1004"/>
                      <a:pt x="3012" y="1635"/>
                      <a:pt x="2774" y="2350"/>
                    </a:cubicBezTo>
                    <a:lnTo>
                      <a:pt x="1512" y="2350"/>
                    </a:lnTo>
                    <a:cubicBezTo>
                      <a:pt x="2096" y="1469"/>
                      <a:pt x="2953" y="826"/>
                      <a:pt x="3953" y="516"/>
                    </a:cubicBezTo>
                    <a:close/>
                    <a:moveTo>
                      <a:pt x="5120" y="326"/>
                    </a:moveTo>
                    <a:lnTo>
                      <a:pt x="5120" y="2350"/>
                    </a:lnTo>
                    <a:lnTo>
                      <a:pt x="3119" y="2350"/>
                    </a:lnTo>
                    <a:cubicBezTo>
                      <a:pt x="3548" y="1195"/>
                      <a:pt x="4286" y="421"/>
                      <a:pt x="5120" y="326"/>
                    </a:cubicBezTo>
                    <a:close/>
                    <a:moveTo>
                      <a:pt x="5441" y="337"/>
                    </a:moveTo>
                    <a:cubicBezTo>
                      <a:pt x="6275" y="433"/>
                      <a:pt x="7001" y="1207"/>
                      <a:pt x="7441" y="2350"/>
                    </a:cubicBezTo>
                    <a:lnTo>
                      <a:pt x="5441" y="2350"/>
                    </a:lnTo>
                    <a:lnTo>
                      <a:pt x="5441" y="337"/>
                    </a:lnTo>
                    <a:close/>
                    <a:moveTo>
                      <a:pt x="6584" y="516"/>
                    </a:moveTo>
                    <a:lnTo>
                      <a:pt x="6584" y="516"/>
                    </a:lnTo>
                    <a:cubicBezTo>
                      <a:pt x="7596" y="826"/>
                      <a:pt x="8465" y="1469"/>
                      <a:pt x="9037" y="2350"/>
                    </a:cubicBezTo>
                    <a:lnTo>
                      <a:pt x="7775" y="2350"/>
                    </a:lnTo>
                    <a:cubicBezTo>
                      <a:pt x="7549" y="1647"/>
                      <a:pt x="7144" y="1016"/>
                      <a:pt x="6584" y="516"/>
                    </a:cubicBezTo>
                    <a:close/>
                    <a:moveTo>
                      <a:pt x="2667" y="2671"/>
                    </a:moveTo>
                    <a:cubicBezTo>
                      <a:pt x="2477" y="3326"/>
                      <a:pt x="2369" y="3993"/>
                      <a:pt x="2357" y="4683"/>
                    </a:cubicBezTo>
                    <a:lnTo>
                      <a:pt x="762" y="4683"/>
                    </a:lnTo>
                    <a:cubicBezTo>
                      <a:pt x="774" y="3981"/>
                      <a:pt x="964" y="3290"/>
                      <a:pt x="1298" y="2671"/>
                    </a:cubicBezTo>
                    <a:close/>
                    <a:moveTo>
                      <a:pt x="7560" y="2671"/>
                    </a:moveTo>
                    <a:cubicBezTo>
                      <a:pt x="7751" y="3326"/>
                      <a:pt x="7858" y="4005"/>
                      <a:pt x="7870" y="4683"/>
                    </a:cubicBezTo>
                    <a:lnTo>
                      <a:pt x="5441" y="4683"/>
                    </a:lnTo>
                    <a:lnTo>
                      <a:pt x="5441" y="2671"/>
                    </a:lnTo>
                    <a:close/>
                    <a:moveTo>
                      <a:pt x="9239" y="2671"/>
                    </a:moveTo>
                    <a:cubicBezTo>
                      <a:pt x="9583" y="3287"/>
                      <a:pt x="9761" y="3973"/>
                      <a:pt x="9787" y="4683"/>
                    </a:cubicBezTo>
                    <a:lnTo>
                      <a:pt x="8192" y="4683"/>
                    </a:lnTo>
                    <a:cubicBezTo>
                      <a:pt x="8180" y="4005"/>
                      <a:pt x="8084" y="3326"/>
                      <a:pt x="7882" y="2671"/>
                    </a:cubicBezTo>
                    <a:close/>
                    <a:moveTo>
                      <a:pt x="5108" y="2671"/>
                    </a:moveTo>
                    <a:lnTo>
                      <a:pt x="5108" y="4695"/>
                    </a:lnTo>
                    <a:lnTo>
                      <a:pt x="2679" y="4683"/>
                    </a:lnTo>
                    <a:cubicBezTo>
                      <a:pt x="2691" y="4005"/>
                      <a:pt x="2798" y="3326"/>
                      <a:pt x="2988" y="2671"/>
                    </a:cubicBezTo>
                    <a:close/>
                    <a:moveTo>
                      <a:pt x="9787" y="5017"/>
                    </a:moveTo>
                    <a:cubicBezTo>
                      <a:pt x="9775" y="5326"/>
                      <a:pt x="9727" y="5648"/>
                      <a:pt x="9656" y="5945"/>
                    </a:cubicBezTo>
                    <a:cubicBezTo>
                      <a:pt x="9251" y="5540"/>
                      <a:pt x="8739" y="5255"/>
                      <a:pt x="8180" y="5148"/>
                    </a:cubicBezTo>
                    <a:lnTo>
                      <a:pt x="8192" y="5148"/>
                    </a:lnTo>
                    <a:lnTo>
                      <a:pt x="8192" y="5017"/>
                    </a:lnTo>
                    <a:close/>
                    <a:moveTo>
                      <a:pt x="7870" y="5017"/>
                    </a:moveTo>
                    <a:lnTo>
                      <a:pt x="7870" y="5112"/>
                    </a:lnTo>
                    <a:cubicBezTo>
                      <a:pt x="7811" y="5112"/>
                      <a:pt x="7739" y="5100"/>
                      <a:pt x="7668" y="5100"/>
                    </a:cubicBezTo>
                    <a:cubicBezTo>
                      <a:pt x="6798" y="5100"/>
                      <a:pt x="5965" y="5517"/>
                      <a:pt x="5441" y="6219"/>
                    </a:cubicBezTo>
                    <a:lnTo>
                      <a:pt x="5441" y="5017"/>
                    </a:lnTo>
                    <a:close/>
                    <a:moveTo>
                      <a:pt x="2357" y="5005"/>
                    </a:moveTo>
                    <a:cubicBezTo>
                      <a:pt x="2369" y="5683"/>
                      <a:pt x="2477" y="6362"/>
                      <a:pt x="2667" y="7017"/>
                    </a:cubicBezTo>
                    <a:lnTo>
                      <a:pt x="1310" y="7017"/>
                    </a:lnTo>
                    <a:cubicBezTo>
                      <a:pt x="964" y="6398"/>
                      <a:pt x="774" y="5719"/>
                      <a:pt x="750" y="5017"/>
                    </a:cubicBezTo>
                    <a:lnTo>
                      <a:pt x="762" y="5005"/>
                    </a:lnTo>
                    <a:close/>
                    <a:moveTo>
                      <a:pt x="5108" y="5017"/>
                    </a:moveTo>
                    <a:lnTo>
                      <a:pt x="5108" y="6779"/>
                    </a:lnTo>
                    <a:cubicBezTo>
                      <a:pt x="5072" y="6862"/>
                      <a:pt x="5048" y="6945"/>
                      <a:pt x="5024" y="7029"/>
                    </a:cubicBezTo>
                    <a:lnTo>
                      <a:pt x="2988" y="7029"/>
                    </a:lnTo>
                    <a:cubicBezTo>
                      <a:pt x="2798" y="6374"/>
                      <a:pt x="2691" y="5695"/>
                      <a:pt x="2679" y="5017"/>
                    </a:cubicBezTo>
                    <a:close/>
                    <a:moveTo>
                      <a:pt x="5165" y="9099"/>
                    </a:moveTo>
                    <a:cubicBezTo>
                      <a:pt x="5178" y="9123"/>
                      <a:pt x="5190" y="9148"/>
                      <a:pt x="5203" y="9172"/>
                    </a:cubicBezTo>
                    <a:cubicBezTo>
                      <a:pt x="5189" y="9149"/>
                      <a:pt x="5177" y="9124"/>
                      <a:pt x="5165" y="9099"/>
                    </a:cubicBezTo>
                    <a:close/>
                    <a:moveTo>
                      <a:pt x="2774" y="7350"/>
                    </a:moveTo>
                    <a:cubicBezTo>
                      <a:pt x="3000" y="8053"/>
                      <a:pt x="3417" y="8684"/>
                      <a:pt x="3965" y="9184"/>
                    </a:cubicBezTo>
                    <a:cubicBezTo>
                      <a:pt x="2953" y="8874"/>
                      <a:pt x="2084" y="8231"/>
                      <a:pt x="1500" y="7350"/>
                    </a:cubicBezTo>
                    <a:close/>
                    <a:moveTo>
                      <a:pt x="4941" y="7350"/>
                    </a:moveTo>
                    <a:cubicBezTo>
                      <a:pt x="4823" y="7910"/>
                      <a:pt x="4889" y="8489"/>
                      <a:pt x="5123" y="9008"/>
                    </a:cubicBezTo>
                    <a:lnTo>
                      <a:pt x="5123" y="9008"/>
                    </a:lnTo>
                    <a:cubicBezTo>
                      <a:pt x="5118" y="8999"/>
                      <a:pt x="5113" y="8990"/>
                      <a:pt x="5108" y="8981"/>
                    </a:cubicBezTo>
                    <a:lnTo>
                      <a:pt x="5108" y="9362"/>
                    </a:lnTo>
                    <a:cubicBezTo>
                      <a:pt x="4274" y="9267"/>
                      <a:pt x="3536" y="8493"/>
                      <a:pt x="3096" y="7350"/>
                    </a:cubicBezTo>
                    <a:close/>
                    <a:moveTo>
                      <a:pt x="5289" y="9328"/>
                    </a:moveTo>
                    <a:lnTo>
                      <a:pt x="5322" y="9374"/>
                    </a:lnTo>
                    <a:cubicBezTo>
                      <a:pt x="5308" y="9360"/>
                      <a:pt x="5298" y="9345"/>
                      <a:pt x="5289" y="9328"/>
                    </a:cubicBezTo>
                    <a:close/>
                    <a:moveTo>
                      <a:pt x="7643" y="5802"/>
                    </a:moveTo>
                    <a:cubicBezTo>
                      <a:pt x="8708" y="5802"/>
                      <a:pt x="9727" y="6625"/>
                      <a:pt x="9727" y="7874"/>
                    </a:cubicBezTo>
                    <a:cubicBezTo>
                      <a:pt x="9739" y="9017"/>
                      <a:pt x="8811" y="9958"/>
                      <a:pt x="7656" y="9958"/>
                    </a:cubicBezTo>
                    <a:lnTo>
                      <a:pt x="7656" y="9946"/>
                    </a:lnTo>
                    <a:cubicBezTo>
                      <a:pt x="5810" y="9946"/>
                      <a:pt x="4893" y="7719"/>
                      <a:pt x="6191" y="6410"/>
                    </a:cubicBezTo>
                    <a:cubicBezTo>
                      <a:pt x="6615" y="5990"/>
                      <a:pt x="7134" y="5802"/>
                      <a:pt x="7643" y="5802"/>
                    </a:cubicBezTo>
                    <a:close/>
                    <a:moveTo>
                      <a:pt x="5266" y="1"/>
                    </a:moveTo>
                    <a:cubicBezTo>
                      <a:pt x="4250" y="1"/>
                      <a:pt x="3237" y="319"/>
                      <a:pt x="2381" y="957"/>
                    </a:cubicBezTo>
                    <a:cubicBezTo>
                      <a:pt x="691" y="2207"/>
                      <a:pt x="0" y="4386"/>
                      <a:pt x="667" y="6374"/>
                    </a:cubicBezTo>
                    <a:cubicBezTo>
                      <a:pt x="1322" y="8362"/>
                      <a:pt x="3179" y="9708"/>
                      <a:pt x="5274" y="9708"/>
                    </a:cubicBezTo>
                    <a:cubicBezTo>
                      <a:pt x="5370" y="9708"/>
                      <a:pt x="5465" y="9696"/>
                      <a:pt x="5560" y="9684"/>
                    </a:cubicBezTo>
                    <a:cubicBezTo>
                      <a:pt x="6107" y="10329"/>
                      <a:pt x="6886" y="10660"/>
                      <a:pt x="7669" y="10660"/>
                    </a:cubicBezTo>
                    <a:cubicBezTo>
                      <a:pt x="8316" y="10660"/>
                      <a:pt x="8966" y="10433"/>
                      <a:pt x="9489" y="9970"/>
                    </a:cubicBezTo>
                    <a:lnTo>
                      <a:pt x="9858" y="10339"/>
                    </a:lnTo>
                    <a:cubicBezTo>
                      <a:pt x="9823" y="10458"/>
                      <a:pt x="9858" y="10601"/>
                      <a:pt x="9954" y="10684"/>
                    </a:cubicBezTo>
                    <a:lnTo>
                      <a:pt x="11120" y="11851"/>
                    </a:lnTo>
                    <a:cubicBezTo>
                      <a:pt x="11200" y="11941"/>
                      <a:pt x="11292" y="11979"/>
                      <a:pt x="11381" y="11979"/>
                    </a:cubicBezTo>
                    <a:cubicBezTo>
                      <a:pt x="11667" y="11979"/>
                      <a:pt x="11923" y="11593"/>
                      <a:pt x="11632" y="11339"/>
                    </a:cubicBezTo>
                    <a:lnTo>
                      <a:pt x="10466" y="10172"/>
                    </a:lnTo>
                    <a:cubicBezTo>
                      <a:pt x="10404" y="10101"/>
                      <a:pt x="10308" y="10063"/>
                      <a:pt x="10215" y="10063"/>
                    </a:cubicBezTo>
                    <a:cubicBezTo>
                      <a:pt x="10183" y="10063"/>
                      <a:pt x="10151" y="10068"/>
                      <a:pt x="10120" y="10077"/>
                    </a:cubicBezTo>
                    <a:lnTo>
                      <a:pt x="9751" y="9708"/>
                    </a:lnTo>
                    <a:cubicBezTo>
                      <a:pt x="10608" y="8743"/>
                      <a:pt x="10680" y="7303"/>
                      <a:pt x="9918" y="6255"/>
                    </a:cubicBezTo>
                    <a:cubicBezTo>
                      <a:pt x="10525" y="4255"/>
                      <a:pt x="9775" y="2088"/>
                      <a:pt x="8061" y="885"/>
                    </a:cubicBezTo>
                    <a:cubicBezTo>
                      <a:pt x="7220" y="296"/>
                      <a:pt x="6242" y="1"/>
                      <a:pt x="526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58" name="Google Shape;458;p22"/>
            <p:cNvGrpSpPr/>
            <p:nvPr/>
          </p:nvGrpSpPr>
          <p:grpSpPr>
            <a:xfrm>
              <a:off x="3327961" y="1325336"/>
              <a:ext cx="2468795" cy="1485418"/>
              <a:chOff x="3327961" y="1325336"/>
              <a:chExt cx="2468795" cy="1485418"/>
            </a:xfrm>
          </p:grpSpPr>
          <p:sp>
            <p:nvSpPr>
              <p:cNvPr id="459" name="Google Shape;459;p22"/>
              <p:cNvSpPr/>
              <p:nvPr/>
            </p:nvSpPr>
            <p:spPr>
              <a:xfrm>
                <a:off x="3327961" y="2662516"/>
                <a:ext cx="2468795" cy="147842"/>
              </a:xfrm>
              <a:custGeom>
                <a:rect b="b" l="l" r="r" t="t"/>
                <a:pathLst>
                  <a:path extrusionOk="0" h="4477" w="74761">
                    <a:moveTo>
                      <a:pt x="1" y="0"/>
                    </a:moveTo>
                    <a:lnTo>
                      <a:pt x="1" y="2036"/>
                    </a:lnTo>
                    <a:cubicBezTo>
                      <a:pt x="1" y="3382"/>
                      <a:pt x="1096" y="4477"/>
                      <a:pt x="2442" y="4477"/>
                    </a:cubicBezTo>
                    <a:lnTo>
                      <a:pt x="72308" y="4477"/>
                    </a:lnTo>
                    <a:cubicBezTo>
                      <a:pt x="73665" y="4477"/>
                      <a:pt x="74760" y="3382"/>
                      <a:pt x="74760" y="2036"/>
                    </a:cubicBezTo>
                    <a:lnTo>
                      <a:pt x="7476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0" name="Google Shape;460;p22"/>
              <p:cNvSpPr/>
              <p:nvPr/>
            </p:nvSpPr>
            <p:spPr>
              <a:xfrm>
                <a:off x="3483266" y="2736817"/>
                <a:ext cx="2158582" cy="73937"/>
              </a:xfrm>
              <a:custGeom>
                <a:rect b="b" l="l" r="r" t="t"/>
                <a:pathLst>
                  <a:path extrusionOk="0" h="2239" w="65367">
                    <a:moveTo>
                      <a:pt x="3870" y="1"/>
                    </a:moveTo>
                    <a:cubicBezTo>
                      <a:pt x="2275" y="1"/>
                      <a:pt x="799" y="846"/>
                      <a:pt x="1" y="2239"/>
                    </a:cubicBezTo>
                    <a:lnTo>
                      <a:pt x="65366" y="2239"/>
                    </a:lnTo>
                    <a:cubicBezTo>
                      <a:pt x="64568" y="846"/>
                      <a:pt x="63092" y="1"/>
                      <a:pt x="6149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1" name="Google Shape;461;p22"/>
              <p:cNvSpPr/>
              <p:nvPr/>
            </p:nvSpPr>
            <p:spPr>
              <a:xfrm>
                <a:off x="3591018" y="1325336"/>
                <a:ext cx="1942317" cy="1337213"/>
              </a:xfrm>
              <a:custGeom>
                <a:rect b="b" l="l" r="r" t="t"/>
                <a:pathLst>
                  <a:path extrusionOk="0" h="40494" w="58818">
                    <a:moveTo>
                      <a:pt x="1381" y="0"/>
                    </a:moveTo>
                    <a:cubicBezTo>
                      <a:pt x="619" y="0"/>
                      <a:pt x="0" y="619"/>
                      <a:pt x="0" y="1381"/>
                    </a:cubicBezTo>
                    <a:lnTo>
                      <a:pt x="0" y="40493"/>
                    </a:lnTo>
                    <a:lnTo>
                      <a:pt x="58817" y="40493"/>
                    </a:lnTo>
                    <a:lnTo>
                      <a:pt x="58817" y="1381"/>
                    </a:lnTo>
                    <a:cubicBezTo>
                      <a:pt x="58817" y="619"/>
                      <a:pt x="58198" y="0"/>
                      <a:pt x="57436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2" name="Google Shape;462;p22"/>
              <p:cNvSpPr/>
              <p:nvPr/>
            </p:nvSpPr>
            <p:spPr>
              <a:xfrm>
                <a:off x="3665319" y="1385867"/>
                <a:ext cx="1793683" cy="1276683"/>
              </a:xfrm>
              <a:custGeom>
                <a:rect b="b" l="l" r="r" t="t"/>
                <a:pathLst>
                  <a:path extrusionOk="0" h="38661" w="54317">
                    <a:moveTo>
                      <a:pt x="1286" y="1"/>
                    </a:moveTo>
                    <a:cubicBezTo>
                      <a:pt x="572" y="1"/>
                      <a:pt x="0" y="572"/>
                      <a:pt x="0" y="1287"/>
                    </a:cubicBezTo>
                    <a:lnTo>
                      <a:pt x="0" y="38660"/>
                    </a:lnTo>
                    <a:lnTo>
                      <a:pt x="54317" y="38660"/>
                    </a:lnTo>
                    <a:lnTo>
                      <a:pt x="54317" y="1287"/>
                    </a:lnTo>
                    <a:cubicBezTo>
                      <a:pt x="54317" y="572"/>
                      <a:pt x="53745" y="1"/>
                      <a:pt x="5304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3" name="Google Shape;463;p22"/>
              <p:cNvSpPr/>
              <p:nvPr/>
            </p:nvSpPr>
            <p:spPr>
              <a:xfrm>
                <a:off x="3685363" y="1406308"/>
                <a:ext cx="1753198" cy="1256242"/>
              </a:xfrm>
              <a:custGeom>
                <a:rect b="b" l="l" r="r" t="t"/>
                <a:pathLst>
                  <a:path extrusionOk="0" h="38042" w="53091">
                    <a:moveTo>
                      <a:pt x="894" y="1"/>
                    </a:moveTo>
                    <a:cubicBezTo>
                      <a:pt x="405" y="1"/>
                      <a:pt x="1" y="394"/>
                      <a:pt x="13" y="882"/>
                    </a:cubicBezTo>
                    <a:lnTo>
                      <a:pt x="13" y="38041"/>
                    </a:lnTo>
                    <a:lnTo>
                      <a:pt x="53091" y="38041"/>
                    </a:lnTo>
                    <a:lnTo>
                      <a:pt x="53091" y="882"/>
                    </a:lnTo>
                    <a:cubicBezTo>
                      <a:pt x="53091" y="394"/>
                      <a:pt x="52698" y="1"/>
                      <a:pt x="52221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4" name="Google Shape;464;p22"/>
              <p:cNvSpPr/>
              <p:nvPr/>
            </p:nvSpPr>
            <p:spPr>
              <a:xfrm>
                <a:off x="3685760" y="1406308"/>
                <a:ext cx="1752801" cy="1256242"/>
              </a:xfrm>
              <a:custGeom>
                <a:rect b="b" l="l" r="r" t="t"/>
                <a:pathLst>
                  <a:path extrusionOk="0" h="38042" w="53079">
                    <a:moveTo>
                      <a:pt x="51174" y="1"/>
                    </a:moveTo>
                    <a:lnTo>
                      <a:pt x="1" y="38041"/>
                    </a:lnTo>
                    <a:lnTo>
                      <a:pt x="53079" y="38041"/>
                    </a:lnTo>
                    <a:lnTo>
                      <a:pt x="53079" y="1358"/>
                    </a:lnTo>
                    <a:cubicBezTo>
                      <a:pt x="53079" y="608"/>
                      <a:pt x="52471" y="1"/>
                      <a:pt x="5172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5" name="Google Shape;465;p22"/>
              <p:cNvSpPr/>
              <p:nvPr/>
            </p:nvSpPr>
            <p:spPr>
              <a:xfrm>
                <a:off x="4060862" y="1540379"/>
                <a:ext cx="1001837" cy="987703"/>
              </a:xfrm>
              <a:custGeom>
                <a:rect b="b" l="l" r="r" t="t"/>
                <a:pathLst>
                  <a:path extrusionOk="0" h="29910" w="30338">
                    <a:moveTo>
                      <a:pt x="15181" y="2311"/>
                    </a:moveTo>
                    <a:lnTo>
                      <a:pt x="28087" y="5990"/>
                    </a:lnTo>
                    <a:cubicBezTo>
                      <a:pt x="28087" y="5990"/>
                      <a:pt x="28027" y="27659"/>
                      <a:pt x="15181" y="27659"/>
                    </a:cubicBezTo>
                    <a:lnTo>
                      <a:pt x="15181" y="27647"/>
                    </a:lnTo>
                    <a:cubicBezTo>
                      <a:pt x="2334" y="27647"/>
                      <a:pt x="2274" y="5990"/>
                      <a:pt x="2274" y="5990"/>
                    </a:cubicBezTo>
                    <a:lnTo>
                      <a:pt x="15181" y="2311"/>
                    </a:lnTo>
                    <a:close/>
                    <a:moveTo>
                      <a:pt x="15181" y="1"/>
                    </a:moveTo>
                    <a:lnTo>
                      <a:pt x="0" y="4132"/>
                    </a:lnTo>
                    <a:lnTo>
                      <a:pt x="0" y="6002"/>
                    </a:lnTo>
                    <a:cubicBezTo>
                      <a:pt x="0" y="6240"/>
                      <a:pt x="36" y="11800"/>
                      <a:pt x="1738" y="17467"/>
                    </a:cubicBezTo>
                    <a:cubicBezTo>
                      <a:pt x="4810" y="27754"/>
                      <a:pt x="10740" y="29909"/>
                      <a:pt x="15169" y="29909"/>
                    </a:cubicBezTo>
                    <a:cubicBezTo>
                      <a:pt x="19610" y="29909"/>
                      <a:pt x="25527" y="27754"/>
                      <a:pt x="28611" y="17467"/>
                    </a:cubicBezTo>
                    <a:cubicBezTo>
                      <a:pt x="30302" y="11812"/>
                      <a:pt x="30337" y="6240"/>
                      <a:pt x="30337" y="6002"/>
                    </a:cubicBezTo>
                    <a:lnTo>
                      <a:pt x="30337" y="4132"/>
                    </a:lnTo>
                    <a:lnTo>
                      <a:pt x="15181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6" name="Google Shape;466;p22"/>
              <p:cNvSpPr/>
              <p:nvPr/>
            </p:nvSpPr>
            <p:spPr>
              <a:xfrm>
                <a:off x="4188626" y="1666591"/>
                <a:ext cx="874469" cy="861887"/>
              </a:xfrm>
              <a:custGeom>
                <a:rect b="b" l="l" r="r" t="t"/>
                <a:pathLst>
                  <a:path extrusionOk="0" h="26100" w="26481">
                    <a:moveTo>
                      <a:pt x="25337" y="1"/>
                    </a:moveTo>
                    <a:lnTo>
                      <a:pt x="22920" y="1799"/>
                    </a:lnTo>
                    <a:lnTo>
                      <a:pt x="24218" y="2180"/>
                    </a:lnTo>
                    <a:cubicBezTo>
                      <a:pt x="24218" y="2180"/>
                      <a:pt x="24158" y="23825"/>
                      <a:pt x="11312" y="23825"/>
                    </a:cubicBezTo>
                    <a:cubicBezTo>
                      <a:pt x="6692" y="23825"/>
                      <a:pt x="3739" y="21051"/>
                      <a:pt x="1834" y="17467"/>
                    </a:cubicBezTo>
                    <a:lnTo>
                      <a:pt x="1" y="18836"/>
                    </a:lnTo>
                    <a:cubicBezTo>
                      <a:pt x="3239" y="24706"/>
                      <a:pt x="7752" y="26099"/>
                      <a:pt x="11312" y="26099"/>
                    </a:cubicBezTo>
                    <a:cubicBezTo>
                      <a:pt x="15741" y="26099"/>
                      <a:pt x="21670" y="23932"/>
                      <a:pt x="24754" y="13657"/>
                    </a:cubicBezTo>
                    <a:cubicBezTo>
                      <a:pt x="26444" y="7990"/>
                      <a:pt x="26480" y="2418"/>
                      <a:pt x="26480" y="2180"/>
                    </a:cubicBezTo>
                    <a:lnTo>
                      <a:pt x="26480" y="322"/>
                    </a:lnTo>
                    <a:lnTo>
                      <a:pt x="25337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7" name="Google Shape;467;p22"/>
              <p:cNvSpPr/>
              <p:nvPr/>
            </p:nvSpPr>
            <p:spPr>
              <a:xfrm>
                <a:off x="4415491" y="1739339"/>
                <a:ext cx="293339" cy="373551"/>
              </a:xfrm>
              <a:custGeom>
                <a:rect b="b" l="l" r="r" t="t"/>
                <a:pathLst>
                  <a:path extrusionOk="0" h="11312" w="8883">
                    <a:moveTo>
                      <a:pt x="4442" y="0"/>
                    </a:moveTo>
                    <a:cubicBezTo>
                      <a:pt x="1989" y="0"/>
                      <a:pt x="1" y="1989"/>
                      <a:pt x="1" y="4441"/>
                    </a:cubicBezTo>
                    <a:lnTo>
                      <a:pt x="1" y="10752"/>
                    </a:lnTo>
                    <a:cubicBezTo>
                      <a:pt x="1" y="11061"/>
                      <a:pt x="251" y="11311"/>
                      <a:pt x="572" y="11311"/>
                    </a:cubicBezTo>
                    <a:cubicBezTo>
                      <a:pt x="882" y="11311"/>
                      <a:pt x="1132" y="11061"/>
                      <a:pt x="1132" y="10752"/>
                    </a:cubicBezTo>
                    <a:lnTo>
                      <a:pt x="1132" y="4441"/>
                    </a:lnTo>
                    <a:cubicBezTo>
                      <a:pt x="1132" y="2608"/>
                      <a:pt x="2620" y="1132"/>
                      <a:pt x="4442" y="1132"/>
                    </a:cubicBezTo>
                    <a:cubicBezTo>
                      <a:pt x="6275" y="1132"/>
                      <a:pt x="7752" y="2608"/>
                      <a:pt x="7752" y="4441"/>
                    </a:cubicBezTo>
                    <a:lnTo>
                      <a:pt x="7752" y="6335"/>
                    </a:lnTo>
                    <a:cubicBezTo>
                      <a:pt x="7752" y="6710"/>
                      <a:pt x="8034" y="6897"/>
                      <a:pt x="8317" y="6897"/>
                    </a:cubicBezTo>
                    <a:cubicBezTo>
                      <a:pt x="8600" y="6897"/>
                      <a:pt x="8883" y="6710"/>
                      <a:pt x="8883" y="6335"/>
                    </a:cubicBezTo>
                    <a:lnTo>
                      <a:pt x="8883" y="4441"/>
                    </a:lnTo>
                    <a:cubicBezTo>
                      <a:pt x="8883" y="1989"/>
                      <a:pt x="6894" y="0"/>
                      <a:pt x="444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8" name="Google Shape;468;p22"/>
              <p:cNvSpPr/>
              <p:nvPr/>
            </p:nvSpPr>
            <p:spPr>
              <a:xfrm>
                <a:off x="4671448" y="1902107"/>
                <a:ext cx="37381" cy="64526"/>
              </a:xfrm>
              <a:custGeom>
                <a:rect b="b" l="l" r="r" t="t"/>
                <a:pathLst>
                  <a:path extrusionOk="0" h="1954" w="1132">
                    <a:moveTo>
                      <a:pt x="1132" y="1"/>
                    </a:moveTo>
                    <a:lnTo>
                      <a:pt x="1" y="846"/>
                    </a:lnTo>
                    <a:lnTo>
                      <a:pt x="1" y="1406"/>
                    </a:lnTo>
                    <a:cubicBezTo>
                      <a:pt x="1" y="1703"/>
                      <a:pt x="262" y="1953"/>
                      <a:pt x="572" y="1953"/>
                    </a:cubicBezTo>
                    <a:cubicBezTo>
                      <a:pt x="882" y="1953"/>
                      <a:pt x="1132" y="1703"/>
                      <a:pt x="1132" y="1394"/>
                    </a:cubicBezTo>
                    <a:lnTo>
                      <a:pt x="1132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9" name="Google Shape;469;p22"/>
              <p:cNvSpPr/>
              <p:nvPr/>
            </p:nvSpPr>
            <p:spPr>
              <a:xfrm>
                <a:off x="4377746" y="2019271"/>
                <a:ext cx="368828" cy="310246"/>
              </a:xfrm>
              <a:custGeom>
                <a:rect b="b" l="l" r="r" t="t"/>
                <a:pathLst>
                  <a:path extrusionOk="0" h="9395" w="11169">
                    <a:moveTo>
                      <a:pt x="620" y="1"/>
                    </a:moveTo>
                    <a:cubicBezTo>
                      <a:pt x="286" y="1"/>
                      <a:pt x="1" y="275"/>
                      <a:pt x="1" y="608"/>
                    </a:cubicBezTo>
                    <a:lnTo>
                      <a:pt x="1" y="8787"/>
                    </a:lnTo>
                    <a:cubicBezTo>
                      <a:pt x="1" y="9121"/>
                      <a:pt x="286" y="9395"/>
                      <a:pt x="620" y="9395"/>
                    </a:cubicBezTo>
                    <a:lnTo>
                      <a:pt x="10550" y="9395"/>
                    </a:lnTo>
                    <a:cubicBezTo>
                      <a:pt x="10895" y="9395"/>
                      <a:pt x="11169" y="9121"/>
                      <a:pt x="11169" y="8787"/>
                    </a:cubicBezTo>
                    <a:lnTo>
                      <a:pt x="11169" y="608"/>
                    </a:lnTo>
                    <a:cubicBezTo>
                      <a:pt x="11169" y="275"/>
                      <a:pt x="10895" y="1"/>
                      <a:pt x="10550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0" name="Google Shape;470;p22"/>
              <p:cNvSpPr/>
              <p:nvPr/>
            </p:nvSpPr>
            <p:spPr>
              <a:xfrm>
                <a:off x="4377746" y="2019271"/>
                <a:ext cx="368828" cy="310246"/>
              </a:xfrm>
              <a:custGeom>
                <a:rect b="b" l="l" r="r" t="t"/>
                <a:pathLst>
                  <a:path extrusionOk="0" h="9395" w="11169">
                    <a:moveTo>
                      <a:pt x="5263" y="1"/>
                    </a:moveTo>
                    <a:lnTo>
                      <a:pt x="1" y="3906"/>
                    </a:lnTo>
                    <a:lnTo>
                      <a:pt x="1" y="8442"/>
                    </a:lnTo>
                    <a:cubicBezTo>
                      <a:pt x="1" y="8966"/>
                      <a:pt x="429" y="9395"/>
                      <a:pt x="965" y="9395"/>
                    </a:cubicBezTo>
                    <a:lnTo>
                      <a:pt x="10216" y="9395"/>
                    </a:lnTo>
                    <a:cubicBezTo>
                      <a:pt x="10740" y="9395"/>
                      <a:pt x="11169" y="8966"/>
                      <a:pt x="11169" y="8442"/>
                    </a:cubicBezTo>
                    <a:lnTo>
                      <a:pt x="11169" y="953"/>
                    </a:lnTo>
                    <a:cubicBezTo>
                      <a:pt x="11169" y="417"/>
                      <a:pt x="10740" y="1"/>
                      <a:pt x="1021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1" name="Google Shape;471;p22"/>
              <p:cNvSpPr/>
              <p:nvPr/>
            </p:nvSpPr>
            <p:spPr>
              <a:xfrm>
                <a:off x="4500425" y="2088916"/>
                <a:ext cx="112475" cy="170825"/>
              </a:xfrm>
              <a:custGeom>
                <a:rect b="b" l="l" r="r" t="t"/>
                <a:pathLst>
                  <a:path extrusionOk="0" h="5173" w="3406">
                    <a:moveTo>
                      <a:pt x="1864" y="1"/>
                    </a:moveTo>
                    <a:cubicBezTo>
                      <a:pt x="1577" y="1"/>
                      <a:pt x="1283" y="82"/>
                      <a:pt x="1012" y="261"/>
                    </a:cubicBezTo>
                    <a:cubicBezTo>
                      <a:pt x="0" y="940"/>
                      <a:pt x="155" y="2487"/>
                      <a:pt x="1286" y="2952"/>
                    </a:cubicBezTo>
                    <a:lnTo>
                      <a:pt x="1286" y="4583"/>
                    </a:lnTo>
                    <a:cubicBezTo>
                      <a:pt x="1286" y="4976"/>
                      <a:pt x="1578" y="5172"/>
                      <a:pt x="1870" y="5172"/>
                    </a:cubicBezTo>
                    <a:cubicBezTo>
                      <a:pt x="2161" y="5172"/>
                      <a:pt x="2453" y="4976"/>
                      <a:pt x="2453" y="4583"/>
                    </a:cubicBezTo>
                    <a:lnTo>
                      <a:pt x="2453" y="2952"/>
                    </a:lnTo>
                    <a:cubicBezTo>
                      <a:pt x="3025" y="2714"/>
                      <a:pt x="3406" y="2154"/>
                      <a:pt x="3406" y="1535"/>
                    </a:cubicBezTo>
                    <a:cubicBezTo>
                      <a:pt x="3406" y="632"/>
                      <a:pt x="2664" y="1"/>
                      <a:pt x="186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472" name="Google Shape;472;p22"/>
          <p:cNvGrpSpPr/>
          <p:nvPr/>
        </p:nvGrpSpPr>
        <p:grpSpPr>
          <a:xfrm>
            <a:off x="605605" y="3762925"/>
            <a:ext cx="2000457" cy="756900"/>
            <a:chOff x="572030" y="3071200"/>
            <a:chExt cx="2000457" cy="756900"/>
          </a:xfrm>
        </p:grpSpPr>
        <p:grpSp>
          <p:nvGrpSpPr>
            <p:cNvPr id="473" name="Google Shape;473;p22"/>
            <p:cNvGrpSpPr/>
            <p:nvPr/>
          </p:nvGrpSpPr>
          <p:grpSpPr>
            <a:xfrm>
              <a:off x="572030" y="3071200"/>
              <a:ext cx="2000457" cy="756900"/>
              <a:chOff x="572030" y="3071200"/>
              <a:chExt cx="2000457" cy="756900"/>
            </a:xfrm>
          </p:grpSpPr>
          <p:sp>
            <p:nvSpPr>
              <p:cNvPr id="474" name="Google Shape;474;p22"/>
              <p:cNvSpPr/>
              <p:nvPr/>
            </p:nvSpPr>
            <p:spPr>
              <a:xfrm>
                <a:off x="819288" y="3071200"/>
                <a:ext cx="1753200" cy="7569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475" name="Google Shape;475;p22"/>
              <p:cNvGrpSpPr/>
              <p:nvPr/>
            </p:nvGrpSpPr>
            <p:grpSpPr>
              <a:xfrm>
                <a:off x="572030" y="3199063"/>
                <a:ext cx="510569" cy="502769"/>
                <a:chOff x="572030" y="3199063"/>
                <a:chExt cx="510569" cy="502769"/>
              </a:xfrm>
            </p:grpSpPr>
            <p:sp>
              <p:nvSpPr>
                <p:cNvPr id="476" name="Google Shape;476;p22"/>
                <p:cNvSpPr/>
                <p:nvPr/>
              </p:nvSpPr>
              <p:spPr>
                <a:xfrm>
                  <a:off x="572030" y="3199063"/>
                  <a:ext cx="503171" cy="502769"/>
                </a:xfrm>
                <a:custGeom>
                  <a:rect b="b" l="l" r="r" t="t"/>
                  <a:pathLst>
                    <a:path extrusionOk="0" h="13800" w="13812">
                      <a:moveTo>
                        <a:pt x="6906" y="1"/>
                      </a:moveTo>
                      <a:cubicBezTo>
                        <a:pt x="3096" y="1"/>
                        <a:pt x="1" y="3096"/>
                        <a:pt x="1" y="6906"/>
                      </a:cubicBezTo>
                      <a:cubicBezTo>
                        <a:pt x="1" y="10716"/>
                        <a:pt x="3096" y="13800"/>
                        <a:pt x="6906" y="13800"/>
                      </a:cubicBezTo>
                      <a:cubicBezTo>
                        <a:pt x="10716" y="13800"/>
                        <a:pt x="13812" y="10716"/>
                        <a:pt x="13812" y="6906"/>
                      </a:cubicBezTo>
                      <a:cubicBezTo>
                        <a:pt x="13812" y="3096"/>
                        <a:pt x="10716" y="1"/>
                        <a:pt x="6906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77" name="Google Shape;477;p22"/>
                <p:cNvSpPr/>
                <p:nvPr/>
              </p:nvSpPr>
              <p:spPr>
                <a:xfrm>
                  <a:off x="667881" y="3304459"/>
                  <a:ext cx="414719" cy="383926"/>
                </a:xfrm>
                <a:custGeom>
                  <a:rect b="b" l="l" r="r" t="t"/>
                  <a:pathLst>
                    <a:path extrusionOk="0" h="10538" w="11384">
                      <a:moveTo>
                        <a:pt x="180" y="1"/>
                      </a:moveTo>
                      <a:cubicBezTo>
                        <a:pt x="84" y="1"/>
                        <a:pt x="1" y="84"/>
                        <a:pt x="1" y="179"/>
                      </a:cubicBezTo>
                      <a:lnTo>
                        <a:pt x="1" y="7847"/>
                      </a:lnTo>
                      <a:cubicBezTo>
                        <a:pt x="1" y="7942"/>
                        <a:pt x="84" y="8014"/>
                        <a:pt x="180" y="8014"/>
                      </a:cubicBezTo>
                      <a:lnTo>
                        <a:pt x="4918" y="8014"/>
                      </a:lnTo>
                      <a:lnTo>
                        <a:pt x="4382" y="9895"/>
                      </a:lnTo>
                      <a:lnTo>
                        <a:pt x="4061" y="9895"/>
                      </a:lnTo>
                      <a:cubicBezTo>
                        <a:pt x="3620" y="9895"/>
                        <a:pt x="3620" y="10538"/>
                        <a:pt x="4061" y="10538"/>
                      </a:cubicBezTo>
                      <a:lnTo>
                        <a:pt x="7335" y="10538"/>
                      </a:lnTo>
                      <a:cubicBezTo>
                        <a:pt x="7764" y="10538"/>
                        <a:pt x="7764" y="9895"/>
                        <a:pt x="7335" y="9895"/>
                      </a:cubicBezTo>
                      <a:lnTo>
                        <a:pt x="7002" y="9895"/>
                      </a:lnTo>
                      <a:lnTo>
                        <a:pt x="6466" y="8014"/>
                      </a:lnTo>
                      <a:lnTo>
                        <a:pt x="11205" y="8014"/>
                      </a:lnTo>
                      <a:cubicBezTo>
                        <a:pt x="11312" y="8014"/>
                        <a:pt x="11383" y="7942"/>
                        <a:pt x="11383" y="7847"/>
                      </a:cubicBezTo>
                      <a:lnTo>
                        <a:pt x="11383" y="179"/>
                      </a:lnTo>
                      <a:cubicBezTo>
                        <a:pt x="11383" y="84"/>
                        <a:pt x="11312" y="1"/>
                        <a:pt x="11217" y="1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78" name="Google Shape;478;p22"/>
                <p:cNvSpPr/>
                <p:nvPr/>
              </p:nvSpPr>
              <p:spPr>
                <a:xfrm>
                  <a:off x="688282" y="3325735"/>
                  <a:ext cx="373918" cy="249453"/>
                </a:xfrm>
                <a:custGeom>
                  <a:rect b="b" l="l" r="r" t="t"/>
                  <a:pathLst>
                    <a:path extrusionOk="0" h="6847" w="10264">
                      <a:moveTo>
                        <a:pt x="120" y="0"/>
                      </a:moveTo>
                      <a:cubicBezTo>
                        <a:pt x="60" y="0"/>
                        <a:pt x="1" y="48"/>
                        <a:pt x="1" y="107"/>
                      </a:cubicBezTo>
                      <a:lnTo>
                        <a:pt x="1" y="6739"/>
                      </a:lnTo>
                      <a:cubicBezTo>
                        <a:pt x="1" y="6799"/>
                        <a:pt x="60" y="6846"/>
                        <a:pt x="120" y="6846"/>
                      </a:cubicBezTo>
                      <a:lnTo>
                        <a:pt x="10145" y="6846"/>
                      </a:lnTo>
                      <a:cubicBezTo>
                        <a:pt x="10216" y="6846"/>
                        <a:pt x="10264" y="6799"/>
                        <a:pt x="10264" y="6739"/>
                      </a:cubicBezTo>
                      <a:lnTo>
                        <a:pt x="10264" y="107"/>
                      </a:lnTo>
                      <a:cubicBezTo>
                        <a:pt x="10264" y="48"/>
                        <a:pt x="10216" y="0"/>
                        <a:pt x="10145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79" name="Google Shape;479;p22"/>
                <p:cNvSpPr/>
                <p:nvPr/>
              </p:nvSpPr>
              <p:spPr>
                <a:xfrm>
                  <a:off x="740779" y="3388615"/>
                  <a:ext cx="269363" cy="161396"/>
                </a:xfrm>
                <a:custGeom>
                  <a:rect b="b" l="l" r="r" t="t"/>
                  <a:pathLst>
                    <a:path extrusionOk="0" h="4430" w="7394">
                      <a:moveTo>
                        <a:pt x="143" y="1"/>
                      </a:moveTo>
                      <a:cubicBezTo>
                        <a:pt x="60" y="1"/>
                        <a:pt x="0" y="72"/>
                        <a:pt x="0" y="143"/>
                      </a:cubicBezTo>
                      <a:lnTo>
                        <a:pt x="0" y="4287"/>
                      </a:lnTo>
                      <a:cubicBezTo>
                        <a:pt x="0" y="4370"/>
                        <a:pt x="60" y="4430"/>
                        <a:pt x="143" y="4430"/>
                      </a:cubicBezTo>
                      <a:lnTo>
                        <a:pt x="7251" y="4430"/>
                      </a:lnTo>
                      <a:cubicBezTo>
                        <a:pt x="7323" y="4430"/>
                        <a:pt x="7394" y="4370"/>
                        <a:pt x="7394" y="4287"/>
                      </a:cubicBezTo>
                      <a:lnTo>
                        <a:pt x="7394" y="143"/>
                      </a:lnTo>
                      <a:cubicBezTo>
                        <a:pt x="7394" y="72"/>
                        <a:pt x="7323" y="1"/>
                        <a:pt x="7251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80" name="Google Shape;480;p22"/>
                <p:cNvSpPr/>
                <p:nvPr/>
              </p:nvSpPr>
              <p:spPr>
                <a:xfrm>
                  <a:off x="780234" y="3410729"/>
                  <a:ext cx="217341" cy="21750"/>
                </a:xfrm>
                <a:custGeom>
                  <a:rect b="b" l="l" r="r" t="t"/>
                  <a:pathLst>
                    <a:path extrusionOk="0" h="597" w="5966">
                      <a:moveTo>
                        <a:pt x="1" y="1"/>
                      </a:moveTo>
                      <a:lnTo>
                        <a:pt x="1" y="596"/>
                      </a:lnTo>
                      <a:lnTo>
                        <a:pt x="5668" y="596"/>
                      </a:lnTo>
                      <a:cubicBezTo>
                        <a:pt x="5823" y="596"/>
                        <a:pt x="5966" y="453"/>
                        <a:pt x="5966" y="298"/>
                      </a:cubicBezTo>
                      <a:cubicBezTo>
                        <a:pt x="5966" y="132"/>
                        <a:pt x="5823" y="1"/>
                        <a:pt x="5668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81" name="Google Shape;481;p22"/>
                <p:cNvSpPr/>
                <p:nvPr/>
              </p:nvSpPr>
              <p:spPr>
                <a:xfrm>
                  <a:off x="829510" y="3401184"/>
                  <a:ext cx="38215" cy="38655"/>
                </a:xfrm>
                <a:custGeom>
                  <a:rect b="b" l="l" r="r" t="t"/>
                  <a:pathLst>
                    <a:path extrusionOk="0" h="1061" w="1049">
                      <a:moveTo>
                        <a:pt x="524" y="1"/>
                      </a:moveTo>
                      <a:cubicBezTo>
                        <a:pt x="239" y="1"/>
                        <a:pt x="0" y="239"/>
                        <a:pt x="0" y="537"/>
                      </a:cubicBezTo>
                      <a:cubicBezTo>
                        <a:pt x="0" y="822"/>
                        <a:pt x="239" y="1061"/>
                        <a:pt x="524" y="1061"/>
                      </a:cubicBezTo>
                      <a:cubicBezTo>
                        <a:pt x="822" y="1061"/>
                        <a:pt x="1048" y="822"/>
                        <a:pt x="1048" y="537"/>
                      </a:cubicBezTo>
                      <a:cubicBezTo>
                        <a:pt x="1048" y="239"/>
                        <a:pt x="822" y="1"/>
                        <a:pt x="524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82" name="Google Shape;482;p22"/>
                <p:cNvSpPr/>
                <p:nvPr/>
              </p:nvSpPr>
              <p:spPr>
                <a:xfrm>
                  <a:off x="780234" y="3459328"/>
                  <a:ext cx="217341" cy="21714"/>
                </a:xfrm>
                <a:custGeom>
                  <a:rect b="b" l="l" r="r" t="t"/>
                  <a:pathLst>
                    <a:path extrusionOk="0" h="596" w="5966">
                      <a:moveTo>
                        <a:pt x="1" y="0"/>
                      </a:moveTo>
                      <a:lnTo>
                        <a:pt x="1" y="596"/>
                      </a:lnTo>
                      <a:lnTo>
                        <a:pt x="5668" y="596"/>
                      </a:lnTo>
                      <a:cubicBezTo>
                        <a:pt x="5823" y="596"/>
                        <a:pt x="5966" y="465"/>
                        <a:pt x="5966" y="298"/>
                      </a:cubicBezTo>
                      <a:cubicBezTo>
                        <a:pt x="5966" y="131"/>
                        <a:pt x="5823" y="0"/>
                        <a:pt x="5668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83" name="Google Shape;483;p22"/>
                <p:cNvSpPr/>
                <p:nvPr/>
              </p:nvSpPr>
              <p:spPr>
                <a:xfrm>
                  <a:off x="829510" y="3450220"/>
                  <a:ext cx="38215" cy="38618"/>
                </a:xfrm>
                <a:custGeom>
                  <a:rect b="b" l="l" r="r" t="t"/>
                  <a:pathLst>
                    <a:path extrusionOk="0" h="1060" w="1049">
                      <a:moveTo>
                        <a:pt x="524" y="0"/>
                      </a:moveTo>
                      <a:cubicBezTo>
                        <a:pt x="239" y="0"/>
                        <a:pt x="0" y="238"/>
                        <a:pt x="0" y="524"/>
                      </a:cubicBezTo>
                      <a:cubicBezTo>
                        <a:pt x="0" y="822"/>
                        <a:pt x="239" y="1060"/>
                        <a:pt x="524" y="1060"/>
                      </a:cubicBezTo>
                      <a:cubicBezTo>
                        <a:pt x="822" y="1060"/>
                        <a:pt x="1048" y="822"/>
                        <a:pt x="1048" y="524"/>
                      </a:cubicBezTo>
                      <a:cubicBezTo>
                        <a:pt x="1048" y="238"/>
                        <a:pt x="822" y="0"/>
                        <a:pt x="524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84" name="Google Shape;484;p22"/>
                <p:cNvSpPr/>
                <p:nvPr/>
              </p:nvSpPr>
              <p:spPr>
                <a:xfrm>
                  <a:off x="780234" y="3508328"/>
                  <a:ext cx="217341" cy="21714"/>
                </a:xfrm>
                <a:custGeom>
                  <a:rect b="b" l="l" r="r" t="t"/>
                  <a:pathLst>
                    <a:path extrusionOk="0" h="596" w="5966">
                      <a:moveTo>
                        <a:pt x="1" y="1"/>
                      </a:moveTo>
                      <a:lnTo>
                        <a:pt x="1" y="596"/>
                      </a:lnTo>
                      <a:lnTo>
                        <a:pt x="5668" y="596"/>
                      </a:lnTo>
                      <a:cubicBezTo>
                        <a:pt x="5823" y="596"/>
                        <a:pt x="5966" y="465"/>
                        <a:pt x="5966" y="298"/>
                      </a:cubicBezTo>
                      <a:cubicBezTo>
                        <a:pt x="5966" y="132"/>
                        <a:pt x="5823" y="1"/>
                        <a:pt x="5668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85" name="Google Shape;485;p22"/>
                <p:cNvSpPr/>
                <p:nvPr/>
              </p:nvSpPr>
              <p:spPr>
                <a:xfrm>
                  <a:off x="829510" y="3498783"/>
                  <a:ext cx="38215" cy="38655"/>
                </a:xfrm>
                <a:custGeom>
                  <a:rect b="b" l="l" r="r" t="t"/>
                  <a:pathLst>
                    <a:path extrusionOk="0" h="1061" w="1049">
                      <a:moveTo>
                        <a:pt x="524" y="1"/>
                      </a:moveTo>
                      <a:cubicBezTo>
                        <a:pt x="239" y="1"/>
                        <a:pt x="0" y="239"/>
                        <a:pt x="0" y="537"/>
                      </a:cubicBezTo>
                      <a:cubicBezTo>
                        <a:pt x="0" y="822"/>
                        <a:pt x="239" y="1060"/>
                        <a:pt x="524" y="1060"/>
                      </a:cubicBezTo>
                      <a:cubicBezTo>
                        <a:pt x="822" y="1060"/>
                        <a:pt x="1048" y="822"/>
                        <a:pt x="1048" y="537"/>
                      </a:cubicBezTo>
                      <a:cubicBezTo>
                        <a:pt x="1048" y="239"/>
                        <a:pt x="822" y="1"/>
                        <a:pt x="524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86" name="Google Shape;486;p22"/>
                <p:cNvSpPr/>
                <p:nvPr/>
              </p:nvSpPr>
              <p:spPr>
                <a:xfrm>
                  <a:off x="974120" y="3382968"/>
                  <a:ext cx="52095" cy="32571"/>
                </a:xfrm>
                <a:custGeom>
                  <a:rect b="b" l="l" r="r" t="t"/>
                  <a:pathLst>
                    <a:path extrusionOk="0" fill="none" h="894" w="1430">
                      <a:moveTo>
                        <a:pt x="1" y="346"/>
                      </a:moveTo>
                      <a:lnTo>
                        <a:pt x="548" y="894"/>
                      </a:lnTo>
                      <a:lnTo>
                        <a:pt x="1429" y="1"/>
                      </a:lnTo>
                    </a:path>
                  </a:pathLst>
                </a:custGeom>
                <a:noFill/>
                <a:ln cap="rnd" cmpd="sng" w="387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87" name="Google Shape;487;p22"/>
                <p:cNvSpPr/>
                <p:nvPr/>
              </p:nvSpPr>
              <p:spPr>
                <a:xfrm>
                  <a:off x="974120" y="3432442"/>
                  <a:ext cx="53406" cy="33846"/>
                </a:xfrm>
                <a:custGeom>
                  <a:rect b="b" l="l" r="r" t="t"/>
                  <a:pathLst>
                    <a:path extrusionOk="0" fill="none" h="929" w="1466">
                      <a:moveTo>
                        <a:pt x="1" y="393"/>
                      </a:moveTo>
                      <a:lnTo>
                        <a:pt x="548" y="929"/>
                      </a:lnTo>
                      <a:lnTo>
                        <a:pt x="1465" y="0"/>
                      </a:lnTo>
                    </a:path>
                  </a:pathLst>
                </a:custGeom>
                <a:noFill/>
                <a:ln cap="rnd" cmpd="sng" w="387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88" name="Google Shape;488;p22"/>
                <p:cNvSpPr/>
                <p:nvPr/>
              </p:nvSpPr>
              <p:spPr>
                <a:xfrm>
                  <a:off x="974120" y="3484029"/>
                  <a:ext cx="52969" cy="33008"/>
                </a:xfrm>
                <a:custGeom>
                  <a:rect b="b" l="l" r="r" t="t"/>
                  <a:pathLst>
                    <a:path extrusionOk="0" fill="none" h="906" w="1454">
                      <a:moveTo>
                        <a:pt x="1" y="370"/>
                      </a:moveTo>
                      <a:lnTo>
                        <a:pt x="548" y="906"/>
                      </a:lnTo>
                      <a:lnTo>
                        <a:pt x="1453" y="1"/>
                      </a:lnTo>
                    </a:path>
                  </a:pathLst>
                </a:custGeom>
                <a:noFill/>
                <a:ln cap="rnd" cmpd="sng" w="387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89" name="Google Shape;489;p22"/>
                <p:cNvSpPr/>
                <p:nvPr/>
              </p:nvSpPr>
              <p:spPr>
                <a:xfrm>
                  <a:off x="867253" y="3351747"/>
                  <a:ext cx="168744" cy="25612"/>
                </a:xfrm>
                <a:custGeom>
                  <a:rect b="b" l="l" r="r" t="t"/>
                  <a:pathLst>
                    <a:path extrusionOk="0" h="703" w="4632">
                      <a:moveTo>
                        <a:pt x="357" y="1"/>
                      </a:moveTo>
                      <a:cubicBezTo>
                        <a:pt x="155" y="1"/>
                        <a:pt x="0" y="155"/>
                        <a:pt x="0" y="346"/>
                      </a:cubicBezTo>
                      <a:cubicBezTo>
                        <a:pt x="0" y="536"/>
                        <a:pt x="155" y="703"/>
                        <a:pt x="357" y="703"/>
                      </a:cubicBezTo>
                      <a:lnTo>
                        <a:pt x="4275" y="703"/>
                      </a:lnTo>
                      <a:cubicBezTo>
                        <a:pt x="4465" y="703"/>
                        <a:pt x="4632" y="536"/>
                        <a:pt x="4632" y="346"/>
                      </a:cubicBezTo>
                      <a:cubicBezTo>
                        <a:pt x="4632" y="155"/>
                        <a:pt x="4465" y="1"/>
                        <a:pt x="4275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90" name="Google Shape;490;p22"/>
                <p:cNvSpPr/>
                <p:nvPr/>
              </p:nvSpPr>
              <p:spPr>
                <a:xfrm>
                  <a:off x="631289" y="3224747"/>
                  <a:ext cx="256795" cy="186389"/>
                </a:xfrm>
                <a:custGeom>
                  <a:rect b="b" l="l" r="r" t="t"/>
                  <a:pathLst>
                    <a:path extrusionOk="0" h="5116" w="7049">
                      <a:moveTo>
                        <a:pt x="4501" y="1796"/>
                      </a:moveTo>
                      <a:cubicBezTo>
                        <a:pt x="5210" y="2701"/>
                        <a:pt x="4442" y="3818"/>
                        <a:pt x="3521" y="3818"/>
                      </a:cubicBezTo>
                      <a:cubicBezTo>
                        <a:pt x="3267" y="3818"/>
                        <a:pt x="3001" y="3733"/>
                        <a:pt x="2751" y="3534"/>
                      </a:cubicBezTo>
                      <a:lnTo>
                        <a:pt x="4501" y="1796"/>
                      </a:lnTo>
                      <a:close/>
                      <a:moveTo>
                        <a:pt x="3525" y="677"/>
                      </a:moveTo>
                      <a:cubicBezTo>
                        <a:pt x="3989" y="677"/>
                        <a:pt x="4441" y="796"/>
                        <a:pt x="4846" y="1022"/>
                      </a:cubicBezTo>
                      <a:lnTo>
                        <a:pt x="4501" y="1367"/>
                      </a:lnTo>
                      <a:cubicBezTo>
                        <a:pt x="4214" y="1135"/>
                        <a:pt x="3868" y="1021"/>
                        <a:pt x="3524" y="1021"/>
                      </a:cubicBezTo>
                      <a:cubicBezTo>
                        <a:pt x="3126" y="1021"/>
                        <a:pt x="2729" y="1174"/>
                        <a:pt x="2429" y="1474"/>
                      </a:cubicBezTo>
                      <a:cubicBezTo>
                        <a:pt x="1870" y="2034"/>
                        <a:pt x="1834" y="2927"/>
                        <a:pt x="2334" y="3534"/>
                      </a:cubicBezTo>
                      <a:lnTo>
                        <a:pt x="1929" y="3939"/>
                      </a:lnTo>
                      <a:cubicBezTo>
                        <a:pt x="1334" y="3570"/>
                        <a:pt x="810" y="3094"/>
                        <a:pt x="369" y="2558"/>
                      </a:cubicBezTo>
                      <a:cubicBezTo>
                        <a:pt x="679" y="2177"/>
                        <a:pt x="1989" y="677"/>
                        <a:pt x="3525" y="677"/>
                      </a:cubicBezTo>
                      <a:close/>
                      <a:moveTo>
                        <a:pt x="5120" y="1177"/>
                      </a:moveTo>
                      <a:cubicBezTo>
                        <a:pt x="5703" y="1546"/>
                        <a:pt x="6227" y="2022"/>
                        <a:pt x="6668" y="2558"/>
                      </a:cubicBezTo>
                      <a:cubicBezTo>
                        <a:pt x="6358" y="2939"/>
                        <a:pt x="5049" y="4439"/>
                        <a:pt x="3525" y="4439"/>
                      </a:cubicBezTo>
                      <a:lnTo>
                        <a:pt x="3525" y="4451"/>
                      </a:lnTo>
                      <a:cubicBezTo>
                        <a:pt x="3060" y="4439"/>
                        <a:pt x="2608" y="4320"/>
                        <a:pt x="2191" y="4094"/>
                      </a:cubicBezTo>
                      <a:lnTo>
                        <a:pt x="2548" y="3748"/>
                      </a:lnTo>
                      <a:cubicBezTo>
                        <a:pt x="2833" y="3983"/>
                        <a:pt x="3181" y="4100"/>
                        <a:pt x="3528" y="4100"/>
                      </a:cubicBezTo>
                      <a:cubicBezTo>
                        <a:pt x="3920" y="4100"/>
                        <a:pt x="4311" y="3950"/>
                        <a:pt x="4608" y="3653"/>
                      </a:cubicBezTo>
                      <a:cubicBezTo>
                        <a:pt x="5168" y="3094"/>
                        <a:pt x="5203" y="2201"/>
                        <a:pt x="4703" y="1582"/>
                      </a:cubicBezTo>
                      <a:lnTo>
                        <a:pt x="5120" y="1177"/>
                      </a:lnTo>
                      <a:close/>
                      <a:moveTo>
                        <a:pt x="5923" y="0"/>
                      </a:moveTo>
                      <a:cubicBezTo>
                        <a:pt x="5885" y="0"/>
                        <a:pt x="5845" y="17"/>
                        <a:pt x="5811" y="58"/>
                      </a:cubicBezTo>
                      <a:lnTo>
                        <a:pt x="5072" y="796"/>
                      </a:lnTo>
                      <a:cubicBezTo>
                        <a:pt x="4596" y="534"/>
                        <a:pt x="4060" y="391"/>
                        <a:pt x="3525" y="379"/>
                      </a:cubicBezTo>
                      <a:cubicBezTo>
                        <a:pt x="1620" y="379"/>
                        <a:pt x="119" y="2379"/>
                        <a:pt x="60" y="2475"/>
                      </a:cubicBezTo>
                      <a:lnTo>
                        <a:pt x="0" y="2558"/>
                      </a:lnTo>
                      <a:lnTo>
                        <a:pt x="60" y="2641"/>
                      </a:lnTo>
                      <a:cubicBezTo>
                        <a:pt x="512" y="3237"/>
                        <a:pt x="1072" y="3748"/>
                        <a:pt x="1715" y="4165"/>
                      </a:cubicBezTo>
                      <a:lnTo>
                        <a:pt x="1024" y="4844"/>
                      </a:lnTo>
                      <a:cubicBezTo>
                        <a:pt x="898" y="4952"/>
                        <a:pt x="1004" y="5115"/>
                        <a:pt x="1125" y="5115"/>
                      </a:cubicBezTo>
                      <a:cubicBezTo>
                        <a:pt x="1164" y="5115"/>
                        <a:pt x="1204" y="5099"/>
                        <a:pt x="1239" y="5058"/>
                      </a:cubicBezTo>
                      <a:lnTo>
                        <a:pt x="1977" y="4308"/>
                      </a:lnTo>
                      <a:cubicBezTo>
                        <a:pt x="2453" y="4582"/>
                        <a:pt x="2977" y="4725"/>
                        <a:pt x="3525" y="4737"/>
                      </a:cubicBezTo>
                      <a:cubicBezTo>
                        <a:pt x="5418" y="4737"/>
                        <a:pt x="6918" y="2725"/>
                        <a:pt x="6989" y="2641"/>
                      </a:cubicBezTo>
                      <a:lnTo>
                        <a:pt x="7049" y="2558"/>
                      </a:lnTo>
                      <a:lnTo>
                        <a:pt x="6977" y="2475"/>
                      </a:lnTo>
                      <a:cubicBezTo>
                        <a:pt x="6525" y="1867"/>
                        <a:pt x="5965" y="1355"/>
                        <a:pt x="5334" y="951"/>
                      </a:cubicBezTo>
                      <a:lnTo>
                        <a:pt x="6025" y="260"/>
                      </a:lnTo>
                      <a:cubicBezTo>
                        <a:pt x="6142" y="161"/>
                        <a:pt x="6041" y="0"/>
                        <a:pt x="5923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491" name="Google Shape;491;p22"/>
            <p:cNvGrpSpPr/>
            <p:nvPr/>
          </p:nvGrpSpPr>
          <p:grpSpPr>
            <a:xfrm>
              <a:off x="1251325" y="3151300"/>
              <a:ext cx="1052700" cy="611625"/>
              <a:chOff x="1841875" y="1737350"/>
              <a:chExt cx="1052700" cy="611625"/>
            </a:xfrm>
          </p:grpSpPr>
          <p:sp>
            <p:nvSpPr>
              <p:cNvPr id="492" name="Google Shape;492;p22"/>
              <p:cNvSpPr txBox="1"/>
              <p:nvPr/>
            </p:nvSpPr>
            <p:spPr>
              <a:xfrm>
                <a:off x="1841875" y="1737350"/>
                <a:ext cx="1052700" cy="183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0" spcFirstLastPara="1" rIns="0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1200">
                    <a:solidFill>
                      <a:schemeClr val="dk1"/>
                    </a:solidFill>
                    <a:latin typeface="Fira Sans"/>
                    <a:ea typeface="Fira Sans"/>
                    <a:cs typeface="Fira Sans"/>
                    <a:sym typeface="Fira Sans"/>
                  </a:rPr>
                  <a:t>Accessibility</a:t>
                </a:r>
                <a:endParaRPr b="1" sz="1200">
                  <a:solidFill>
                    <a:schemeClr val="dk1"/>
                  </a:solidFill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  <p:sp>
            <p:nvSpPr>
              <p:cNvPr id="493" name="Google Shape;493;p22"/>
              <p:cNvSpPr txBox="1"/>
              <p:nvPr/>
            </p:nvSpPr>
            <p:spPr>
              <a:xfrm>
                <a:off x="1841875" y="1943075"/>
                <a:ext cx="1052700" cy="40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0" spcFirstLastPara="1" rIns="0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000">
                    <a:solidFill>
                      <a:schemeClr val="dk1"/>
                    </a:solidFill>
                    <a:latin typeface="Fira Sans"/>
                    <a:ea typeface="Fira Sans"/>
                    <a:cs typeface="Fira Sans"/>
                    <a:sym typeface="Fira Sans"/>
                  </a:rPr>
                  <a:t>Difficult for visually/hearing impaired users</a:t>
                </a:r>
                <a:endParaRPr sz="300">
                  <a:solidFill>
                    <a:schemeClr val="dk1"/>
                  </a:solidFill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</p:grpSp>
      </p:grpSp>
      <p:grpSp>
        <p:nvGrpSpPr>
          <p:cNvPr id="494" name="Google Shape;494;p22"/>
          <p:cNvGrpSpPr/>
          <p:nvPr/>
        </p:nvGrpSpPr>
        <p:grpSpPr>
          <a:xfrm>
            <a:off x="6531675" y="3762925"/>
            <a:ext cx="2027213" cy="756900"/>
            <a:chOff x="6531675" y="3071200"/>
            <a:chExt cx="2027213" cy="756900"/>
          </a:xfrm>
        </p:grpSpPr>
        <p:grpSp>
          <p:nvGrpSpPr>
            <p:cNvPr id="495" name="Google Shape;495;p22"/>
            <p:cNvGrpSpPr/>
            <p:nvPr/>
          </p:nvGrpSpPr>
          <p:grpSpPr>
            <a:xfrm>
              <a:off x="6531675" y="3071200"/>
              <a:ext cx="2027213" cy="756900"/>
              <a:chOff x="6531675" y="3071200"/>
              <a:chExt cx="2027213" cy="756900"/>
            </a:xfrm>
          </p:grpSpPr>
          <p:sp>
            <p:nvSpPr>
              <p:cNvPr id="496" name="Google Shape;496;p22"/>
              <p:cNvSpPr/>
              <p:nvPr/>
            </p:nvSpPr>
            <p:spPr>
              <a:xfrm>
                <a:off x="6805688" y="3071200"/>
                <a:ext cx="1753200" cy="7569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497" name="Google Shape;497;p22"/>
              <p:cNvGrpSpPr/>
              <p:nvPr/>
            </p:nvGrpSpPr>
            <p:grpSpPr>
              <a:xfrm>
                <a:off x="6531675" y="3168424"/>
                <a:ext cx="545258" cy="533407"/>
                <a:chOff x="6653400" y="3287849"/>
                <a:chExt cx="545258" cy="533407"/>
              </a:xfrm>
            </p:grpSpPr>
            <p:sp>
              <p:nvSpPr>
                <p:cNvPr id="498" name="Google Shape;498;p22"/>
                <p:cNvSpPr/>
                <p:nvPr/>
              </p:nvSpPr>
              <p:spPr>
                <a:xfrm>
                  <a:off x="6674238" y="3318488"/>
                  <a:ext cx="502734" cy="502768"/>
                </a:xfrm>
                <a:custGeom>
                  <a:rect b="b" l="l" r="r" t="t"/>
                  <a:pathLst>
                    <a:path extrusionOk="0" h="13800" w="13800">
                      <a:moveTo>
                        <a:pt x="6906" y="1"/>
                      </a:moveTo>
                      <a:cubicBezTo>
                        <a:pt x="3096" y="1"/>
                        <a:pt x="0" y="3096"/>
                        <a:pt x="0" y="6906"/>
                      </a:cubicBezTo>
                      <a:cubicBezTo>
                        <a:pt x="0" y="10716"/>
                        <a:pt x="3096" y="13800"/>
                        <a:pt x="6906" y="13800"/>
                      </a:cubicBezTo>
                      <a:cubicBezTo>
                        <a:pt x="10716" y="13800"/>
                        <a:pt x="13800" y="10716"/>
                        <a:pt x="13800" y="6906"/>
                      </a:cubicBezTo>
                      <a:cubicBezTo>
                        <a:pt x="13800" y="3096"/>
                        <a:pt x="10716" y="1"/>
                        <a:pt x="6906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99" name="Google Shape;499;p22"/>
                <p:cNvSpPr/>
                <p:nvPr/>
              </p:nvSpPr>
              <p:spPr>
                <a:xfrm>
                  <a:off x="6841238" y="3446435"/>
                  <a:ext cx="219491" cy="291970"/>
                </a:xfrm>
                <a:custGeom>
                  <a:rect b="b" l="l" r="r" t="t"/>
                  <a:pathLst>
                    <a:path extrusionOk="0" h="8014" w="6025">
                      <a:moveTo>
                        <a:pt x="0" y="1"/>
                      </a:moveTo>
                      <a:lnTo>
                        <a:pt x="0" y="8014"/>
                      </a:lnTo>
                      <a:lnTo>
                        <a:pt x="6025" y="8014"/>
                      </a:lnTo>
                      <a:lnTo>
                        <a:pt x="6025" y="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00" name="Google Shape;500;p22"/>
                <p:cNvSpPr/>
                <p:nvPr/>
              </p:nvSpPr>
              <p:spPr>
                <a:xfrm>
                  <a:off x="6900220" y="3532777"/>
                  <a:ext cx="101093" cy="9145"/>
                </a:xfrm>
                <a:custGeom>
                  <a:rect b="b" l="l" r="r" t="t"/>
                  <a:pathLst>
                    <a:path extrusionOk="0" h="251" w="2775">
                      <a:moveTo>
                        <a:pt x="0" y="0"/>
                      </a:moveTo>
                      <a:lnTo>
                        <a:pt x="0" y="250"/>
                      </a:lnTo>
                      <a:lnTo>
                        <a:pt x="2774" y="250"/>
                      </a:lnTo>
                      <a:lnTo>
                        <a:pt x="2774" y="0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01" name="Google Shape;501;p22"/>
                <p:cNvSpPr/>
                <p:nvPr/>
              </p:nvSpPr>
              <p:spPr>
                <a:xfrm>
                  <a:off x="6860292" y="3563998"/>
                  <a:ext cx="181349" cy="9145"/>
                </a:xfrm>
                <a:custGeom>
                  <a:rect b="b" l="l" r="r" t="t"/>
                  <a:pathLst>
                    <a:path extrusionOk="0" h="251" w="4978">
                      <a:moveTo>
                        <a:pt x="1" y="0"/>
                      </a:moveTo>
                      <a:lnTo>
                        <a:pt x="1" y="251"/>
                      </a:lnTo>
                      <a:lnTo>
                        <a:pt x="4978" y="251"/>
                      </a:lnTo>
                      <a:lnTo>
                        <a:pt x="4978" y="0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02" name="Google Shape;502;p22"/>
                <p:cNvSpPr/>
                <p:nvPr/>
              </p:nvSpPr>
              <p:spPr>
                <a:xfrm>
                  <a:off x="6860292" y="3583088"/>
                  <a:ext cx="181349" cy="9145"/>
                </a:xfrm>
                <a:custGeom>
                  <a:rect b="b" l="l" r="r" t="t"/>
                  <a:pathLst>
                    <a:path extrusionOk="0" h="251" w="4978">
                      <a:moveTo>
                        <a:pt x="1" y="0"/>
                      </a:moveTo>
                      <a:lnTo>
                        <a:pt x="1" y="250"/>
                      </a:lnTo>
                      <a:lnTo>
                        <a:pt x="4978" y="250"/>
                      </a:lnTo>
                      <a:lnTo>
                        <a:pt x="4978" y="0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03" name="Google Shape;503;p22"/>
                <p:cNvSpPr/>
                <p:nvPr/>
              </p:nvSpPr>
              <p:spPr>
                <a:xfrm>
                  <a:off x="6860292" y="3602616"/>
                  <a:ext cx="181349" cy="9145"/>
                </a:xfrm>
                <a:custGeom>
                  <a:rect b="b" l="l" r="r" t="t"/>
                  <a:pathLst>
                    <a:path extrusionOk="0" h="251" w="4978">
                      <a:moveTo>
                        <a:pt x="1" y="0"/>
                      </a:moveTo>
                      <a:lnTo>
                        <a:pt x="1" y="250"/>
                      </a:lnTo>
                      <a:lnTo>
                        <a:pt x="4978" y="250"/>
                      </a:lnTo>
                      <a:lnTo>
                        <a:pt x="4978" y="0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04" name="Google Shape;504;p22"/>
                <p:cNvSpPr/>
                <p:nvPr/>
              </p:nvSpPr>
              <p:spPr>
                <a:xfrm>
                  <a:off x="6860292" y="3622106"/>
                  <a:ext cx="181349" cy="8744"/>
                </a:xfrm>
                <a:custGeom>
                  <a:rect b="b" l="l" r="r" t="t"/>
                  <a:pathLst>
                    <a:path extrusionOk="0" h="240" w="4978">
                      <a:moveTo>
                        <a:pt x="1" y="1"/>
                      </a:moveTo>
                      <a:lnTo>
                        <a:pt x="1" y="239"/>
                      </a:lnTo>
                      <a:lnTo>
                        <a:pt x="4978" y="239"/>
                      </a:lnTo>
                      <a:lnTo>
                        <a:pt x="4978" y="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05" name="Google Shape;505;p22"/>
                <p:cNvSpPr/>
                <p:nvPr/>
              </p:nvSpPr>
              <p:spPr>
                <a:xfrm>
                  <a:off x="6860292" y="3641634"/>
                  <a:ext cx="181349" cy="8707"/>
                </a:xfrm>
                <a:custGeom>
                  <a:rect b="b" l="l" r="r" t="t"/>
                  <a:pathLst>
                    <a:path extrusionOk="0" h="239" w="4978">
                      <a:moveTo>
                        <a:pt x="1" y="1"/>
                      </a:moveTo>
                      <a:lnTo>
                        <a:pt x="1" y="239"/>
                      </a:lnTo>
                      <a:lnTo>
                        <a:pt x="4978" y="239"/>
                      </a:lnTo>
                      <a:lnTo>
                        <a:pt x="4978" y="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06" name="Google Shape;506;p22"/>
                <p:cNvSpPr/>
                <p:nvPr/>
              </p:nvSpPr>
              <p:spPr>
                <a:xfrm>
                  <a:off x="6860292" y="3660724"/>
                  <a:ext cx="90711" cy="9145"/>
                </a:xfrm>
                <a:custGeom>
                  <a:rect b="b" l="l" r="r" t="t"/>
                  <a:pathLst>
                    <a:path extrusionOk="0" h="251" w="2490">
                      <a:moveTo>
                        <a:pt x="1" y="1"/>
                      </a:moveTo>
                      <a:lnTo>
                        <a:pt x="1" y="251"/>
                      </a:lnTo>
                      <a:lnTo>
                        <a:pt x="2489" y="251"/>
                      </a:lnTo>
                      <a:lnTo>
                        <a:pt x="2489" y="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07" name="Google Shape;507;p22"/>
                <p:cNvSpPr/>
                <p:nvPr/>
              </p:nvSpPr>
              <p:spPr>
                <a:xfrm>
                  <a:off x="6974831" y="3620394"/>
                  <a:ext cx="223826" cy="194367"/>
                </a:xfrm>
                <a:custGeom>
                  <a:rect b="b" l="l" r="r" t="t"/>
                  <a:pathLst>
                    <a:path extrusionOk="0" h="5335" w="6144">
                      <a:moveTo>
                        <a:pt x="0" y="0"/>
                      </a:moveTo>
                      <a:lnTo>
                        <a:pt x="0" y="5334"/>
                      </a:lnTo>
                      <a:lnTo>
                        <a:pt x="6144" y="5334"/>
                      </a:lnTo>
                      <a:lnTo>
                        <a:pt x="6144" y="0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08" name="Google Shape;508;p22"/>
                <p:cNvSpPr/>
                <p:nvPr/>
              </p:nvSpPr>
              <p:spPr>
                <a:xfrm>
                  <a:off x="6989586" y="3638173"/>
                  <a:ext cx="194318" cy="138844"/>
                </a:xfrm>
                <a:custGeom>
                  <a:rect b="b" l="l" r="r" t="t"/>
                  <a:pathLst>
                    <a:path extrusionOk="0" h="3811" w="5334">
                      <a:moveTo>
                        <a:pt x="0" y="0"/>
                      </a:moveTo>
                      <a:lnTo>
                        <a:pt x="0" y="3810"/>
                      </a:lnTo>
                      <a:lnTo>
                        <a:pt x="5334" y="3810"/>
                      </a:lnTo>
                      <a:lnTo>
                        <a:pt x="5334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09" name="Google Shape;509;p22"/>
                <p:cNvSpPr/>
                <p:nvPr/>
              </p:nvSpPr>
              <p:spPr>
                <a:xfrm>
                  <a:off x="7047256" y="3679376"/>
                  <a:ext cx="78980" cy="78548"/>
                </a:xfrm>
                <a:custGeom>
                  <a:rect b="b" l="l" r="r" t="t"/>
                  <a:pathLst>
                    <a:path extrusionOk="0" h="2156" w="2168">
                      <a:moveTo>
                        <a:pt x="1084" y="1"/>
                      </a:moveTo>
                      <a:cubicBezTo>
                        <a:pt x="489" y="1"/>
                        <a:pt x="1" y="489"/>
                        <a:pt x="1" y="1084"/>
                      </a:cubicBezTo>
                      <a:cubicBezTo>
                        <a:pt x="1" y="1679"/>
                        <a:pt x="489" y="2156"/>
                        <a:pt x="1084" y="2156"/>
                      </a:cubicBezTo>
                      <a:cubicBezTo>
                        <a:pt x="1679" y="2156"/>
                        <a:pt x="2167" y="1679"/>
                        <a:pt x="2167" y="1084"/>
                      </a:cubicBezTo>
                      <a:cubicBezTo>
                        <a:pt x="2167" y="489"/>
                        <a:pt x="1679" y="1"/>
                        <a:pt x="1084" y="1"/>
                      </a:cubicBezTo>
                      <a:close/>
                    </a:path>
                  </a:pathLst>
                </a:custGeom>
                <a:solidFill>
                  <a:srgbClr val="29346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10" name="Google Shape;510;p22"/>
                <p:cNvSpPr/>
                <p:nvPr/>
              </p:nvSpPr>
              <p:spPr>
                <a:xfrm>
                  <a:off x="6989586" y="3699778"/>
                  <a:ext cx="194318" cy="77237"/>
                </a:xfrm>
                <a:custGeom>
                  <a:rect b="b" l="l" r="r" t="t"/>
                  <a:pathLst>
                    <a:path extrusionOk="0" h="2120" w="5334">
                      <a:moveTo>
                        <a:pt x="1357" y="0"/>
                      </a:moveTo>
                      <a:lnTo>
                        <a:pt x="0" y="1084"/>
                      </a:lnTo>
                      <a:lnTo>
                        <a:pt x="0" y="2119"/>
                      </a:lnTo>
                      <a:lnTo>
                        <a:pt x="5334" y="2119"/>
                      </a:lnTo>
                      <a:lnTo>
                        <a:pt x="5334" y="1084"/>
                      </a:lnTo>
                      <a:lnTo>
                        <a:pt x="4215" y="0"/>
                      </a:lnTo>
                      <a:lnTo>
                        <a:pt x="2667" y="1393"/>
                      </a:lnTo>
                      <a:lnTo>
                        <a:pt x="1357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11" name="Google Shape;511;p22"/>
                <p:cNvSpPr/>
                <p:nvPr/>
              </p:nvSpPr>
              <p:spPr>
                <a:xfrm>
                  <a:off x="6653400" y="3287849"/>
                  <a:ext cx="355703" cy="175568"/>
                </a:xfrm>
                <a:custGeom>
                  <a:rect b="b" l="l" r="r" t="t"/>
                  <a:pathLst>
                    <a:path extrusionOk="0" h="4819" w="9764">
                      <a:moveTo>
                        <a:pt x="6125" y="0"/>
                      </a:moveTo>
                      <a:cubicBezTo>
                        <a:pt x="5597" y="0"/>
                        <a:pt x="5070" y="310"/>
                        <a:pt x="4894" y="937"/>
                      </a:cubicBezTo>
                      <a:cubicBezTo>
                        <a:pt x="4754" y="874"/>
                        <a:pt x="4608" y="844"/>
                        <a:pt x="4464" y="844"/>
                      </a:cubicBezTo>
                      <a:cubicBezTo>
                        <a:pt x="3987" y="844"/>
                        <a:pt x="3540" y="1171"/>
                        <a:pt x="3430" y="1675"/>
                      </a:cubicBezTo>
                      <a:lnTo>
                        <a:pt x="3406" y="1675"/>
                      </a:lnTo>
                      <a:cubicBezTo>
                        <a:pt x="2858" y="1675"/>
                        <a:pt x="2370" y="2020"/>
                        <a:pt x="2191" y="2532"/>
                      </a:cubicBezTo>
                      <a:cubicBezTo>
                        <a:pt x="2077" y="2494"/>
                        <a:pt x="1964" y="2477"/>
                        <a:pt x="1853" y="2477"/>
                      </a:cubicBezTo>
                      <a:cubicBezTo>
                        <a:pt x="1202" y="2477"/>
                        <a:pt x="661" y="3092"/>
                        <a:pt x="834" y="3794"/>
                      </a:cubicBezTo>
                      <a:cubicBezTo>
                        <a:pt x="346" y="3901"/>
                        <a:pt x="1" y="4330"/>
                        <a:pt x="1" y="4818"/>
                      </a:cubicBezTo>
                      <a:lnTo>
                        <a:pt x="9764" y="4818"/>
                      </a:lnTo>
                      <a:cubicBezTo>
                        <a:pt x="9764" y="4425"/>
                        <a:pt x="9549" y="4068"/>
                        <a:pt x="9216" y="3890"/>
                      </a:cubicBezTo>
                      <a:cubicBezTo>
                        <a:pt x="9609" y="3104"/>
                        <a:pt x="9109" y="2163"/>
                        <a:pt x="8240" y="2044"/>
                      </a:cubicBezTo>
                      <a:lnTo>
                        <a:pt x="8240" y="2032"/>
                      </a:lnTo>
                      <a:cubicBezTo>
                        <a:pt x="8240" y="1520"/>
                        <a:pt x="7883" y="1080"/>
                        <a:pt x="7383" y="984"/>
                      </a:cubicBezTo>
                      <a:cubicBezTo>
                        <a:pt x="7219" y="331"/>
                        <a:pt x="6672" y="0"/>
                        <a:pt x="6125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12" name="Google Shape;512;p22"/>
                <p:cNvSpPr/>
                <p:nvPr/>
              </p:nvSpPr>
              <p:spPr>
                <a:xfrm>
                  <a:off x="6727355" y="3375649"/>
                  <a:ext cx="104445" cy="144455"/>
                </a:xfrm>
                <a:custGeom>
                  <a:rect b="b" l="l" r="r" t="t"/>
                  <a:pathLst>
                    <a:path extrusionOk="0" h="3965" w="2867">
                      <a:moveTo>
                        <a:pt x="1441" y="0"/>
                      </a:moveTo>
                      <a:cubicBezTo>
                        <a:pt x="1301" y="0"/>
                        <a:pt x="1162" y="92"/>
                        <a:pt x="1162" y="277"/>
                      </a:cubicBezTo>
                      <a:lnTo>
                        <a:pt x="1162" y="3027"/>
                      </a:lnTo>
                      <a:lnTo>
                        <a:pt x="602" y="2468"/>
                      </a:lnTo>
                      <a:cubicBezTo>
                        <a:pt x="539" y="2402"/>
                        <a:pt x="468" y="2375"/>
                        <a:pt x="400" y="2375"/>
                      </a:cubicBezTo>
                      <a:cubicBezTo>
                        <a:pt x="185" y="2375"/>
                        <a:pt x="1" y="2650"/>
                        <a:pt x="209" y="2849"/>
                      </a:cubicBezTo>
                      <a:lnTo>
                        <a:pt x="1245" y="3885"/>
                      </a:lnTo>
                      <a:cubicBezTo>
                        <a:pt x="1298" y="3938"/>
                        <a:pt x="1370" y="3965"/>
                        <a:pt x="1441" y="3965"/>
                      </a:cubicBezTo>
                      <a:cubicBezTo>
                        <a:pt x="1513" y="3965"/>
                        <a:pt x="1584" y="3938"/>
                        <a:pt x="1638" y="3885"/>
                      </a:cubicBezTo>
                      <a:lnTo>
                        <a:pt x="2674" y="2849"/>
                      </a:lnTo>
                      <a:cubicBezTo>
                        <a:pt x="2866" y="2647"/>
                        <a:pt x="2684" y="2374"/>
                        <a:pt x="2471" y="2374"/>
                      </a:cubicBezTo>
                      <a:cubicBezTo>
                        <a:pt x="2407" y="2374"/>
                        <a:pt x="2341" y="2399"/>
                        <a:pt x="2281" y="2456"/>
                      </a:cubicBezTo>
                      <a:lnTo>
                        <a:pt x="1721" y="3015"/>
                      </a:lnTo>
                      <a:lnTo>
                        <a:pt x="1721" y="277"/>
                      </a:lnTo>
                      <a:cubicBezTo>
                        <a:pt x="1721" y="92"/>
                        <a:pt x="1581" y="0"/>
                        <a:pt x="14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13" name="Google Shape;513;p22"/>
                <p:cNvSpPr/>
                <p:nvPr/>
              </p:nvSpPr>
              <p:spPr>
                <a:xfrm>
                  <a:off x="6831183" y="3375539"/>
                  <a:ext cx="103826" cy="144783"/>
                </a:xfrm>
                <a:custGeom>
                  <a:rect b="b" l="l" r="r" t="t"/>
                  <a:pathLst>
                    <a:path extrusionOk="0" h="3974" w="2850">
                      <a:moveTo>
                        <a:pt x="1425" y="0"/>
                      </a:moveTo>
                      <a:cubicBezTo>
                        <a:pt x="1354" y="0"/>
                        <a:pt x="1282" y="30"/>
                        <a:pt x="1229" y="90"/>
                      </a:cubicBezTo>
                      <a:lnTo>
                        <a:pt x="205" y="1113"/>
                      </a:lnTo>
                      <a:lnTo>
                        <a:pt x="193" y="1113"/>
                      </a:lnTo>
                      <a:cubicBezTo>
                        <a:pt x="0" y="1315"/>
                        <a:pt x="182" y="1588"/>
                        <a:pt x="396" y="1588"/>
                      </a:cubicBezTo>
                      <a:cubicBezTo>
                        <a:pt x="459" y="1588"/>
                        <a:pt x="526" y="1564"/>
                        <a:pt x="586" y="1506"/>
                      </a:cubicBezTo>
                      <a:lnTo>
                        <a:pt x="1145" y="947"/>
                      </a:lnTo>
                      <a:lnTo>
                        <a:pt x="1145" y="3697"/>
                      </a:lnTo>
                      <a:cubicBezTo>
                        <a:pt x="1145" y="3882"/>
                        <a:pt x="1285" y="3974"/>
                        <a:pt x="1425" y="3974"/>
                      </a:cubicBezTo>
                      <a:cubicBezTo>
                        <a:pt x="1565" y="3974"/>
                        <a:pt x="1705" y="3882"/>
                        <a:pt x="1705" y="3697"/>
                      </a:cubicBezTo>
                      <a:lnTo>
                        <a:pt x="1705" y="947"/>
                      </a:lnTo>
                      <a:lnTo>
                        <a:pt x="2264" y="1506"/>
                      </a:lnTo>
                      <a:cubicBezTo>
                        <a:pt x="2324" y="1564"/>
                        <a:pt x="2391" y="1588"/>
                        <a:pt x="2454" y="1588"/>
                      </a:cubicBezTo>
                      <a:cubicBezTo>
                        <a:pt x="2668" y="1588"/>
                        <a:pt x="2850" y="1315"/>
                        <a:pt x="2657" y="1113"/>
                      </a:cubicBezTo>
                      <a:lnTo>
                        <a:pt x="1621" y="90"/>
                      </a:lnTo>
                      <a:cubicBezTo>
                        <a:pt x="1568" y="30"/>
                        <a:pt x="1496" y="0"/>
                        <a:pt x="1425" y="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514" name="Google Shape;514;p22"/>
            <p:cNvGrpSpPr/>
            <p:nvPr/>
          </p:nvGrpSpPr>
          <p:grpSpPr>
            <a:xfrm>
              <a:off x="7240600" y="3151325"/>
              <a:ext cx="1216500" cy="611600"/>
              <a:chOff x="7367250" y="1737375"/>
              <a:chExt cx="1216500" cy="611600"/>
            </a:xfrm>
          </p:grpSpPr>
          <p:sp>
            <p:nvSpPr>
              <p:cNvPr id="515" name="Google Shape;515;p22"/>
              <p:cNvSpPr txBox="1"/>
              <p:nvPr/>
            </p:nvSpPr>
            <p:spPr>
              <a:xfrm>
                <a:off x="7367250" y="1737375"/>
                <a:ext cx="1052700" cy="183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0" spcFirstLastPara="1" rIns="0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>
                    <a:solidFill>
                      <a:schemeClr val="dk1"/>
                    </a:solidFill>
                    <a:latin typeface="Fira Sans"/>
                    <a:ea typeface="Fira Sans"/>
                    <a:cs typeface="Fira Sans"/>
                    <a:sym typeface="Fira Sans"/>
                  </a:rPr>
                  <a:t>Usability</a:t>
                </a:r>
                <a:endParaRPr b="1">
                  <a:solidFill>
                    <a:schemeClr val="dk1"/>
                  </a:solidFill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  <p:sp>
            <p:nvSpPr>
              <p:cNvPr id="516" name="Google Shape;516;p22"/>
              <p:cNvSpPr txBox="1"/>
              <p:nvPr/>
            </p:nvSpPr>
            <p:spPr>
              <a:xfrm>
                <a:off x="7367250" y="1943075"/>
                <a:ext cx="1216500" cy="40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0" spcFirstLastPara="1" rIns="0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100">
                    <a:solidFill>
                      <a:schemeClr val="dk1"/>
                    </a:solidFill>
                    <a:latin typeface="Fira Sans"/>
                    <a:ea typeface="Fira Sans"/>
                    <a:cs typeface="Fira Sans"/>
                    <a:sym typeface="Fira Sans"/>
                  </a:rPr>
                  <a:t>Frustration for users → Increased bounce rates</a:t>
                </a:r>
                <a:endParaRPr sz="1100">
                  <a:solidFill>
                    <a:schemeClr val="dk1"/>
                  </a:solidFill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</p:grpSp>
      </p:grpSp>
      <p:grpSp>
        <p:nvGrpSpPr>
          <p:cNvPr id="517" name="Google Shape;517;p22"/>
          <p:cNvGrpSpPr/>
          <p:nvPr/>
        </p:nvGrpSpPr>
        <p:grpSpPr>
          <a:xfrm>
            <a:off x="3572040" y="3762925"/>
            <a:ext cx="1993647" cy="756900"/>
            <a:chOff x="3572040" y="3071200"/>
            <a:chExt cx="1993647" cy="756900"/>
          </a:xfrm>
        </p:grpSpPr>
        <p:grpSp>
          <p:nvGrpSpPr>
            <p:cNvPr id="518" name="Google Shape;518;p22"/>
            <p:cNvGrpSpPr/>
            <p:nvPr/>
          </p:nvGrpSpPr>
          <p:grpSpPr>
            <a:xfrm>
              <a:off x="3572040" y="3071200"/>
              <a:ext cx="1993647" cy="756900"/>
              <a:chOff x="3572040" y="3071200"/>
              <a:chExt cx="1993647" cy="756900"/>
            </a:xfrm>
          </p:grpSpPr>
          <p:sp>
            <p:nvSpPr>
              <p:cNvPr id="519" name="Google Shape;519;p22"/>
              <p:cNvSpPr/>
              <p:nvPr/>
            </p:nvSpPr>
            <p:spPr>
              <a:xfrm>
                <a:off x="3812488" y="3071200"/>
                <a:ext cx="1753200" cy="7569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520" name="Google Shape;520;p22"/>
              <p:cNvGrpSpPr/>
              <p:nvPr/>
            </p:nvGrpSpPr>
            <p:grpSpPr>
              <a:xfrm>
                <a:off x="3572040" y="3199063"/>
                <a:ext cx="513163" cy="502768"/>
                <a:chOff x="3860240" y="3318488"/>
                <a:chExt cx="513163" cy="502768"/>
              </a:xfrm>
            </p:grpSpPr>
            <p:sp>
              <p:nvSpPr>
                <p:cNvPr id="521" name="Google Shape;521;p22"/>
                <p:cNvSpPr/>
                <p:nvPr/>
              </p:nvSpPr>
              <p:spPr>
                <a:xfrm>
                  <a:off x="3860240" y="3318488"/>
                  <a:ext cx="502734" cy="502768"/>
                </a:xfrm>
                <a:custGeom>
                  <a:rect b="b" l="l" r="r" t="t"/>
                  <a:pathLst>
                    <a:path extrusionOk="0" h="13800" w="13800">
                      <a:moveTo>
                        <a:pt x="6894" y="1"/>
                      </a:moveTo>
                      <a:cubicBezTo>
                        <a:pt x="3084" y="1"/>
                        <a:pt x="0" y="3096"/>
                        <a:pt x="0" y="6906"/>
                      </a:cubicBezTo>
                      <a:cubicBezTo>
                        <a:pt x="0" y="10716"/>
                        <a:pt x="3084" y="13800"/>
                        <a:pt x="6894" y="13800"/>
                      </a:cubicBezTo>
                      <a:cubicBezTo>
                        <a:pt x="10704" y="13800"/>
                        <a:pt x="13800" y="10716"/>
                        <a:pt x="13800" y="6906"/>
                      </a:cubicBezTo>
                      <a:cubicBezTo>
                        <a:pt x="13800" y="3096"/>
                        <a:pt x="10704" y="1"/>
                        <a:pt x="6894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22" name="Google Shape;522;p22"/>
                <p:cNvSpPr/>
                <p:nvPr/>
              </p:nvSpPr>
              <p:spPr>
                <a:xfrm>
                  <a:off x="3950007" y="3406105"/>
                  <a:ext cx="399091" cy="287197"/>
                </a:xfrm>
                <a:custGeom>
                  <a:rect b="b" l="l" r="r" t="t"/>
                  <a:pathLst>
                    <a:path extrusionOk="0" h="7883" w="10955">
                      <a:moveTo>
                        <a:pt x="120" y="1"/>
                      </a:moveTo>
                      <a:cubicBezTo>
                        <a:pt x="60" y="1"/>
                        <a:pt x="1" y="60"/>
                        <a:pt x="1" y="120"/>
                      </a:cubicBezTo>
                      <a:lnTo>
                        <a:pt x="1" y="7763"/>
                      </a:lnTo>
                      <a:cubicBezTo>
                        <a:pt x="1" y="7823"/>
                        <a:pt x="60" y="7883"/>
                        <a:pt x="120" y="7883"/>
                      </a:cubicBezTo>
                      <a:lnTo>
                        <a:pt x="10836" y="7883"/>
                      </a:lnTo>
                      <a:cubicBezTo>
                        <a:pt x="10895" y="7883"/>
                        <a:pt x="10955" y="7823"/>
                        <a:pt x="10955" y="7763"/>
                      </a:cubicBezTo>
                      <a:lnTo>
                        <a:pt x="10955" y="120"/>
                      </a:lnTo>
                      <a:cubicBezTo>
                        <a:pt x="10955" y="60"/>
                        <a:pt x="10895" y="1"/>
                        <a:pt x="10836" y="1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23" name="Google Shape;523;p22"/>
                <p:cNvSpPr/>
                <p:nvPr/>
              </p:nvSpPr>
              <p:spPr>
                <a:xfrm>
                  <a:off x="3975180" y="3428656"/>
                  <a:ext cx="337488" cy="242094"/>
                </a:xfrm>
                <a:custGeom>
                  <a:rect b="b" l="l" r="r" t="t"/>
                  <a:pathLst>
                    <a:path extrusionOk="0" h="6645" w="9264">
                      <a:moveTo>
                        <a:pt x="120" y="1"/>
                      </a:moveTo>
                      <a:cubicBezTo>
                        <a:pt x="48" y="1"/>
                        <a:pt x="1" y="60"/>
                        <a:pt x="1" y="120"/>
                      </a:cubicBezTo>
                      <a:lnTo>
                        <a:pt x="1" y="6525"/>
                      </a:lnTo>
                      <a:cubicBezTo>
                        <a:pt x="1" y="6585"/>
                        <a:pt x="48" y="6644"/>
                        <a:pt x="120" y="6644"/>
                      </a:cubicBezTo>
                      <a:lnTo>
                        <a:pt x="9145" y="6644"/>
                      </a:lnTo>
                      <a:cubicBezTo>
                        <a:pt x="9216" y="6644"/>
                        <a:pt x="9264" y="6585"/>
                        <a:pt x="9264" y="6525"/>
                      </a:cubicBezTo>
                      <a:lnTo>
                        <a:pt x="9264" y="120"/>
                      </a:lnTo>
                      <a:cubicBezTo>
                        <a:pt x="9264" y="60"/>
                        <a:pt x="9216" y="1"/>
                        <a:pt x="9145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24" name="Google Shape;524;p22"/>
                <p:cNvSpPr/>
                <p:nvPr/>
              </p:nvSpPr>
              <p:spPr>
                <a:xfrm>
                  <a:off x="4320875" y="3538424"/>
                  <a:ext cx="22587" cy="22588"/>
                </a:xfrm>
                <a:custGeom>
                  <a:rect b="b" l="l" r="r" t="t"/>
                  <a:pathLst>
                    <a:path extrusionOk="0" h="620" w="620">
                      <a:moveTo>
                        <a:pt x="310" y="0"/>
                      </a:moveTo>
                      <a:cubicBezTo>
                        <a:pt x="132" y="0"/>
                        <a:pt x="1" y="143"/>
                        <a:pt x="1" y="310"/>
                      </a:cubicBezTo>
                      <a:cubicBezTo>
                        <a:pt x="1" y="476"/>
                        <a:pt x="132" y="619"/>
                        <a:pt x="310" y="619"/>
                      </a:cubicBezTo>
                      <a:cubicBezTo>
                        <a:pt x="477" y="619"/>
                        <a:pt x="620" y="476"/>
                        <a:pt x="620" y="310"/>
                      </a:cubicBezTo>
                      <a:cubicBezTo>
                        <a:pt x="620" y="143"/>
                        <a:pt x="477" y="0"/>
                        <a:pt x="310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25" name="Google Shape;525;p22"/>
                <p:cNvSpPr/>
                <p:nvPr/>
              </p:nvSpPr>
              <p:spPr>
                <a:xfrm>
                  <a:off x="3920097" y="3534926"/>
                  <a:ext cx="148817" cy="267670"/>
                </a:xfrm>
                <a:custGeom>
                  <a:rect b="b" l="l" r="r" t="t"/>
                  <a:pathLst>
                    <a:path extrusionOk="0" h="7347" w="4085">
                      <a:moveTo>
                        <a:pt x="239" y="1"/>
                      </a:moveTo>
                      <a:cubicBezTo>
                        <a:pt x="108" y="13"/>
                        <a:pt x="0" y="132"/>
                        <a:pt x="12" y="263"/>
                      </a:cubicBezTo>
                      <a:lnTo>
                        <a:pt x="12" y="7085"/>
                      </a:lnTo>
                      <a:cubicBezTo>
                        <a:pt x="0" y="7228"/>
                        <a:pt x="108" y="7347"/>
                        <a:pt x="239" y="7347"/>
                      </a:cubicBezTo>
                      <a:lnTo>
                        <a:pt x="3846" y="7347"/>
                      </a:lnTo>
                      <a:cubicBezTo>
                        <a:pt x="3977" y="7347"/>
                        <a:pt x="4084" y="7228"/>
                        <a:pt x="4072" y="7085"/>
                      </a:cubicBezTo>
                      <a:lnTo>
                        <a:pt x="4072" y="263"/>
                      </a:lnTo>
                      <a:cubicBezTo>
                        <a:pt x="4084" y="132"/>
                        <a:pt x="3977" y="13"/>
                        <a:pt x="3846" y="1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26" name="Google Shape;526;p22"/>
                <p:cNvSpPr/>
                <p:nvPr/>
              </p:nvSpPr>
              <p:spPr>
                <a:xfrm>
                  <a:off x="3926181" y="3548369"/>
                  <a:ext cx="136649" cy="224752"/>
                </a:xfrm>
                <a:custGeom>
                  <a:rect b="b" l="l" r="r" t="t"/>
                  <a:pathLst>
                    <a:path extrusionOk="0" h="6169" w="3751">
                      <a:moveTo>
                        <a:pt x="60" y="1"/>
                      </a:moveTo>
                      <a:cubicBezTo>
                        <a:pt x="24" y="1"/>
                        <a:pt x="0" y="37"/>
                        <a:pt x="0" y="72"/>
                      </a:cubicBezTo>
                      <a:lnTo>
                        <a:pt x="0" y="6109"/>
                      </a:lnTo>
                      <a:cubicBezTo>
                        <a:pt x="0" y="6144"/>
                        <a:pt x="24" y="6168"/>
                        <a:pt x="60" y="6168"/>
                      </a:cubicBezTo>
                      <a:lnTo>
                        <a:pt x="3691" y="6168"/>
                      </a:lnTo>
                      <a:cubicBezTo>
                        <a:pt x="3727" y="6168"/>
                        <a:pt x="3751" y="6144"/>
                        <a:pt x="3751" y="6109"/>
                      </a:cubicBezTo>
                      <a:lnTo>
                        <a:pt x="3751" y="72"/>
                      </a:lnTo>
                      <a:cubicBezTo>
                        <a:pt x="3751" y="37"/>
                        <a:pt x="3727" y="1"/>
                        <a:pt x="3691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27" name="Google Shape;527;p22"/>
                <p:cNvSpPr/>
                <p:nvPr/>
              </p:nvSpPr>
              <p:spPr>
                <a:xfrm>
                  <a:off x="3983414" y="3776539"/>
                  <a:ext cx="22587" cy="22588"/>
                </a:xfrm>
                <a:custGeom>
                  <a:rect b="b" l="l" r="r" t="t"/>
                  <a:pathLst>
                    <a:path extrusionOk="0" h="620" w="620">
                      <a:moveTo>
                        <a:pt x="310" y="1"/>
                      </a:moveTo>
                      <a:cubicBezTo>
                        <a:pt x="132" y="1"/>
                        <a:pt x="1" y="143"/>
                        <a:pt x="1" y="310"/>
                      </a:cubicBezTo>
                      <a:cubicBezTo>
                        <a:pt x="1" y="477"/>
                        <a:pt x="132" y="620"/>
                        <a:pt x="310" y="620"/>
                      </a:cubicBezTo>
                      <a:cubicBezTo>
                        <a:pt x="477" y="620"/>
                        <a:pt x="620" y="477"/>
                        <a:pt x="620" y="310"/>
                      </a:cubicBezTo>
                      <a:cubicBezTo>
                        <a:pt x="620" y="143"/>
                        <a:pt x="477" y="1"/>
                        <a:pt x="310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28" name="Google Shape;528;p22"/>
                <p:cNvSpPr/>
                <p:nvPr/>
              </p:nvSpPr>
              <p:spPr>
                <a:xfrm>
                  <a:off x="4203349" y="3337141"/>
                  <a:ext cx="170055" cy="183110"/>
                </a:xfrm>
                <a:custGeom>
                  <a:rect b="b" l="l" r="r" t="t"/>
                  <a:pathLst>
                    <a:path extrusionOk="0" h="5026" w="4668">
                      <a:moveTo>
                        <a:pt x="2334" y="1"/>
                      </a:moveTo>
                      <a:lnTo>
                        <a:pt x="2191" y="215"/>
                      </a:lnTo>
                      <a:cubicBezTo>
                        <a:pt x="1905" y="560"/>
                        <a:pt x="1477" y="751"/>
                        <a:pt x="1036" y="763"/>
                      </a:cubicBezTo>
                      <a:cubicBezTo>
                        <a:pt x="810" y="751"/>
                        <a:pt x="596" y="715"/>
                        <a:pt x="393" y="632"/>
                      </a:cubicBezTo>
                      <a:lnTo>
                        <a:pt x="143" y="548"/>
                      </a:lnTo>
                      <a:lnTo>
                        <a:pt x="131" y="810"/>
                      </a:lnTo>
                      <a:cubicBezTo>
                        <a:pt x="119" y="905"/>
                        <a:pt x="0" y="3358"/>
                        <a:pt x="1060" y="4477"/>
                      </a:cubicBezTo>
                      <a:cubicBezTo>
                        <a:pt x="1384" y="4824"/>
                        <a:pt x="1832" y="5025"/>
                        <a:pt x="2305" y="5025"/>
                      </a:cubicBezTo>
                      <a:cubicBezTo>
                        <a:pt x="2319" y="5025"/>
                        <a:pt x="2332" y="5025"/>
                        <a:pt x="2346" y="5025"/>
                      </a:cubicBezTo>
                      <a:cubicBezTo>
                        <a:pt x="2359" y="5025"/>
                        <a:pt x="2372" y="5025"/>
                        <a:pt x="2386" y="5025"/>
                      </a:cubicBezTo>
                      <a:cubicBezTo>
                        <a:pt x="2848" y="5025"/>
                        <a:pt x="3295" y="4824"/>
                        <a:pt x="3608" y="4477"/>
                      </a:cubicBezTo>
                      <a:cubicBezTo>
                        <a:pt x="4667" y="3358"/>
                        <a:pt x="4536" y="905"/>
                        <a:pt x="4536" y="810"/>
                      </a:cubicBezTo>
                      <a:lnTo>
                        <a:pt x="4525" y="548"/>
                      </a:lnTo>
                      <a:lnTo>
                        <a:pt x="4275" y="632"/>
                      </a:lnTo>
                      <a:cubicBezTo>
                        <a:pt x="4072" y="715"/>
                        <a:pt x="3858" y="751"/>
                        <a:pt x="3632" y="763"/>
                      </a:cubicBezTo>
                      <a:cubicBezTo>
                        <a:pt x="3191" y="763"/>
                        <a:pt x="2762" y="560"/>
                        <a:pt x="2489" y="215"/>
                      </a:cubicBezTo>
                      <a:lnTo>
                        <a:pt x="2334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29" name="Google Shape;529;p22"/>
                <p:cNvSpPr/>
                <p:nvPr/>
              </p:nvSpPr>
              <p:spPr>
                <a:xfrm>
                  <a:off x="4207247" y="3349272"/>
                  <a:ext cx="163134" cy="164019"/>
                </a:xfrm>
                <a:custGeom>
                  <a:rect b="b" l="l" r="r" t="t"/>
                  <a:pathLst>
                    <a:path extrusionOk="0" h="4502" w="4478">
                      <a:moveTo>
                        <a:pt x="2239" y="1"/>
                      </a:moveTo>
                      <a:cubicBezTo>
                        <a:pt x="2239" y="1"/>
                        <a:pt x="1784" y="615"/>
                        <a:pt x="940" y="615"/>
                      </a:cubicBezTo>
                      <a:cubicBezTo>
                        <a:pt x="727" y="615"/>
                        <a:pt x="489" y="576"/>
                        <a:pt x="227" y="477"/>
                      </a:cubicBezTo>
                      <a:lnTo>
                        <a:pt x="227" y="477"/>
                      </a:lnTo>
                      <a:cubicBezTo>
                        <a:pt x="227" y="477"/>
                        <a:pt x="0" y="4501"/>
                        <a:pt x="2239" y="4501"/>
                      </a:cubicBezTo>
                      <a:cubicBezTo>
                        <a:pt x="4477" y="4501"/>
                        <a:pt x="4251" y="477"/>
                        <a:pt x="4251" y="477"/>
                      </a:cubicBezTo>
                      <a:lnTo>
                        <a:pt x="4251" y="477"/>
                      </a:lnTo>
                      <a:cubicBezTo>
                        <a:pt x="3989" y="576"/>
                        <a:pt x="3750" y="615"/>
                        <a:pt x="3537" y="615"/>
                      </a:cubicBezTo>
                      <a:cubicBezTo>
                        <a:pt x="2694" y="615"/>
                        <a:pt x="2239" y="1"/>
                        <a:pt x="2239" y="1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30" name="Google Shape;530;p22"/>
                <p:cNvSpPr/>
                <p:nvPr/>
              </p:nvSpPr>
              <p:spPr>
                <a:xfrm>
                  <a:off x="4214169" y="3349272"/>
                  <a:ext cx="74645" cy="79423"/>
                </a:xfrm>
                <a:custGeom>
                  <a:rect b="b" l="l" r="r" t="t"/>
                  <a:pathLst>
                    <a:path extrusionOk="0" h="2180" w="2049">
                      <a:moveTo>
                        <a:pt x="2049" y="1"/>
                      </a:moveTo>
                      <a:cubicBezTo>
                        <a:pt x="2049" y="1"/>
                        <a:pt x="1594" y="615"/>
                        <a:pt x="744" y="615"/>
                      </a:cubicBezTo>
                      <a:cubicBezTo>
                        <a:pt x="529" y="615"/>
                        <a:pt x="289" y="576"/>
                        <a:pt x="25" y="477"/>
                      </a:cubicBezTo>
                      <a:lnTo>
                        <a:pt x="25" y="477"/>
                      </a:lnTo>
                      <a:cubicBezTo>
                        <a:pt x="1" y="1049"/>
                        <a:pt x="37" y="1620"/>
                        <a:pt x="132" y="2180"/>
                      </a:cubicBezTo>
                      <a:lnTo>
                        <a:pt x="2049" y="2180"/>
                      </a:lnTo>
                      <a:lnTo>
                        <a:pt x="2049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31" name="Google Shape;531;p22"/>
                <p:cNvSpPr/>
                <p:nvPr/>
              </p:nvSpPr>
              <p:spPr>
                <a:xfrm>
                  <a:off x="4288779" y="3428656"/>
                  <a:ext cx="69436" cy="84633"/>
                </a:xfrm>
                <a:custGeom>
                  <a:rect b="b" l="l" r="r" t="t"/>
                  <a:pathLst>
                    <a:path extrusionOk="0" h="2323" w="1906">
                      <a:moveTo>
                        <a:pt x="1" y="1"/>
                      </a:moveTo>
                      <a:lnTo>
                        <a:pt x="1" y="2322"/>
                      </a:lnTo>
                      <a:cubicBezTo>
                        <a:pt x="1227" y="2322"/>
                        <a:pt x="1715" y="1096"/>
                        <a:pt x="1906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32" name="Google Shape;532;p22"/>
                <p:cNvSpPr/>
                <p:nvPr/>
              </p:nvSpPr>
              <p:spPr>
                <a:xfrm>
                  <a:off x="3861953" y="3618645"/>
                  <a:ext cx="138835" cy="149264"/>
                </a:xfrm>
                <a:custGeom>
                  <a:rect b="b" l="l" r="r" t="t"/>
                  <a:pathLst>
                    <a:path extrusionOk="0" h="4097" w="3811">
                      <a:moveTo>
                        <a:pt x="1906" y="1"/>
                      </a:moveTo>
                      <a:lnTo>
                        <a:pt x="1775" y="167"/>
                      </a:lnTo>
                      <a:cubicBezTo>
                        <a:pt x="1549" y="453"/>
                        <a:pt x="1204" y="620"/>
                        <a:pt x="846" y="620"/>
                      </a:cubicBezTo>
                      <a:cubicBezTo>
                        <a:pt x="668" y="620"/>
                        <a:pt x="489" y="584"/>
                        <a:pt x="322" y="513"/>
                      </a:cubicBezTo>
                      <a:lnTo>
                        <a:pt x="120" y="441"/>
                      </a:lnTo>
                      <a:lnTo>
                        <a:pt x="108" y="656"/>
                      </a:lnTo>
                      <a:cubicBezTo>
                        <a:pt x="108" y="739"/>
                        <a:pt x="1" y="2739"/>
                        <a:pt x="870" y="3644"/>
                      </a:cubicBezTo>
                      <a:cubicBezTo>
                        <a:pt x="1132" y="3942"/>
                        <a:pt x="1513" y="4096"/>
                        <a:pt x="1906" y="4096"/>
                      </a:cubicBezTo>
                      <a:cubicBezTo>
                        <a:pt x="2299" y="4096"/>
                        <a:pt x="2680" y="3942"/>
                        <a:pt x="2942" y="3644"/>
                      </a:cubicBezTo>
                      <a:cubicBezTo>
                        <a:pt x="3811" y="2739"/>
                        <a:pt x="3704" y="739"/>
                        <a:pt x="3704" y="656"/>
                      </a:cubicBezTo>
                      <a:lnTo>
                        <a:pt x="3692" y="441"/>
                      </a:lnTo>
                      <a:lnTo>
                        <a:pt x="3490" y="513"/>
                      </a:lnTo>
                      <a:cubicBezTo>
                        <a:pt x="3323" y="584"/>
                        <a:pt x="3144" y="620"/>
                        <a:pt x="2966" y="620"/>
                      </a:cubicBezTo>
                      <a:cubicBezTo>
                        <a:pt x="2608" y="620"/>
                        <a:pt x="2263" y="453"/>
                        <a:pt x="2037" y="167"/>
                      </a:cubicBezTo>
                      <a:lnTo>
                        <a:pt x="1906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33" name="Google Shape;533;p22"/>
                <p:cNvSpPr/>
                <p:nvPr/>
              </p:nvSpPr>
              <p:spPr>
                <a:xfrm>
                  <a:off x="3865450" y="3628190"/>
                  <a:ext cx="132314" cy="134072"/>
                </a:xfrm>
                <a:custGeom>
                  <a:rect b="b" l="l" r="r" t="t"/>
                  <a:pathLst>
                    <a:path extrusionOk="0" h="3680" w="3632">
                      <a:moveTo>
                        <a:pt x="1810" y="1"/>
                      </a:moveTo>
                      <a:cubicBezTo>
                        <a:pt x="1810" y="1"/>
                        <a:pt x="1442" y="514"/>
                        <a:pt x="749" y="514"/>
                      </a:cubicBezTo>
                      <a:cubicBezTo>
                        <a:pt x="579" y="514"/>
                        <a:pt x="388" y="483"/>
                        <a:pt x="179" y="405"/>
                      </a:cubicBezTo>
                      <a:lnTo>
                        <a:pt x="179" y="405"/>
                      </a:lnTo>
                      <a:cubicBezTo>
                        <a:pt x="179" y="406"/>
                        <a:pt x="0" y="3680"/>
                        <a:pt x="1810" y="3680"/>
                      </a:cubicBezTo>
                      <a:cubicBezTo>
                        <a:pt x="3632" y="3680"/>
                        <a:pt x="3453" y="406"/>
                        <a:pt x="3453" y="405"/>
                      </a:cubicBezTo>
                      <a:lnTo>
                        <a:pt x="3453" y="405"/>
                      </a:lnTo>
                      <a:cubicBezTo>
                        <a:pt x="3244" y="483"/>
                        <a:pt x="3053" y="514"/>
                        <a:pt x="2881" y="514"/>
                      </a:cubicBezTo>
                      <a:cubicBezTo>
                        <a:pt x="2186" y="514"/>
                        <a:pt x="1810" y="1"/>
                        <a:pt x="1810" y="1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34" name="Google Shape;534;p22"/>
                <p:cNvSpPr/>
                <p:nvPr/>
              </p:nvSpPr>
              <p:spPr>
                <a:xfrm>
                  <a:off x="3871097" y="3628190"/>
                  <a:ext cx="60729" cy="65105"/>
                </a:xfrm>
                <a:custGeom>
                  <a:rect b="b" l="l" r="r" t="t"/>
                  <a:pathLst>
                    <a:path extrusionOk="0" h="1787" w="1667">
                      <a:moveTo>
                        <a:pt x="1655" y="1"/>
                      </a:moveTo>
                      <a:cubicBezTo>
                        <a:pt x="1655" y="1"/>
                        <a:pt x="1279" y="514"/>
                        <a:pt x="590" y="514"/>
                      </a:cubicBezTo>
                      <a:cubicBezTo>
                        <a:pt x="420" y="514"/>
                        <a:pt x="231" y="483"/>
                        <a:pt x="24" y="405"/>
                      </a:cubicBezTo>
                      <a:lnTo>
                        <a:pt x="24" y="405"/>
                      </a:lnTo>
                      <a:cubicBezTo>
                        <a:pt x="0" y="858"/>
                        <a:pt x="36" y="1322"/>
                        <a:pt x="107" y="1787"/>
                      </a:cubicBezTo>
                      <a:lnTo>
                        <a:pt x="1667" y="1787"/>
                      </a:lnTo>
                      <a:lnTo>
                        <a:pt x="1655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35" name="Google Shape;535;p22"/>
                <p:cNvSpPr/>
                <p:nvPr/>
              </p:nvSpPr>
              <p:spPr>
                <a:xfrm>
                  <a:off x="3931354" y="3693257"/>
                  <a:ext cx="56430" cy="69003"/>
                </a:xfrm>
                <a:custGeom>
                  <a:rect b="b" l="l" r="r" t="t"/>
                  <a:pathLst>
                    <a:path extrusionOk="0" h="1894" w="1549">
                      <a:moveTo>
                        <a:pt x="1" y="1"/>
                      </a:moveTo>
                      <a:lnTo>
                        <a:pt x="1" y="1894"/>
                      </a:lnTo>
                      <a:cubicBezTo>
                        <a:pt x="1001" y="1894"/>
                        <a:pt x="1406" y="894"/>
                        <a:pt x="1549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536" name="Google Shape;536;p22"/>
            <p:cNvGrpSpPr/>
            <p:nvPr/>
          </p:nvGrpSpPr>
          <p:grpSpPr>
            <a:xfrm>
              <a:off x="4192050" y="3127250"/>
              <a:ext cx="1300825" cy="635675"/>
              <a:chOff x="4542025" y="1713300"/>
              <a:chExt cx="1300825" cy="635675"/>
            </a:xfrm>
          </p:grpSpPr>
          <p:sp>
            <p:nvSpPr>
              <p:cNvPr id="537" name="Google Shape;537;p22"/>
              <p:cNvSpPr txBox="1"/>
              <p:nvPr/>
            </p:nvSpPr>
            <p:spPr>
              <a:xfrm>
                <a:off x="4542025" y="1713300"/>
                <a:ext cx="1300800" cy="207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0" spcFirstLastPara="1" rIns="0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1200">
                    <a:solidFill>
                      <a:schemeClr val="dk1"/>
                    </a:solidFill>
                    <a:latin typeface="Fira Sans"/>
                    <a:ea typeface="Fira Sans"/>
                    <a:cs typeface="Fira Sans"/>
                    <a:sym typeface="Fira Sans"/>
                  </a:rPr>
                  <a:t>Bot Advancements</a:t>
                </a:r>
                <a:endParaRPr b="1" sz="1200">
                  <a:solidFill>
                    <a:schemeClr val="dk1"/>
                  </a:solidFill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  <p:sp>
            <p:nvSpPr>
              <p:cNvPr id="538" name="Google Shape;538;p22"/>
              <p:cNvSpPr txBox="1"/>
              <p:nvPr/>
            </p:nvSpPr>
            <p:spPr>
              <a:xfrm>
                <a:off x="4597250" y="1943075"/>
                <a:ext cx="1245600" cy="40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0" spcFirstLastPara="1" rIns="0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100">
                    <a:solidFill>
                      <a:schemeClr val="dk1"/>
                    </a:solidFill>
                    <a:latin typeface="Fira Sans"/>
                    <a:ea typeface="Fira Sans"/>
                    <a:cs typeface="Fira Sans"/>
                    <a:sym typeface="Fira Sans"/>
                  </a:rPr>
                  <a:t>AI-driven bots can solve traditional CAPTCHAs</a:t>
                </a:r>
                <a:endParaRPr sz="1100">
                  <a:solidFill>
                    <a:schemeClr val="dk1"/>
                  </a:solidFill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</p:grp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23"/>
          <p:cNvSpPr txBox="1"/>
          <p:nvPr>
            <p:ph type="title"/>
          </p:nvPr>
        </p:nvSpPr>
        <p:spPr>
          <a:xfrm>
            <a:off x="457200" y="292625"/>
            <a:ext cx="8229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Innovations in CAPTCHA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44" name="Google Shape;544;p23"/>
          <p:cNvGrpSpPr/>
          <p:nvPr/>
        </p:nvGrpSpPr>
        <p:grpSpPr>
          <a:xfrm>
            <a:off x="1368449" y="1322092"/>
            <a:ext cx="6379564" cy="1519332"/>
            <a:chOff x="1368449" y="1322092"/>
            <a:chExt cx="6379564" cy="1519332"/>
          </a:xfrm>
        </p:grpSpPr>
        <p:grpSp>
          <p:nvGrpSpPr>
            <p:cNvPr id="545" name="Google Shape;545;p23"/>
            <p:cNvGrpSpPr/>
            <p:nvPr/>
          </p:nvGrpSpPr>
          <p:grpSpPr>
            <a:xfrm>
              <a:off x="1368449" y="1322092"/>
              <a:ext cx="1520045" cy="1482479"/>
              <a:chOff x="1368449" y="1322092"/>
              <a:chExt cx="1520045" cy="1482479"/>
            </a:xfrm>
          </p:grpSpPr>
          <p:grpSp>
            <p:nvGrpSpPr>
              <p:cNvPr id="546" name="Google Shape;546;p23"/>
              <p:cNvGrpSpPr/>
              <p:nvPr/>
            </p:nvGrpSpPr>
            <p:grpSpPr>
              <a:xfrm>
                <a:off x="1368449" y="1871157"/>
                <a:ext cx="400002" cy="338745"/>
                <a:chOff x="2206649" y="1490157"/>
                <a:chExt cx="400002" cy="338745"/>
              </a:xfrm>
            </p:grpSpPr>
            <p:sp>
              <p:nvSpPr>
                <p:cNvPr id="547" name="Google Shape;547;p23"/>
                <p:cNvSpPr/>
                <p:nvPr/>
              </p:nvSpPr>
              <p:spPr>
                <a:xfrm>
                  <a:off x="2206649" y="1490157"/>
                  <a:ext cx="307472" cy="338745"/>
                </a:xfrm>
                <a:custGeom>
                  <a:rect b="b" l="l" r="r" t="t"/>
                  <a:pathLst>
                    <a:path extrusionOk="0" h="10258" w="9311">
                      <a:moveTo>
                        <a:pt x="4763" y="0"/>
                      </a:moveTo>
                      <a:lnTo>
                        <a:pt x="4441" y="441"/>
                      </a:lnTo>
                      <a:cubicBezTo>
                        <a:pt x="3858" y="1131"/>
                        <a:pt x="3001" y="1536"/>
                        <a:pt x="2096" y="1548"/>
                      </a:cubicBezTo>
                      <a:cubicBezTo>
                        <a:pt x="1643" y="1536"/>
                        <a:pt x="1203" y="1453"/>
                        <a:pt x="786" y="1286"/>
                      </a:cubicBezTo>
                      <a:lnTo>
                        <a:pt x="286" y="1107"/>
                      </a:lnTo>
                      <a:lnTo>
                        <a:pt x="262" y="1643"/>
                      </a:lnTo>
                      <a:cubicBezTo>
                        <a:pt x="250" y="1846"/>
                        <a:pt x="0" y="6858"/>
                        <a:pt x="2155" y="9132"/>
                      </a:cubicBezTo>
                      <a:cubicBezTo>
                        <a:pt x="2864" y="9882"/>
                        <a:pt x="3813" y="10257"/>
                        <a:pt x="4763" y="10257"/>
                      </a:cubicBezTo>
                      <a:cubicBezTo>
                        <a:pt x="5712" y="10257"/>
                        <a:pt x="6662" y="9882"/>
                        <a:pt x="7370" y="9132"/>
                      </a:cubicBezTo>
                      <a:cubicBezTo>
                        <a:pt x="7465" y="9037"/>
                        <a:pt x="7549" y="8942"/>
                        <a:pt x="7632" y="8835"/>
                      </a:cubicBezTo>
                      <a:cubicBezTo>
                        <a:pt x="6430" y="8751"/>
                        <a:pt x="5513" y="7763"/>
                        <a:pt x="5513" y="6572"/>
                      </a:cubicBezTo>
                      <a:cubicBezTo>
                        <a:pt x="5513" y="5224"/>
                        <a:pt x="6617" y="4284"/>
                        <a:pt x="7800" y="4284"/>
                      </a:cubicBezTo>
                      <a:cubicBezTo>
                        <a:pt x="8247" y="4284"/>
                        <a:pt x="8706" y="4418"/>
                        <a:pt x="9120" y="4715"/>
                      </a:cubicBezTo>
                      <a:cubicBezTo>
                        <a:pt x="9251" y="3703"/>
                        <a:pt x="9311" y="2667"/>
                        <a:pt x="9263" y="1643"/>
                      </a:cubicBezTo>
                      <a:lnTo>
                        <a:pt x="9240" y="1107"/>
                      </a:lnTo>
                      <a:lnTo>
                        <a:pt x="8739" y="1286"/>
                      </a:lnTo>
                      <a:cubicBezTo>
                        <a:pt x="8311" y="1453"/>
                        <a:pt x="7870" y="1536"/>
                        <a:pt x="7418" y="1548"/>
                      </a:cubicBezTo>
                      <a:cubicBezTo>
                        <a:pt x="6513" y="1536"/>
                        <a:pt x="5656" y="1131"/>
                        <a:pt x="5084" y="441"/>
                      </a:cubicBezTo>
                      <a:lnTo>
                        <a:pt x="4763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48" name="Google Shape;548;p23"/>
                <p:cNvSpPr/>
                <p:nvPr/>
              </p:nvSpPr>
              <p:spPr>
                <a:xfrm>
                  <a:off x="2347787" y="1620299"/>
                  <a:ext cx="202923" cy="173500"/>
                </a:xfrm>
                <a:custGeom>
                  <a:rect b="b" l="l" r="r" t="t"/>
                  <a:pathLst>
                    <a:path extrusionOk="0" h="5254" w="6145">
                      <a:moveTo>
                        <a:pt x="3496" y="344"/>
                      </a:moveTo>
                      <a:cubicBezTo>
                        <a:pt x="4669" y="344"/>
                        <a:pt x="5799" y="1253"/>
                        <a:pt x="5799" y="2631"/>
                      </a:cubicBezTo>
                      <a:cubicBezTo>
                        <a:pt x="5799" y="3882"/>
                        <a:pt x="4775" y="4905"/>
                        <a:pt x="3513" y="4905"/>
                      </a:cubicBezTo>
                      <a:cubicBezTo>
                        <a:pt x="1489" y="4905"/>
                        <a:pt x="477" y="2453"/>
                        <a:pt x="1906" y="1012"/>
                      </a:cubicBezTo>
                      <a:cubicBezTo>
                        <a:pt x="2367" y="551"/>
                        <a:pt x="2936" y="344"/>
                        <a:pt x="3496" y="344"/>
                      </a:cubicBezTo>
                      <a:close/>
                      <a:moveTo>
                        <a:pt x="3513" y="0"/>
                      </a:moveTo>
                      <a:cubicBezTo>
                        <a:pt x="1179" y="0"/>
                        <a:pt x="1" y="2834"/>
                        <a:pt x="1656" y="4477"/>
                      </a:cubicBezTo>
                      <a:cubicBezTo>
                        <a:pt x="2192" y="5013"/>
                        <a:pt x="2852" y="5253"/>
                        <a:pt x="3499" y="5253"/>
                      </a:cubicBezTo>
                      <a:cubicBezTo>
                        <a:pt x="4849" y="5253"/>
                        <a:pt x="6144" y="4209"/>
                        <a:pt x="6144" y="2631"/>
                      </a:cubicBezTo>
                      <a:cubicBezTo>
                        <a:pt x="6144" y="1179"/>
                        <a:pt x="4966" y="0"/>
                        <a:pt x="3513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49" name="Google Shape;549;p23"/>
                <p:cNvSpPr/>
                <p:nvPr/>
              </p:nvSpPr>
              <p:spPr>
                <a:xfrm>
                  <a:off x="2398675" y="1602731"/>
                  <a:ext cx="207976" cy="153621"/>
                </a:xfrm>
                <a:custGeom>
                  <a:rect b="b" l="l" r="r" t="t"/>
                  <a:pathLst>
                    <a:path extrusionOk="0" h="4652" w="6298">
                      <a:moveTo>
                        <a:pt x="5648" y="1"/>
                      </a:moveTo>
                      <a:cubicBezTo>
                        <a:pt x="5545" y="1"/>
                        <a:pt x="5438" y="38"/>
                        <a:pt x="5341" y="127"/>
                      </a:cubicBezTo>
                      <a:lnTo>
                        <a:pt x="1936" y="3533"/>
                      </a:lnTo>
                      <a:lnTo>
                        <a:pt x="960" y="2556"/>
                      </a:lnTo>
                      <a:cubicBezTo>
                        <a:pt x="864" y="2468"/>
                        <a:pt x="758" y="2431"/>
                        <a:pt x="657" y="2431"/>
                      </a:cubicBezTo>
                      <a:cubicBezTo>
                        <a:pt x="305" y="2431"/>
                        <a:pt x="0" y="2878"/>
                        <a:pt x="305" y="3211"/>
                      </a:cubicBezTo>
                      <a:lnTo>
                        <a:pt x="1615" y="4509"/>
                      </a:lnTo>
                      <a:cubicBezTo>
                        <a:pt x="1698" y="4592"/>
                        <a:pt x="1817" y="4652"/>
                        <a:pt x="1936" y="4652"/>
                      </a:cubicBezTo>
                      <a:cubicBezTo>
                        <a:pt x="2055" y="4640"/>
                        <a:pt x="2174" y="4592"/>
                        <a:pt x="2258" y="4509"/>
                      </a:cubicBezTo>
                      <a:lnTo>
                        <a:pt x="5984" y="782"/>
                      </a:lnTo>
                      <a:cubicBezTo>
                        <a:pt x="6298" y="441"/>
                        <a:pt x="5998" y="1"/>
                        <a:pt x="5648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550" name="Google Shape;550;p23"/>
              <p:cNvGrpSpPr/>
              <p:nvPr/>
            </p:nvGrpSpPr>
            <p:grpSpPr>
              <a:xfrm>
                <a:off x="2494106" y="1322092"/>
                <a:ext cx="360573" cy="350171"/>
                <a:chOff x="2951306" y="941092"/>
                <a:chExt cx="360573" cy="350171"/>
              </a:xfrm>
            </p:grpSpPr>
            <p:sp>
              <p:nvSpPr>
                <p:cNvPr id="551" name="Google Shape;551;p23"/>
                <p:cNvSpPr/>
                <p:nvPr/>
              </p:nvSpPr>
              <p:spPr>
                <a:xfrm>
                  <a:off x="3202541" y="1216896"/>
                  <a:ext cx="1222" cy="2378"/>
                </a:xfrm>
                <a:custGeom>
                  <a:rect b="b" l="l" r="r" t="t"/>
                  <a:pathLst>
                    <a:path extrusionOk="0" h="72" w="37">
                      <a:moveTo>
                        <a:pt x="37" y="0"/>
                      </a:moveTo>
                      <a:lnTo>
                        <a:pt x="1" y="72"/>
                      </a:lnTo>
                      <a:lnTo>
                        <a:pt x="1" y="72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52" name="Google Shape;552;p23"/>
                <p:cNvSpPr/>
                <p:nvPr/>
              </p:nvSpPr>
              <p:spPr>
                <a:xfrm>
                  <a:off x="2951306" y="941092"/>
                  <a:ext cx="360573" cy="350171"/>
                </a:xfrm>
                <a:custGeom>
                  <a:rect b="b" l="l" r="r" t="t"/>
                  <a:pathLst>
                    <a:path extrusionOk="0" h="10604" w="10919">
                      <a:moveTo>
                        <a:pt x="7430" y="4935"/>
                      </a:moveTo>
                      <a:cubicBezTo>
                        <a:pt x="7656" y="4947"/>
                        <a:pt x="7859" y="5066"/>
                        <a:pt x="7978" y="5257"/>
                      </a:cubicBezTo>
                      <a:cubicBezTo>
                        <a:pt x="8192" y="5638"/>
                        <a:pt x="7954" y="6185"/>
                        <a:pt x="7418" y="6483"/>
                      </a:cubicBezTo>
                      <a:lnTo>
                        <a:pt x="7430" y="6483"/>
                      </a:lnTo>
                      <a:cubicBezTo>
                        <a:pt x="7207" y="6610"/>
                        <a:pt x="6971" y="6672"/>
                        <a:pt x="6756" y="6672"/>
                      </a:cubicBezTo>
                      <a:cubicBezTo>
                        <a:pt x="6466" y="6672"/>
                        <a:pt x="6215" y="6559"/>
                        <a:pt x="6085" y="6340"/>
                      </a:cubicBezTo>
                      <a:cubicBezTo>
                        <a:pt x="6049" y="6281"/>
                        <a:pt x="6025" y="6197"/>
                        <a:pt x="6013" y="6126"/>
                      </a:cubicBezTo>
                      <a:cubicBezTo>
                        <a:pt x="6311" y="6031"/>
                        <a:pt x="6823" y="5745"/>
                        <a:pt x="7430" y="4935"/>
                      </a:cubicBezTo>
                      <a:close/>
                      <a:moveTo>
                        <a:pt x="3489" y="4935"/>
                      </a:moveTo>
                      <a:cubicBezTo>
                        <a:pt x="4108" y="5745"/>
                        <a:pt x="4608" y="6031"/>
                        <a:pt x="4906" y="6126"/>
                      </a:cubicBezTo>
                      <a:cubicBezTo>
                        <a:pt x="4894" y="6209"/>
                        <a:pt x="4870" y="6281"/>
                        <a:pt x="4835" y="6352"/>
                      </a:cubicBezTo>
                      <a:cubicBezTo>
                        <a:pt x="4712" y="6563"/>
                        <a:pt x="4466" y="6673"/>
                        <a:pt x="4179" y="6673"/>
                      </a:cubicBezTo>
                      <a:cubicBezTo>
                        <a:pt x="3964" y="6673"/>
                        <a:pt x="3726" y="6611"/>
                        <a:pt x="3501" y="6483"/>
                      </a:cubicBezTo>
                      <a:cubicBezTo>
                        <a:pt x="2977" y="6185"/>
                        <a:pt x="2739" y="5638"/>
                        <a:pt x="2953" y="5257"/>
                      </a:cubicBezTo>
                      <a:cubicBezTo>
                        <a:pt x="3073" y="5066"/>
                        <a:pt x="3263" y="4959"/>
                        <a:pt x="3489" y="4935"/>
                      </a:cubicBezTo>
                      <a:close/>
                      <a:moveTo>
                        <a:pt x="5466" y="6578"/>
                      </a:moveTo>
                      <a:cubicBezTo>
                        <a:pt x="5513" y="6578"/>
                        <a:pt x="5561" y="6602"/>
                        <a:pt x="5585" y="6650"/>
                      </a:cubicBezTo>
                      <a:lnTo>
                        <a:pt x="6037" y="7436"/>
                      </a:lnTo>
                      <a:cubicBezTo>
                        <a:pt x="6061" y="7471"/>
                        <a:pt x="6061" y="7531"/>
                        <a:pt x="6037" y="7567"/>
                      </a:cubicBezTo>
                      <a:cubicBezTo>
                        <a:pt x="6017" y="7597"/>
                        <a:pt x="5978" y="7628"/>
                        <a:pt x="5937" y="7628"/>
                      </a:cubicBezTo>
                      <a:cubicBezTo>
                        <a:pt x="5931" y="7628"/>
                        <a:pt x="5924" y="7628"/>
                        <a:pt x="5918" y="7626"/>
                      </a:cubicBezTo>
                      <a:lnTo>
                        <a:pt x="5013" y="7626"/>
                      </a:lnTo>
                      <a:cubicBezTo>
                        <a:pt x="5007" y="7628"/>
                        <a:pt x="5000" y="7628"/>
                        <a:pt x="4994" y="7628"/>
                      </a:cubicBezTo>
                      <a:cubicBezTo>
                        <a:pt x="4953" y="7628"/>
                        <a:pt x="4915" y="7597"/>
                        <a:pt x="4894" y="7567"/>
                      </a:cubicBezTo>
                      <a:cubicBezTo>
                        <a:pt x="4870" y="7531"/>
                        <a:pt x="4870" y="7471"/>
                        <a:pt x="4894" y="7436"/>
                      </a:cubicBezTo>
                      <a:lnTo>
                        <a:pt x="5347" y="6650"/>
                      </a:lnTo>
                      <a:cubicBezTo>
                        <a:pt x="5370" y="6602"/>
                        <a:pt x="5418" y="6578"/>
                        <a:pt x="5466" y="6578"/>
                      </a:cubicBezTo>
                      <a:close/>
                      <a:moveTo>
                        <a:pt x="8996" y="1"/>
                      </a:moveTo>
                      <a:cubicBezTo>
                        <a:pt x="8892" y="1"/>
                        <a:pt x="8786" y="21"/>
                        <a:pt x="8680" y="66"/>
                      </a:cubicBezTo>
                      <a:cubicBezTo>
                        <a:pt x="8156" y="280"/>
                        <a:pt x="8026" y="970"/>
                        <a:pt x="8442" y="1363"/>
                      </a:cubicBezTo>
                      <a:lnTo>
                        <a:pt x="7442" y="2364"/>
                      </a:lnTo>
                      <a:cubicBezTo>
                        <a:pt x="6866" y="1916"/>
                        <a:pt x="6171" y="1678"/>
                        <a:pt x="5465" y="1678"/>
                      </a:cubicBezTo>
                      <a:cubicBezTo>
                        <a:pt x="5251" y="1678"/>
                        <a:pt x="5036" y="1700"/>
                        <a:pt x="4823" y="1744"/>
                      </a:cubicBezTo>
                      <a:cubicBezTo>
                        <a:pt x="4335" y="1840"/>
                        <a:pt x="3870" y="2042"/>
                        <a:pt x="3489" y="2352"/>
                      </a:cubicBezTo>
                      <a:lnTo>
                        <a:pt x="2489" y="1363"/>
                      </a:lnTo>
                      <a:cubicBezTo>
                        <a:pt x="2894" y="970"/>
                        <a:pt x="2763" y="292"/>
                        <a:pt x="2239" y="66"/>
                      </a:cubicBezTo>
                      <a:cubicBezTo>
                        <a:pt x="2138" y="24"/>
                        <a:pt x="2035" y="5"/>
                        <a:pt x="1935" y="5"/>
                      </a:cubicBezTo>
                      <a:cubicBezTo>
                        <a:pt x="1516" y="5"/>
                        <a:pt x="1144" y="342"/>
                        <a:pt x="1144" y="804"/>
                      </a:cubicBezTo>
                      <a:cubicBezTo>
                        <a:pt x="1144" y="887"/>
                        <a:pt x="1168" y="970"/>
                        <a:pt x="1191" y="1042"/>
                      </a:cubicBezTo>
                      <a:cubicBezTo>
                        <a:pt x="1108" y="1018"/>
                        <a:pt x="1037" y="994"/>
                        <a:pt x="953" y="994"/>
                      </a:cubicBezTo>
                      <a:cubicBezTo>
                        <a:pt x="382" y="994"/>
                        <a:pt x="1" y="1566"/>
                        <a:pt x="215" y="2090"/>
                      </a:cubicBezTo>
                      <a:cubicBezTo>
                        <a:pt x="345" y="2407"/>
                        <a:pt x="645" y="2580"/>
                        <a:pt x="951" y="2580"/>
                      </a:cubicBezTo>
                      <a:cubicBezTo>
                        <a:pt x="1151" y="2580"/>
                        <a:pt x="1353" y="2507"/>
                        <a:pt x="1513" y="2352"/>
                      </a:cubicBezTo>
                      <a:lnTo>
                        <a:pt x="2596" y="3435"/>
                      </a:lnTo>
                      <a:cubicBezTo>
                        <a:pt x="2465" y="3685"/>
                        <a:pt x="2370" y="3947"/>
                        <a:pt x="2322" y="4221"/>
                      </a:cubicBezTo>
                      <a:cubicBezTo>
                        <a:pt x="2120" y="5150"/>
                        <a:pt x="2346" y="6114"/>
                        <a:pt x="2930" y="6864"/>
                      </a:cubicBezTo>
                      <a:lnTo>
                        <a:pt x="1525" y="8269"/>
                      </a:lnTo>
                      <a:cubicBezTo>
                        <a:pt x="1368" y="8107"/>
                        <a:pt x="1164" y="8031"/>
                        <a:pt x="961" y="8031"/>
                      </a:cubicBezTo>
                      <a:cubicBezTo>
                        <a:pt x="657" y="8031"/>
                        <a:pt x="356" y="8204"/>
                        <a:pt x="227" y="8519"/>
                      </a:cubicBezTo>
                      <a:cubicBezTo>
                        <a:pt x="13" y="9043"/>
                        <a:pt x="394" y="9614"/>
                        <a:pt x="965" y="9614"/>
                      </a:cubicBezTo>
                      <a:cubicBezTo>
                        <a:pt x="1037" y="9614"/>
                        <a:pt x="1120" y="9602"/>
                        <a:pt x="1203" y="9567"/>
                      </a:cubicBezTo>
                      <a:lnTo>
                        <a:pt x="1203" y="9567"/>
                      </a:lnTo>
                      <a:cubicBezTo>
                        <a:pt x="1168" y="9650"/>
                        <a:pt x="1156" y="9733"/>
                        <a:pt x="1156" y="9805"/>
                      </a:cubicBezTo>
                      <a:cubicBezTo>
                        <a:pt x="1156" y="10266"/>
                        <a:pt x="1528" y="10604"/>
                        <a:pt x="1947" y="10604"/>
                      </a:cubicBezTo>
                      <a:cubicBezTo>
                        <a:pt x="2047" y="10604"/>
                        <a:pt x="2150" y="10584"/>
                        <a:pt x="2251" y="10543"/>
                      </a:cubicBezTo>
                      <a:cubicBezTo>
                        <a:pt x="2775" y="10329"/>
                        <a:pt x="2906" y="9650"/>
                        <a:pt x="2513" y="9245"/>
                      </a:cubicBezTo>
                      <a:lnTo>
                        <a:pt x="3323" y="8424"/>
                      </a:lnTo>
                      <a:lnTo>
                        <a:pt x="3287" y="8364"/>
                      </a:lnTo>
                      <a:lnTo>
                        <a:pt x="3287" y="8364"/>
                      </a:lnTo>
                      <a:cubicBezTo>
                        <a:pt x="3299" y="8376"/>
                        <a:pt x="3311" y="8400"/>
                        <a:pt x="3334" y="8424"/>
                      </a:cubicBezTo>
                      <a:cubicBezTo>
                        <a:pt x="3537" y="8733"/>
                        <a:pt x="3894" y="8924"/>
                        <a:pt x="4275" y="8924"/>
                      </a:cubicBezTo>
                      <a:lnTo>
                        <a:pt x="6656" y="8924"/>
                      </a:lnTo>
                      <a:cubicBezTo>
                        <a:pt x="7037" y="8924"/>
                        <a:pt x="7394" y="8733"/>
                        <a:pt x="7609" y="8424"/>
                      </a:cubicBezTo>
                      <a:lnTo>
                        <a:pt x="8430" y="9245"/>
                      </a:lnTo>
                      <a:cubicBezTo>
                        <a:pt x="8037" y="9650"/>
                        <a:pt x="8168" y="10329"/>
                        <a:pt x="8692" y="10543"/>
                      </a:cubicBezTo>
                      <a:cubicBezTo>
                        <a:pt x="8793" y="10584"/>
                        <a:pt x="8896" y="10604"/>
                        <a:pt x="8996" y="10604"/>
                      </a:cubicBezTo>
                      <a:cubicBezTo>
                        <a:pt x="9415" y="10604"/>
                        <a:pt x="9788" y="10266"/>
                        <a:pt x="9788" y="9805"/>
                      </a:cubicBezTo>
                      <a:cubicBezTo>
                        <a:pt x="9788" y="9722"/>
                        <a:pt x="9764" y="9650"/>
                        <a:pt x="9740" y="9567"/>
                      </a:cubicBezTo>
                      <a:lnTo>
                        <a:pt x="9740" y="9567"/>
                      </a:lnTo>
                      <a:cubicBezTo>
                        <a:pt x="9811" y="9602"/>
                        <a:pt x="9895" y="9614"/>
                        <a:pt x="9978" y="9614"/>
                      </a:cubicBezTo>
                      <a:cubicBezTo>
                        <a:pt x="9992" y="9615"/>
                        <a:pt x="10007" y="9616"/>
                        <a:pt x="10021" y="9616"/>
                      </a:cubicBezTo>
                      <a:cubicBezTo>
                        <a:pt x="10454" y="9616"/>
                        <a:pt x="10812" y="9267"/>
                        <a:pt x="10812" y="8829"/>
                      </a:cubicBezTo>
                      <a:cubicBezTo>
                        <a:pt x="10812" y="8390"/>
                        <a:pt x="10454" y="8030"/>
                        <a:pt x="10020" y="8030"/>
                      </a:cubicBezTo>
                      <a:cubicBezTo>
                        <a:pt x="10006" y="8030"/>
                        <a:pt x="9992" y="8030"/>
                        <a:pt x="9978" y="8031"/>
                      </a:cubicBezTo>
                      <a:lnTo>
                        <a:pt x="9978" y="8043"/>
                      </a:lnTo>
                      <a:cubicBezTo>
                        <a:pt x="9764" y="8043"/>
                        <a:pt x="9561" y="8126"/>
                        <a:pt x="9407" y="8281"/>
                      </a:cubicBezTo>
                      <a:lnTo>
                        <a:pt x="7990" y="6852"/>
                      </a:lnTo>
                      <a:cubicBezTo>
                        <a:pt x="8752" y="5876"/>
                        <a:pt x="8883" y="4542"/>
                        <a:pt x="8323" y="3435"/>
                      </a:cubicBezTo>
                      <a:lnTo>
                        <a:pt x="9419" y="2352"/>
                      </a:lnTo>
                      <a:cubicBezTo>
                        <a:pt x="9574" y="2507"/>
                        <a:pt x="9773" y="2580"/>
                        <a:pt x="9971" y="2580"/>
                      </a:cubicBezTo>
                      <a:cubicBezTo>
                        <a:pt x="10275" y="2580"/>
                        <a:pt x="10575" y="2407"/>
                        <a:pt x="10704" y="2090"/>
                      </a:cubicBezTo>
                      <a:cubicBezTo>
                        <a:pt x="10919" y="1566"/>
                        <a:pt x="10538" y="994"/>
                        <a:pt x="9978" y="994"/>
                      </a:cubicBezTo>
                      <a:cubicBezTo>
                        <a:pt x="9895" y="994"/>
                        <a:pt x="9811" y="1006"/>
                        <a:pt x="9740" y="1042"/>
                      </a:cubicBezTo>
                      <a:cubicBezTo>
                        <a:pt x="9764" y="970"/>
                        <a:pt x="9776" y="887"/>
                        <a:pt x="9788" y="804"/>
                      </a:cubicBezTo>
                      <a:cubicBezTo>
                        <a:pt x="9788" y="345"/>
                        <a:pt x="9419" y="1"/>
                        <a:pt x="8996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53" name="Google Shape;553;p23"/>
                <p:cNvSpPr/>
                <p:nvPr/>
              </p:nvSpPr>
              <p:spPr>
                <a:xfrm>
                  <a:off x="3048425" y="1167759"/>
                  <a:ext cx="3170" cy="3566"/>
                </a:xfrm>
                <a:custGeom>
                  <a:rect b="b" l="l" r="r" t="t"/>
                  <a:pathLst>
                    <a:path extrusionOk="0" h="108" w="96">
                      <a:moveTo>
                        <a:pt x="1" y="0"/>
                      </a:moveTo>
                      <a:cubicBezTo>
                        <a:pt x="24" y="36"/>
                        <a:pt x="60" y="72"/>
                        <a:pt x="96" y="107"/>
                      </a:cubicBezTo>
                      <a:cubicBezTo>
                        <a:pt x="60" y="72"/>
                        <a:pt x="36" y="36"/>
                        <a:pt x="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54" name="Google Shape;554;p23"/>
                <p:cNvSpPr/>
                <p:nvPr/>
              </p:nvSpPr>
              <p:spPr>
                <a:xfrm>
                  <a:off x="3060214" y="1217292"/>
                  <a:ext cx="1222" cy="2378"/>
                </a:xfrm>
                <a:custGeom>
                  <a:rect b="b" l="l" r="r" t="t"/>
                  <a:pathLst>
                    <a:path extrusionOk="0" h="72" w="37">
                      <a:moveTo>
                        <a:pt x="1" y="0"/>
                      </a:moveTo>
                      <a:cubicBezTo>
                        <a:pt x="1" y="24"/>
                        <a:pt x="13" y="48"/>
                        <a:pt x="36" y="72"/>
                      </a:cubicBez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55" name="Google Shape;555;p23"/>
                <p:cNvSpPr/>
                <p:nvPr/>
              </p:nvSpPr>
              <p:spPr>
                <a:xfrm>
                  <a:off x="3048425" y="1167362"/>
                  <a:ext cx="3170" cy="3963"/>
                </a:xfrm>
                <a:custGeom>
                  <a:rect b="b" l="l" r="r" t="t"/>
                  <a:pathLst>
                    <a:path extrusionOk="0" h="120" w="96">
                      <a:moveTo>
                        <a:pt x="1" y="0"/>
                      </a:moveTo>
                      <a:lnTo>
                        <a:pt x="1" y="0"/>
                      </a:lnTo>
                      <a:cubicBezTo>
                        <a:pt x="24" y="48"/>
                        <a:pt x="60" y="84"/>
                        <a:pt x="96" y="119"/>
                      </a:cubicBezTo>
                      <a:cubicBezTo>
                        <a:pt x="60" y="84"/>
                        <a:pt x="36" y="48"/>
                        <a:pt x="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556" name="Google Shape;556;p23"/>
              <p:cNvGrpSpPr/>
              <p:nvPr/>
            </p:nvGrpSpPr>
            <p:grpSpPr>
              <a:xfrm>
                <a:off x="2461084" y="2409886"/>
                <a:ext cx="427410" cy="394685"/>
                <a:chOff x="2918284" y="2028886"/>
                <a:chExt cx="427410" cy="394685"/>
              </a:xfrm>
            </p:grpSpPr>
            <p:sp>
              <p:nvSpPr>
                <p:cNvPr id="557" name="Google Shape;557;p23"/>
                <p:cNvSpPr/>
                <p:nvPr/>
              </p:nvSpPr>
              <p:spPr>
                <a:xfrm>
                  <a:off x="3018144" y="2121184"/>
                  <a:ext cx="227294" cy="186808"/>
                </a:xfrm>
                <a:custGeom>
                  <a:rect b="b" l="l" r="r" t="t"/>
                  <a:pathLst>
                    <a:path extrusionOk="0" h="5657" w="6883">
                      <a:moveTo>
                        <a:pt x="3442" y="1"/>
                      </a:moveTo>
                      <a:cubicBezTo>
                        <a:pt x="1549" y="1"/>
                        <a:pt x="1" y="1537"/>
                        <a:pt x="1" y="3442"/>
                      </a:cubicBezTo>
                      <a:lnTo>
                        <a:pt x="1" y="5656"/>
                      </a:lnTo>
                      <a:lnTo>
                        <a:pt x="6883" y="5656"/>
                      </a:lnTo>
                      <a:lnTo>
                        <a:pt x="6883" y="3442"/>
                      </a:lnTo>
                      <a:cubicBezTo>
                        <a:pt x="6883" y="1537"/>
                        <a:pt x="5347" y="1"/>
                        <a:pt x="3442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58" name="Google Shape;558;p23"/>
                <p:cNvSpPr/>
                <p:nvPr/>
              </p:nvSpPr>
              <p:spPr>
                <a:xfrm>
                  <a:off x="3121966" y="2028886"/>
                  <a:ext cx="19681" cy="69149"/>
                </a:xfrm>
                <a:custGeom>
                  <a:rect b="b" l="l" r="r" t="t"/>
                  <a:pathLst>
                    <a:path extrusionOk="0" h="2094" w="596">
                      <a:moveTo>
                        <a:pt x="298" y="1"/>
                      </a:moveTo>
                      <a:cubicBezTo>
                        <a:pt x="149" y="1"/>
                        <a:pt x="0" y="99"/>
                        <a:pt x="0" y="295"/>
                      </a:cubicBezTo>
                      <a:lnTo>
                        <a:pt x="0" y="1796"/>
                      </a:lnTo>
                      <a:cubicBezTo>
                        <a:pt x="0" y="1962"/>
                        <a:pt x="131" y="2093"/>
                        <a:pt x="298" y="2093"/>
                      </a:cubicBezTo>
                      <a:cubicBezTo>
                        <a:pt x="464" y="2093"/>
                        <a:pt x="595" y="1962"/>
                        <a:pt x="595" y="1796"/>
                      </a:cubicBezTo>
                      <a:lnTo>
                        <a:pt x="595" y="295"/>
                      </a:lnTo>
                      <a:cubicBezTo>
                        <a:pt x="595" y="99"/>
                        <a:pt x="446" y="1"/>
                        <a:pt x="298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59" name="Google Shape;559;p23"/>
                <p:cNvSpPr/>
                <p:nvPr/>
              </p:nvSpPr>
              <p:spPr>
                <a:xfrm>
                  <a:off x="2975941" y="2087369"/>
                  <a:ext cx="62644" cy="55082"/>
                </a:xfrm>
                <a:custGeom>
                  <a:rect b="b" l="l" r="r" t="t"/>
                  <a:pathLst>
                    <a:path extrusionOk="0" h="1668" w="1897">
                      <a:moveTo>
                        <a:pt x="427" y="0"/>
                      </a:moveTo>
                      <a:cubicBezTo>
                        <a:pt x="199" y="0"/>
                        <a:pt x="1" y="295"/>
                        <a:pt x="219" y="513"/>
                      </a:cubicBezTo>
                      <a:lnTo>
                        <a:pt x="1279" y="1572"/>
                      </a:lnTo>
                      <a:cubicBezTo>
                        <a:pt x="1325" y="1631"/>
                        <a:pt x="1406" y="1666"/>
                        <a:pt x="1487" y="1668"/>
                      </a:cubicBezTo>
                      <a:lnTo>
                        <a:pt x="1487" y="1668"/>
                      </a:lnTo>
                      <a:cubicBezTo>
                        <a:pt x="1757" y="1663"/>
                        <a:pt x="1896" y="1333"/>
                        <a:pt x="1695" y="1156"/>
                      </a:cubicBezTo>
                      <a:lnTo>
                        <a:pt x="636" y="96"/>
                      </a:lnTo>
                      <a:cubicBezTo>
                        <a:pt x="571" y="28"/>
                        <a:pt x="498" y="0"/>
                        <a:pt x="427" y="0"/>
                      </a:cubicBezTo>
                      <a:close/>
                      <a:moveTo>
                        <a:pt x="1487" y="1668"/>
                      </a:moveTo>
                      <a:cubicBezTo>
                        <a:pt x="1485" y="1668"/>
                        <a:pt x="1483" y="1668"/>
                        <a:pt x="1481" y="1668"/>
                      </a:cubicBezTo>
                      <a:lnTo>
                        <a:pt x="1493" y="1668"/>
                      </a:lnTo>
                      <a:cubicBezTo>
                        <a:pt x="1491" y="1668"/>
                        <a:pt x="1489" y="1668"/>
                        <a:pt x="1487" y="1668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60" name="Google Shape;560;p23"/>
                <p:cNvSpPr/>
                <p:nvPr/>
              </p:nvSpPr>
              <p:spPr>
                <a:xfrm>
                  <a:off x="2918284" y="2229300"/>
                  <a:ext cx="75522" cy="19714"/>
                </a:xfrm>
                <a:custGeom>
                  <a:rect b="b" l="l" r="r" t="t"/>
                  <a:pathLst>
                    <a:path extrusionOk="0" h="597" w="2287">
                      <a:moveTo>
                        <a:pt x="393" y="1"/>
                      </a:moveTo>
                      <a:cubicBezTo>
                        <a:pt x="1" y="1"/>
                        <a:pt x="1" y="596"/>
                        <a:pt x="393" y="596"/>
                      </a:cubicBezTo>
                      <a:lnTo>
                        <a:pt x="1894" y="596"/>
                      </a:lnTo>
                      <a:cubicBezTo>
                        <a:pt x="2287" y="596"/>
                        <a:pt x="2287" y="1"/>
                        <a:pt x="1894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61" name="Google Shape;561;p23"/>
                <p:cNvSpPr/>
                <p:nvPr/>
              </p:nvSpPr>
              <p:spPr>
                <a:xfrm>
                  <a:off x="3269775" y="2229300"/>
                  <a:ext cx="75919" cy="19714"/>
                </a:xfrm>
                <a:custGeom>
                  <a:rect b="b" l="l" r="r" t="t"/>
                  <a:pathLst>
                    <a:path extrusionOk="0" h="597" w="2299">
                      <a:moveTo>
                        <a:pt x="394" y="1"/>
                      </a:moveTo>
                      <a:cubicBezTo>
                        <a:pt x="1" y="1"/>
                        <a:pt x="1" y="596"/>
                        <a:pt x="394" y="596"/>
                      </a:cubicBezTo>
                      <a:lnTo>
                        <a:pt x="1894" y="596"/>
                      </a:lnTo>
                      <a:cubicBezTo>
                        <a:pt x="2299" y="596"/>
                        <a:pt x="2299" y="1"/>
                        <a:pt x="1894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62" name="Google Shape;562;p23"/>
                <p:cNvSpPr/>
                <p:nvPr/>
              </p:nvSpPr>
              <p:spPr>
                <a:xfrm>
                  <a:off x="3224964" y="2087171"/>
                  <a:ext cx="62842" cy="55280"/>
                </a:xfrm>
                <a:custGeom>
                  <a:rect b="b" l="l" r="r" t="t"/>
                  <a:pathLst>
                    <a:path extrusionOk="0" h="1674" w="1903">
                      <a:moveTo>
                        <a:pt x="1470" y="1"/>
                      </a:moveTo>
                      <a:cubicBezTo>
                        <a:pt x="1401" y="1"/>
                        <a:pt x="1328" y="27"/>
                        <a:pt x="1263" y="90"/>
                      </a:cubicBezTo>
                      <a:lnTo>
                        <a:pt x="203" y="1150"/>
                      </a:lnTo>
                      <a:cubicBezTo>
                        <a:pt x="0" y="1340"/>
                        <a:pt x="143" y="1674"/>
                        <a:pt x="417" y="1674"/>
                      </a:cubicBezTo>
                      <a:cubicBezTo>
                        <a:pt x="501" y="1662"/>
                        <a:pt x="572" y="1638"/>
                        <a:pt x="631" y="1578"/>
                      </a:cubicBezTo>
                      <a:lnTo>
                        <a:pt x="1691" y="519"/>
                      </a:lnTo>
                      <a:cubicBezTo>
                        <a:pt x="1902" y="299"/>
                        <a:pt x="1703" y="1"/>
                        <a:pt x="1470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63" name="Google Shape;563;p23"/>
                <p:cNvSpPr/>
                <p:nvPr/>
              </p:nvSpPr>
              <p:spPr>
                <a:xfrm>
                  <a:off x="2990636" y="2322093"/>
                  <a:ext cx="282309" cy="101478"/>
                </a:xfrm>
                <a:custGeom>
                  <a:rect b="b" l="l" r="r" t="t"/>
                  <a:pathLst>
                    <a:path extrusionOk="0" h="3073" w="8549">
                      <a:moveTo>
                        <a:pt x="465" y="1"/>
                      </a:moveTo>
                      <a:cubicBezTo>
                        <a:pt x="203" y="1"/>
                        <a:pt x="0" y="203"/>
                        <a:pt x="0" y="465"/>
                      </a:cubicBezTo>
                      <a:lnTo>
                        <a:pt x="0" y="2608"/>
                      </a:lnTo>
                      <a:cubicBezTo>
                        <a:pt x="0" y="2870"/>
                        <a:pt x="203" y="3073"/>
                        <a:pt x="465" y="3073"/>
                      </a:cubicBezTo>
                      <a:lnTo>
                        <a:pt x="8085" y="3073"/>
                      </a:lnTo>
                      <a:cubicBezTo>
                        <a:pt x="8347" y="3073"/>
                        <a:pt x="8549" y="2870"/>
                        <a:pt x="8549" y="2608"/>
                      </a:cubicBezTo>
                      <a:lnTo>
                        <a:pt x="8549" y="465"/>
                      </a:lnTo>
                      <a:cubicBezTo>
                        <a:pt x="8549" y="203"/>
                        <a:pt x="8347" y="1"/>
                        <a:pt x="8085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564" name="Google Shape;564;p23"/>
            <p:cNvGrpSpPr/>
            <p:nvPr/>
          </p:nvGrpSpPr>
          <p:grpSpPr>
            <a:xfrm>
              <a:off x="6309368" y="1361983"/>
              <a:ext cx="1438645" cy="1479441"/>
              <a:chOff x="6309368" y="1361983"/>
              <a:chExt cx="1438645" cy="1479441"/>
            </a:xfrm>
          </p:grpSpPr>
          <p:grpSp>
            <p:nvGrpSpPr>
              <p:cNvPr id="565" name="Google Shape;565;p23"/>
              <p:cNvGrpSpPr/>
              <p:nvPr/>
            </p:nvGrpSpPr>
            <p:grpSpPr>
              <a:xfrm>
                <a:off x="6401368" y="1361983"/>
                <a:ext cx="349939" cy="294924"/>
                <a:chOff x="5944168" y="980983"/>
                <a:chExt cx="349939" cy="294924"/>
              </a:xfrm>
            </p:grpSpPr>
            <p:sp>
              <p:nvSpPr>
                <p:cNvPr id="566" name="Google Shape;566;p23"/>
                <p:cNvSpPr/>
                <p:nvPr/>
              </p:nvSpPr>
              <p:spPr>
                <a:xfrm>
                  <a:off x="5944168" y="980983"/>
                  <a:ext cx="349939" cy="294924"/>
                </a:xfrm>
                <a:custGeom>
                  <a:rect b="b" l="l" r="r" t="t"/>
                  <a:pathLst>
                    <a:path extrusionOk="0" h="8931" w="10597">
                      <a:moveTo>
                        <a:pt x="5298" y="453"/>
                      </a:moveTo>
                      <a:cubicBezTo>
                        <a:pt x="5656" y="453"/>
                        <a:pt x="5989" y="644"/>
                        <a:pt x="6168" y="965"/>
                      </a:cubicBezTo>
                      <a:lnTo>
                        <a:pt x="9632" y="6966"/>
                      </a:lnTo>
                      <a:cubicBezTo>
                        <a:pt x="10013" y="7633"/>
                        <a:pt x="9537" y="8466"/>
                        <a:pt x="8763" y="8466"/>
                      </a:cubicBezTo>
                      <a:lnTo>
                        <a:pt x="1822" y="8466"/>
                      </a:lnTo>
                      <a:cubicBezTo>
                        <a:pt x="1060" y="8466"/>
                        <a:pt x="572" y="7633"/>
                        <a:pt x="964" y="6966"/>
                      </a:cubicBezTo>
                      <a:lnTo>
                        <a:pt x="4429" y="953"/>
                      </a:lnTo>
                      <a:cubicBezTo>
                        <a:pt x="4608" y="644"/>
                        <a:pt x="4941" y="453"/>
                        <a:pt x="5298" y="453"/>
                      </a:cubicBezTo>
                      <a:close/>
                      <a:moveTo>
                        <a:pt x="5267" y="0"/>
                      </a:moveTo>
                      <a:cubicBezTo>
                        <a:pt x="4755" y="0"/>
                        <a:pt x="4281" y="284"/>
                        <a:pt x="4036" y="727"/>
                      </a:cubicBezTo>
                      <a:lnTo>
                        <a:pt x="560" y="6728"/>
                      </a:lnTo>
                      <a:cubicBezTo>
                        <a:pt x="0" y="7704"/>
                        <a:pt x="703" y="8930"/>
                        <a:pt x="1834" y="8930"/>
                      </a:cubicBezTo>
                      <a:lnTo>
                        <a:pt x="8763" y="8930"/>
                      </a:lnTo>
                      <a:cubicBezTo>
                        <a:pt x="9894" y="8930"/>
                        <a:pt x="10597" y="7704"/>
                        <a:pt x="10037" y="6728"/>
                      </a:cubicBezTo>
                      <a:lnTo>
                        <a:pt x="6560" y="727"/>
                      </a:lnTo>
                      <a:cubicBezTo>
                        <a:pt x="6315" y="284"/>
                        <a:pt x="5842" y="0"/>
                        <a:pt x="5330" y="0"/>
                      </a:cubicBezTo>
                      <a:cubicBezTo>
                        <a:pt x="5319" y="0"/>
                        <a:pt x="5309" y="0"/>
                        <a:pt x="5298" y="1"/>
                      </a:cubicBezTo>
                      <a:cubicBezTo>
                        <a:pt x="5288" y="0"/>
                        <a:pt x="5277" y="0"/>
                        <a:pt x="5267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67" name="Google Shape;567;p23"/>
                <p:cNvSpPr/>
                <p:nvPr/>
              </p:nvSpPr>
              <p:spPr>
                <a:xfrm>
                  <a:off x="6073517" y="1029724"/>
                  <a:ext cx="96756" cy="135689"/>
                </a:xfrm>
                <a:custGeom>
                  <a:rect b="b" l="l" r="r" t="t"/>
                  <a:pathLst>
                    <a:path extrusionOk="0" h="4109" w="2930">
                      <a:moveTo>
                        <a:pt x="1381" y="1"/>
                      </a:moveTo>
                      <a:cubicBezTo>
                        <a:pt x="0" y="1"/>
                        <a:pt x="1381" y="4109"/>
                        <a:pt x="1381" y="4109"/>
                      </a:cubicBezTo>
                      <a:cubicBezTo>
                        <a:pt x="1381" y="4109"/>
                        <a:pt x="2929" y="1"/>
                        <a:pt x="138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68" name="Google Shape;568;p23"/>
                <p:cNvSpPr/>
                <p:nvPr/>
              </p:nvSpPr>
              <p:spPr>
                <a:xfrm>
                  <a:off x="6093958" y="1176014"/>
                  <a:ext cx="50756" cy="50723"/>
                </a:xfrm>
                <a:custGeom>
                  <a:rect b="b" l="l" r="r" t="t"/>
                  <a:pathLst>
                    <a:path extrusionOk="0" h="1536" w="1537">
                      <a:moveTo>
                        <a:pt x="762" y="0"/>
                      </a:moveTo>
                      <a:cubicBezTo>
                        <a:pt x="346" y="0"/>
                        <a:pt x="0" y="345"/>
                        <a:pt x="0" y="762"/>
                      </a:cubicBezTo>
                      <a:cubicBezTo>
                        <a:pt x="0" y="1191"/>
                        <a:pt x="346" y="1536"/>
                        <a:pt x="762" y="1536"/>
                      </a:cubicBezTo>
                      <a:cubicBezTo>
                        <a:pt x="1191" y="1536"/>
                        <a:pt x="1536" y="1191"/>
                        <a:pt x="1536" y="762"/>
                      </a:cubicBezTo>
                      <a:cubicBezTo>
                        <a:pt x="1536" y="345"/>
                        <a:pt x="1191" y="0"/>
                        <a:pt x="76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569" name="Google Shape;569;p23"/>
              <p:cNvSpPr/>
              <p:nvPr/>
            </p:nvSpPr>
            <p:spPr>
              <a:xfrm>
                <a:off x="7522700" y="1860128"/>
                <a:ext cx="225313" cy="360969"/>
              </a:xfrm>
              <a:custGeom>
                <a:rect b="b" l="l" r="r" t="t"/>
                <a:pathLst>
                  <a:path extrusionOk="0" h="10931" w="6823">
                    <a:moveTo>
                      <a:pt x="3418" y="691"/>
                    </a:moveTo>
                    <a:cubicBezTo>
                      <a:pt x="4537" y="691"/>
                      <a:pt x="5442" y="1596"/>
                      <a:pt x="5442" y="2715"/>
                    </a:cubicBezTo>
                    <a:lnTo>
                      <a:pt x="5442" y="5180"/>
                    </a:lnTo>
                    <a:lnTo>
                      <a:pt x="1394" y="5180"/>
                    </a:lnTo>
                    <a:lnTo>
                      <a:pt x="1394" y="2715"/>
                    </a:lnTo>
                    <a:cubicBezTo>
                      <a:pt x="1394" y="1596"/>
                      <a:pt x="2298" y="691"/>
                      <a:pt x="3418" y="691"/>
                    </a:cubicBezTo>
                    <a:close/>
                    <a:moveTo>
                      <a:pt x="3418" y="6466"/>
                    </a:moveTo>
                    <a:cubicBezTo>
                      <a:pt x="4442" y="6466"/>
                      <a:pt x="4715" y="7883"/>
                      <a:pt x="3775" y="8276"/>
                    </a:cubicBezTo>
                    <a:lnTo>
                      <a:pt x="3775" y="9276"/>
                    </a:lnTo>
                    <a:cubicBezTo>
                      <a:pt x="3775" y="9514"/>
                      <a:pt x="3596" y="9633"/>
                      <a:pt x="3418" y="9633"/>
                    </a:cubicBezTo>
                    <a:cubicBezTo>
                      <a:pt x="3239" y="9633"/>
                      <a:pt x="3060" y="9514"/>
                      <a:pt x="3060" y="9276"/>
                    </a:cubicBezTo>
                    <a:lnTo>
                      <a:pt x="3060" y="8276"/>
                    </a:lnTo>
                    <a:cubicBezTo>
                      <a:pt x="2108" y="7883"/>
                      <a:pt x="2394" y="6466"/>
                      <a:pt x="3418" y="6466"/>
                    </a:cubicBezTo>
                    <a:close/>
                    <a:moveTo>
                      <a:pt x="3418" y="1"/>
                    </a:moveTo>
                    <a:cubicBezTo>
                      <a:pt x="1917" y="1"/>
                      <a:pt x="703" y="1215"/>
                      <a:pt x="703" y="2715"/>
                    </a:cubicBezTo>
                    <a:lnTo>
                      <a:pt x="703" y="5180"/>
                    </a:lnTo>
                    <a:lnTo>
                      <a:pt x="584" y="5180"/>
                    </a:lnTo>
                    <a:cubicBezTo>
                      <a:pt x="262" y="5180"/>
                      <a:pt x="1" y="5442"/>
                      <a:pt x="1" y="5763"/>
                    </a:cubicBezTo>
                    <a:lnTo>
                      <a:pt x="1" y="10347"/>
                    </a:lnTo>
                    <a:cubicBezTo>
                      <a:pt x="1" y="10669"/>
                      <a:pt x="262" y="10931"/>
                      <a:pt x="584" y="10931"/>
                    </a:cubicBezTo>
                    <a:lnTo>
                      <a:pt x="6239" y="10931"/>
                    </a:lnTo>
                    <a:cubicBezTo>
                      <a:pt x="6561" y="10931"/>
                      <a:pt x="6823" y="10669"/>
                      <a:pt x="6823" y="10347"/>
                    </a:cubicBezTo>
                    <a:lnTo>
                      <a:pt x="6823" y="5763"/>
                    </a:lnTo>
                    <a:cubicBezTo>
                      <a:pt x="6823" y="5442"/>
                      <a:pt x="6561" y="5180"/>
                      <a:pt x="6239" y="5180"/>
                    </a:cubicBezTo>
                    <a:lnTo>
                      <a:pt x="6132" y="5180"/>
                    </a:lnTo>
                    <a:lnTo>
                      <a:pt x="6132" y="2715"/>
                    </a:lnTo>
                    <a:cubicBezTo>
                      <a:pt x="6132" y="1215"/>
                      <a:pt x="4918" y="1"/>
                      <a:pt x="341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0" name="Google Shape;570;p23"/>
              <p:cNvSpPr/>
              <p:nvPr/>
            </p:nvSpPr>
            <p:spPr>
              <a:xfrm>
                <a:off x="6309368" y="2445848"/>
                <a:ext cx="393727" cy="395577"/>
              </a:xfrm>
              <a:custGeom>
                <a:rect b="b" l="l" r="r" t="t"/>
                <a:pathLst>
                  <a:path extrusionOk="0" h="11979" w="11923">
                    <a:moveTo>
                      <a:pt x="3965" y="516"/>
                    </a:moveTo>
                    <a:cubicBezTo>
                      <a:pt x="3417" y="1004"/>
                      <a:pt x="3012" y="1635"/>
                      <a:pt x="2774" y="2350"/>
                    </a:cubicBezTo>
                    <a:lnTo>
                      <a:pt x="1512" y="2350"/>
                    </a:lnTo>
                    <a:cubicBezTo>
                      <a:pt x="2096" y="1469"/>
                      <a:pt x="2953" y="826"/>
                      <a:pt x="3953" y="516"/>
                    </a:cubicBezTo>
                    <a:close/>
                    <a:moveTo>
                      <a:pt x="5120" y="326"/>
                    </a:moveTo>
                    <a:lnTo>
                      <a:pt x="5120" y="2350"/>
                    </a:lnTo>
                    <a:lnTo>
                      <a:pt x="3119" y="2350"/>
                    </a:lnTo>
                    <a:cubicBezTo>
                      <a:pt x="3548" y="1195"/>
                      <a:pt x="4286" y="421"/>
                      <a:pt x="5120" y="326"/>
                    </a:cubicBezTo>
                    <a:close/>
                    <a:moveTo>
                      <a:pt x="5441" y="337"/>
                    </a:moveTo>
                    <a:cubicBezTo>
                      <a:pt x="6275" y="433"/>
                      <a:pt x="7001" y="1207"/>
                      <a:pt x="7441" y="2350"/>
                    </a:cubicBezTo>
                    <a:lnTo>
                      <a:pt x="5441" y="2350"/>
                    </a:lnTo>
                    <a:lnTo>
                      <a:pt x="5441" y="337"/>
                    </a:lnTo>
                    <a:close/>
                    <a:moveTo>
                      <a:pt x="6584" y="516"/>
                    </a:moveTo>
                    <a:lnTo>
                      <a:pt x="6584" y="516"/>
                    </a:lnTo>
                    <a:cubicBezTo>
                      <a:pt x="7596" y="826"/>
                      <a:pt x="8465" y="1469"/>
                      <a:pt x="9037" y="2350"/>
                    </a:cubicBezTo>
                    <a:lnTo>
                      <a:pt x="7775" y="2350"/>
                    </a:lnTo>
                    <a:cubicBezTo>
                      <a:pt x="7549" y="1647"/>
                      <a:pt x="7144" y="1016"/>
                      <a:pt x="6584" y="516"/>
                    </a:cubicBezTo>
                    <a:close/>
                    <a:moveTo>
                      <a:pt x="2667" y="2671"/>
                    </a:moveTo>
                    <a:cubicBezTo>
                      <a:pt x="2477" y="3326"/>
                      <a:pt x="2369" y="3993"/>
                      <a:pt x="2357" y="4683"/>
                    </a:cubicBezTo>
                    <a:lnTo>
                      <a:pt x="762" y="4683"/>
                    </a:lnTo>
                    <a:cubicBezTo>
                      <a:pt x="774" y="3981"/>
                      <a:pt x="964" y="3290"/>
                      <a:pt x="1298" y="2671"/>
                    </a:cubicBezTo>
                    <a:close/>
                    <a:moveTo>
                      <a:pt x="7560" y="2671"/>
                    </a:moveTo>
                    <a:cubicBezTo>
                      <a:pt x="7751" y="3326"/>
                      <a:pt x="7858" y="4005"/>
                      <a:pt x="7870" y="4683"/>
                    </a:cubicBezTo>
                    <a:lnTo>
                      <a:pt x="5441" y="4683"/>
                    </a:lnTo>
                    <a:lnTo>
                      <a:pt x="5441" y="2671"/>
                    </a:lnTo>
                    <a:close/>
                    <a:moveTo>
                      <a:pt x="9239" y="2671"/>
                    </a:moveTo>
                    <a:cubicBezTo>
                      <a:pt x="9583" y="3287"/>
                      <a:pt x="9761" y="3973"/>
                      <a:pt x="9787" y="4683"/>
                    </a:cubicBezTo>
                    <a:lnTo>
                      <a:pt x="8192" y="4683"/>
                    </a:lnTo>
                    <a:cubicBezTo>
                      <a:pt x="8180" y="4005"/>
                      <a:pt x="8084" y="3326"/>
                      <a:pt x="7882" y="2671"/>
                    </a:cubicBezTo>
                    <a:close/>
                    <a:moveTo>
                      <a:pt x="5108" y="2671"/>
                    </a:moveTo>
                    <a:lnTo>
                      <a:pt x="5108" y="4695"/>
                    </a:lnTo>
                    <a:lnTo>
                      <a:pt x="2679" y="4683"/>
                    </a:lnTo>
                    <a:cubicBezTo>
                      <a:pt x="2691" y="4005"/>
                      <a:pt x="2798" y="3326"/>
                      <a:pt x="2988" y="2671"/>
                    </a:cubicBezTo>
                    <a:close/>
                    <a:moveTo>
                      <a:pt x="9787" y="5017"/>
                    </a:moveTo>
                    <a:cubicBezTo>
                      <a:pt x="9775" y="5326"/>
                      <a:pt x="9727" y="5648"/>
                      <a:pt x="9656" y="5945"/>
                    </a:cubicBezTo>
                    <a:cubicBezTo>
                      <a:pt x="9251" y="5540"/>
                      <a:pt x="8739" y="5255"/>
                      <a:pt x="8180" y="5148"/>
                    </a:cubicBezTo>
                    <a:lnTo>
                      <a:pt x="8192" y="5148"/>
                    </a:lnTo>
                    <a:lnTo>
                      <a:pt x="8192" y="5017"/>
                    </a:lnTo>
                    <a:close/>
                    <a:moveTo>
                      <a:pt x="7870" y="5017"/>
                    </a:moveTo>
                    <a:lnTo>
                      <a:pt x="7870" y="5112"/>
                    </a:lnTo>
                    <a:cubicBezTo>
                      <a:pt x="7811" y="5112"/>
                      <a:pt x="7739" y="5100"/>
                      <a:pt x="7668" y="5100"/>
                    </a:cubicBezTo>
                    <a:cubicBezTo>
                      <a:pt x="6798" y="5100"/>
                      <a:pt x="5965" y="5517"/>
                      <a:pt x="5441" y="6219"/>
                    </a:cubicBezTo>
                    <a:lnTo>
                      <a:pt x="5441" y="5017"/>
                    </a:lnTo>
                    <a:close/>
                    <a:moveTo>
                      <a:pt x="2357" y="5005"/>
                    </a:moveTo>
                    <a:cubicBezTo>
                      <a:pt x="2369" y="5683"/>
                      <a:pt x="2477" y="6362"/>
                      <a:pt x="2667" y="7017"/>
                    </a:cubicBezTo>
                    <a:lnTo>
                      <a:pt x="1310" y="7017"/>
                    </a:lnTo>
                    <a:cubicBezTo>
                      <a:pt x="964" y="6398"/>
                      <a:pt x="774" y="5719"/>
                      <a:pt x="750" y="5017"/>
                    </a:cubicBezTo>
                    <a:lnTo>
                      <a:pt x="762" y="5005"/>
                    </a:lnTo>
                    <a:close/>
                    <a:moveTo>
                      <a:pt x="5108" y="5017"/>
                    </a:moveTo>
                    <a:lnTo>
                      <a:pt x="5108" y="6779"/>
                    </a:lnTo>
                    <a:cubicBezTo>
                      <a:pt x="5072" y="6862"/>
                      <a:pt x="5048" y="6945"/>
                      <a:pt x="5024" y="7029"/>
                    </a:cubicBezTo>
                    <a:lnTo>
                      <a:pt x="2988" y="7029"/>
                    </a:lnTo>
                    <a:cubicBezTo>
                      <a:pt x="2798" y="6374"/>
                      <a:pt x="2691" y="5695"/>
                      <a:pt x="2679" y="5017"/>
                    </a:cubicBezTo>
                    <a:close/>
                    <a:moveTo>
                      <a:pt x="5165" y="9099"/>
                    </a:moveTo>
                    <a:cubicBezTo>
                      <a:pt x="5178" y="9123"/>
                      <a:pt x="5190" y="9148"/>
                      <a:pt x="5203" y="9172"/>
                    </a:cubicBezTo>
                    <a:cubicBezTo>
                      <a:pt x="5189" y="9149"/>
                      <a:pt x="5177" y="9124"/>
                      <a:pt x="5165" y="9099"/>
                    </a:cubicBezTo>
                    <a:close/>
                    <a:moveTo>
                      <a:pt x="2774" y="7350"/>
                    </a:moveTo>
                    <a:cubicBezTo>
                      <a:pt x="3000" y="8053"/>
                      <a:pt x="3417" y="8684"/>
                      <a:pt x="3965" y="9184"/>
                    </a:cubicBezTo>
                    <a:cubicBezTo>
                      <a:pt x="2953" y="8874"/>
                      <a:pt x="2084" y="8231"/>
                      <a:pt x="1500" y="7350"/>
                    </a:cubicBezTo>
                    <a:close/>
                    <a:moveTo>
                      <a:pt x="4941" y="7350"/>
                    </a:moveTo>
                    <a:cubicBezTo>
                      <a:pt x="4823" y="7910"/>
                      <a:pt x="4889" y="8489"/>
                      <a:pt x="5123" y="9008"/>
                    </a:cubicBezTo>
                    <a:lnTo>
                      <a:pt x="5123" y="9008"/>
                    </a:lnTo>
                    <a:cubicBezTo>
                      <a:pt x="5118" y="8999"/>
                      <a:pt x="5113" y="8990"/>
                      <a:pt x="5108" y="8981"/>
                    </a:cubicBezTo>
                    <a:lnTo>
                      <a:pt x="5108" y="9362"/>
                    </a:lnTo>
                    <a:cubicBezTo>
                      <a:pt x="4274" y="9267"/>
                      <a:pt x="3536" y="8493"/>
                      <a:pt x="3096" y="7350"/>
                    </a:cubicBezTo>
                    <a:close/>
                    <a:moveTo>
                      <a:pt x="5289" y="9328"/>
                    </a:moveTo>
                    <a:lnTo>
                      <a:pt x="5322" y="9374"/>
                    </a:lnTo>
                    <a:cubicBezTo>
                      <a:pt x="5308" y="9360"/>
                      <a:pt x="5298" y="9345"/>
                      <a:pt x="5289" y="9328"/>
                    </a:cubicBezTo>
                    <a:close/>
                    <a:moveTo>
                      <a:pt x="7643" y="5802"/>
                    </a:moveTo>
                    <a:cubicBezTo>
                      <a:pt x="8708" y="5802"/>
                      <a:pt x="9727" y="6625"/>
                      <a:pt x="9727" y="7874"/>
                    </a:cubicBezTo>
                    <a:cubicBezTo>
                      <a:pt x="9739" y="9017"/>
                      <a:pt x="8811" y="9958"/>
                      <a:pt x="7656" y="9958"/>
                    </a:cubicBezTo>
                    <a:lnTo>
                      <a:pt x="7656" y="9946"/>
                    </a:lnTo>
                    <a:cubicBezTo>
                      <a:pt x="5810" y="9946"/>
                      <a:pt x="4893" y="7719"/>
                      <a:pt x="6191" y="6410"/>
                    </a:cubicBezTo>
                    <a:cubicBezTo>
                      <a:pt x="6615" y="5990"/>
                      <a:pt x="7134" y="5802"/>
                      <a:pt x="7643" y="5802"/>
                    </a:cubicBezTo>
                    <a:close/>
                    <a:moveTo>
                      <a:pt x="5266" y="1"/>
                    </a:moveTo>
                    <a:cubicBezTo>
                      <a:pt x="4250" y="1"/>
                      <a:pt x="3237" y="319"/>
                      <a:pt x="2381" y="957"/>
                    </a:cubicBezTo>
                    <a:cubicBezTo>
                      <a:pt x="691" y="2207"/>
                      <a:pt x="0" y="4386"/>
                      <a:pt x="667" y="6374"/>
                    </a:cubicBezTo>
                    <a:cubicBezTo>
                      <a:pt x="1322" y="8362"/>
                      <a:pt x="3179" y="9708"/>
                      <a:pt x="5274" y="9708"/>
                    </a:cubicBezTo>
                    <a:cubicBezTo>
                      <a:pt x="5370" y="9708"/>
                      <a:pt x="5465" y="9696"/>
                      <a:pt x="5560" y="9684"/>
                    </a:cubicBezTo>
                    <a:cubicBezTo>
                      <a:pt x="6107" y="10329"/>
                      <a:pt x="6886" y="10660"/>
                      <a:pt x="7669" y="10660"/>
                    </a:cubicBezTo>
                    <a:cubicBezTo>
                      <a:pt x="8316" y="10660"/>
                      <a:pt x="8966" y="10433"/>
                      <a:pt x="9489" y="9970"/>
                    </a:cubicBezTo>
                    <a:lnTo>
                      <a:pt x="9858" y="10339"/>
                    </a:lnTo>
                    <a:cubicBezTo>
                      <a:pt x="9823" y="10458"/>
                      <a:pt x="9858" y="10601"/>
                      <a:pt x="9954" y="10684"/>
                    </a:cubicBezTo>
                    <a:lnTo>
                      <a:pt x="11120" y="11851"/>
                    </a:lnTo>
                    <a:cubicBezTo>
                      <a:pt x="11200" y="11941"/>
                      <a:pt x="11292" y="11979"/>
                      <a:pt x="11381" y="11979"/>
                    </a:cubicBezTo>
                    <a:cubicBezTo>
                      <a:pt x="11667" y="11979"/>
                      <a:pt x="11923" y="11593"/>
                      <a:pt x="11632" y="11339"/>
                    </a:cubicBezTo>
                    <a:lnTo>
                      <a:pt x="10466" y="10172"/>
                    </a:lnTo>
                    <a:cubicBezTo>
                      <a:pt x="10404" y="10101"/>
                      <a:pt x="10308" y="10063"/>
                      <a:pt x="10215" y="10063"/>
                    </a:cubicBezTo>
                    <a:cubicBezTo>
                      <a:pt x="10183" y="10063"/>
                      <a:pt x="10151" y="10068"/>
                      <a:pt x="10120" y="10077"/>
                    </a:cubicBezTo>
                    <a:lnTo>
                      <a:pt x="9751" y="9708"/>
                    </a:lnTo>
                    <a:cubicBezTo>
                      <a:pt x="10608" y="8743"/>
                      <a:pt x="10680" y="7303"/>
                      <a:pt x="9918" y="6255"/>
                    </a:cubicBezTo>
                    <a:cubicBezTo>
                      <a:pt x="10525" y="4255"/>
                      <a:pt x="9775" y="2088"/>
                      <a:pt x="8061" y="885"/>
                    </a:cubicBezTo>
                    <a:cubicBezTo>
                      <a:pt x="7220" y="296"/>
                      <a:pt x="6242" y="1"/>
                      <a:pt x="526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71" name="Google Shape;571;p23"/>
            <p:cNvGrpSpPr/>
            <p:nvPr/>
          </p:nvGrpSpPr>
          <p:grpSpPr>
            <a:xfrm>
              <a:off x="3327961" y="1325336"/>
              <a:ext cx="2468795" cy="1485418"/>
              <a:chOff x="3327961" y="1325336"/>
              <a:chExt cx="2468795" cy="1485418"/>
            </a:xfrm>
          </p:grpSpPr>
          <p:sp>
            <p:nvSpPr>
              <p:cNvPr id="572" name="Google Shape;572;p23"/>
              <p:cNvSpPr/>
              <p:nvPr/>
            </p:nvSpPr>
            <p:spPr>
              <a:xfrm>
                <a:off x="3327961" y="2662516"/>
                <a:ext cx="2468795" cy="147842"/>
              </a:xfrm>
              <a:custGeom>
                <a:rect b="b" l="l" r="r" t="t"/>
                <a:pathLst>
                  <a:path extrusionOk="0" h="4477" w="74761">
                    <a:moveTo>
                      <a:pt x="1" y="0"/>
                    </a:moveTo>
                    <a:lnTo>
                      <a:pt x="1" y="2036"/>
                    </a:lnTo>
                    <a:cubicBezTo>
                      <a:pt x="1" y="3382"/>
                      <a:pt x="1096" y="4477"/>
                      <a:pt x="2442" y="4477"/>
                    </a:cubicBezTo>
                    <a:lnTo>
                      <a:pt x="72308" y="4477"/>
                    </a:lnTo>
                    <a:cubicBezTo>
                      <a:pt x="73665" y="4477"/>
                      <a:pt x="74760" y="3382"/>
                      <a:pt x="74760" y="2036"/>
                    </a:cubicBezTo>
                    <a:lnTo>
                      <a:pt x="7476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3" name="Google Shape;573;p23"/>
              <p:cNvSpPr/>
              <p:nvPr/>
            </p:nvSpPr>
            <p:spPr>
              <a:xfrm>
                <a:off x="3483266" y="2736817"/>
                <a:ext cx="2158582" cy="73937"/>
              </a:xfrm>
              <a:custGeom>
                <a:rect b="b" l="l" r="r" t="t"/>
                <a:pathLst>
                  <a:path extrusionOk="0" h="2239" w="65367">
                    <a:moveTo>
                      <a:pt x="3870" y="1"/>
                    </a:moveTo>
                    <a:cubicBezTo>
                      <a:pt x="2275" y="1"/>
                      <a:pt x="799" y="846"/>
                      <a:pt x="1" y="2239"/>
                    </a:cubicBezTo>
                    <a:lnTo>
                      <a:pt x="65366" y="2239"/>
                    </a:lnTo>
                    <a:cubicBezTo>
                      <a:pt x="64568" y="846"/>
                      <a:pt x="63092" y="1"/>
                      <a:pt x="6149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4" name="Google Shape;574;p23"/>
              <p:cNvSpPr/>
              <p:nvPr/>
            </p:nvSpPr>
            <p:spPr>
              <a:xfrm>
                <a:off x="3591018" y="1325336"/>
                <a:ext cx="1942317" cy="1337213"/>
              </a:xfrm>
              <a:custGeom>
                <a:rect b="b" l="l" r="r" t="t"/>
                <a:pathLst>
                  <a:path extrusionOk="0" h="40494" w="58818">
                    <a:moveTo>
                      <a:pt x="1381" y="0"/>
                    </a:moveTo>
                    <a:cubicBezTo>
                      <a:pt x="619" y="0"/>
                      <a:pt x="0" y="619"/>
                      <a:pt x="0" y="1381"/>
                    </a:cubicBezTo>
                    <a:lnTo>
                      <a:pt x="0" y="40493"/>
                    </a:lnTo>
                    <a:lnTo>
                      <a:pt x="58817" y="40493"/>
                    </a:lnTo>
                    <a:lnTo>
                      <a:pt x="58817" y="1381"/>
                    </a:lnTo>
                    <a:cubicBezTo>
                      <a:pt x="58817" y="619"/>
                      <a:pt x="58198" y="0"/>
                      <a:pt x="57436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5" name="Google Shape;575;p23"/>
              <p:cNvSpPr/>
              <p:nvPr/>
            </p:nvSpPr>
            <p:spPr>
              <a:xfrm>
                <a:off x="3665319" y="1385867"/>
                <a:ext cx="1793683" cy="1276683"/>
              </a:xfrm>
              <a:custGeom>
                <a:rect b="b" l="l" r="r" t="t"/>
                <a:pathLst>
                  <a:path extrusionOk="0" h="38661" w="54317">
                    <a:moveTo>
                      <a:pt x="1286" y="1"/>
                    </a:moveTo>
                    <a:cubicBezTo>
                      <a:pt x="572" y="1"/>
                      <a:pt x="0" y="572"/>
                      <a:pt x="0" y="1287"/>
                    </a:cubicBezTo>
                    <a:lnTo>
                      <a:pt x="0" y="38660"/>
                    </a:lnTo>
                    <a:lnTo>
                      <a:pt x="54317" y="38660"/>
                    </a:lnTo>
                    <a:lnTo>
                      <a:pt x="54317" y="1287"/>
                    </a:lnTo>
                    <a:cubicBezTo>
                      <a:pt x="54317" y="572"/>
                      <a:pt x="53745" y="1"/>
                      <a:pt x="5304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6" name="Google Shape;576;p23"/>
              <p:cNvSpPr/>
              <p:nvPr/>
            </p:nvSpPr>
            <p:spPr>
              <a:xfrm>
                <a:off x="3685363" y="1406308"/>
                <a:ext cx="1753198" cy="1256242"/>
              </a:xfrm>
              <a:custGeom>
                <a:rect b="b" l="l" r="r" t="t"/>
                <a:pathLst>
                  <a:path extrusionOk="0" h="38042" w="53091">
                    <a:moveTo>
                      <a:pt x="894" y="1"/>
                    </a:moveTo>
                    <a:cubicBezTo>
                      <a:pt x="405" y="1"/>
                      <a:pt x="1" y="394"/>
                      <a:pt x="13" y="882"/>
                    </a:cubicBezTo>
                    <a:lnTo>
                      <a:pt x="13" y="38041"/>
                    </a:lnTo>
                    <a:lnTo>
                      <a:pt x="53091" y="38041"/>
                    </a:lnTo>
                    <a:lnTo>
                      <a:pt x="53091" y="882"/>
                    </a:lnTo>
                    <a:cubicBezTo>
                      <a:pt x="53091" y="394"/>
                      <a:pt x="52698" y="1"/>
                      <a:pt x="52221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7" name="Google Shape;577;p23"/>
              <p:cNvSpPr/>
              <p:nvPr/>
            </p:nvSpPr>
            <p:spPr>
              <a:xfrm>
                <a:off x="3685760" y="1406308"/>
                <a:ext cx="1752801" cy="1256242"/>
              </a:xfrm>
              <a:custGeom>
                <a:rect b="b" l="l" r="r" t="t"/>
                <a:pathLst>
                  <a:path extrusionOk="0" h="38042" w="53079">
                    <a:moveTo>
                      <a:pt x="51174" y="1"/>
                    </a:moveTo>
                    <a:lnTo>
                      <a:pt x="1" y="38041"/>
                    </a:lnTo>
                    <a:lnTo>
                      <a:pt x="53079" y="38041"/>
                    </a:lnTo>
                    <a:lnTo>
                      <a:pt x="53079" y="1358"/>
                    </a:lnTo>
                    <a:cubicBezTo>
                      <a:pt x="53079" y="608"/>
                      <a:pt x="52471" y="1"/>
                      <a:pt x="5172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8" name="Google Shape;578;p23"/>
              <p:cNvSpPr/>
              <p:nvPr/>
            </p:nvSpPr>
            <p:spPr>
              <a:xfrm>
                <a:off x="4060862" y="1540379"/>
                <a:ext cx="1001837" cy="987703"/>
              </a:xfrm>
              <a:custGeom>
                <a:rect b="b" l="l" r="r" t="t"/>
                <a:pathLst>
                  <a:path extrusionOk="0" h="29910" w="30338">
                    <a:moveTo>
                      <a:pt x="15181" y="2311"/>
                    </a:moveTo>
                    <a:lnTo>
                      <a:pt x="28087" y="5990"/>
                    </a:lnTo>
                    <a:cubicBezTo>
                      <a:pt x="28087" y="5990"/>
                      <a:pt x="28027" y="27659"/>
                      <a:pt x="15181" y="27659"/>
                    </a:cubicBezTo>
                    <a:lnTo>
                      <a:pt x="15181" y="27647"/>
                    </a:lnTo>
                    <a:cubicBezTo>
                      <a:pt x="2334" y="27647"/>
                      <a:pt x="2274" y="5990"/>
                      <a:pt x="2274" y="5990"/>
                    </a:cubicBezTo>
                    <a:lnTo>
                      <a:pt x="15181" y="2311"/>
                    </a:lnTo>
                    <a:close/>
                    <a:moveTo>
                      <a:pt x="15181" y="1"/>
                    </a:moveTo>
                    <a:lnTo>
                      <a:pt x="0" y="4132"/>
                    </a:lnTo>
                    <a:lnTo>
                      <a:pt x="0" y="6002"/>
                    </a:lnTo>
                    <a:cubicBezTo>
                      <a:pt x="0" y="6240"/>
                      <a:pt x="36" y="11800"/>
                      <a:pt x="1738" y="17467"/>
                    </a:cubicBezTo>
                    <a:cubicBezTo>
                      <a:pt x="4810" y="27754"/>
                      <a:pt x="10740" y="29909"/>
                      <a:pt x="15169" y="29909"/>
                    </a:cubicBezTo>
                    <a:cubicBezTo>
                      <a:pt x="19610" y="29909"/>
                      <a:pt x="25527" y="27754"/>
                      <a:pt x="28611" y="17467"/>
                    </a:cubicBezTo>
                    <a:cubicBezTo>
                      <a:pt x="30302" y="11812"/>
                      <a:pt x="30337" y="6240"/>
                      <a:pt x="30337" y="6002"/>
                    </a:cubicBezTo>
                    <a:lnTo>
                      <a:pt x="30337" y="4132"/>
                    </a:lnTo>
                    <a:lnTo>
                      <a:pt x="15181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9" name="Google Shape;579;p23"/>
              <p:cNvSpPr/>
              <p:nvPr/>
            </p:nvSpPr>
            <p:spPr>
              <a:xfrm>
                <a:off x="4188626" y="1666591"/>
                <a:ext cx="874469" cy="861887"/>
              </a:xfrm>
              <a:custGeom>
                <a:rect b="b" l="l" r="r" t="t"/>
                <a:pathLst>
                  <a:path extrusionOk="0" h="26100" w="26481">
                    <a:moveTo>
                      <a:pt x="25337" y="1"/>
                    </a:moveTo>
                    <a:lnTo>
                      <a:pt x="22920" y="1799"/>
                    </a:lnTo>
                    <a:lnTo>
                      <a:pt x="24218" y="2180"/>
                    </a:lnTo>
                    <a:cubicBezTo>
                      <a:pt x="24218" y="2180"/>
                      <a:pt x="24158" y="23825"/>
                      <a:pt x="11312" y="23825"/>
                    </a:cubicBezTo>
                    <a:cubicBezTo>
                      <a:pt x="6692" y="23825"/>
                      <a:pt x="3739" y="21051"/>
                      <a:pt x="1834" y="17467"/>
                    </a:cubicBezTo>
                    <a:lnTo>
                      <a:pt x="1" y="18836"/>
                    </a:lnTo>
                    <a:cubicBezTo>
                      <a:pt x="3239" y="24706"/>
                      <a:pt x="7752" y="26099"/>
                      <a:pt x="11312" y="26099"/>
                    </a:cubicBezTo>
                    <a:cubicBezTo>
                      <a:pt x="15741" y="26099"/>
                      <a:pt x="21670" y="23932"/>
                      <a:pt x="24754" y="13657"/>
                    </a:cubicBezTo>
                    <a:cubicBezTo>
                      <a:pt x="26444" y="7990"/>
                      <a:pt x="26480" y="2418"/>
                      <a:pt x="26480" y="2180"/>
                    </a:cubicBezTo>
                    <a:lnTo>
                      <a:pt x="26480" y="322"/>
                    </a:lnTo>
                    <a:lnTo>
                      <a:pt x="25337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0" name="Google Shape;580;p23"/>
              <p:cNvSpPr/>
              <p:nvPr/>
            </p:nvSpPr>
            <p:spPr>
              <a:xfrm>
                <a:off x="4415491" y="1739339"/>
                <a:ext cx="293339" cy="373551"/>
              </a:xfrm>
              <a:custGeom>
                <a:rect b="b" l="l" r="r" t="t"/>
                <a:pathLst>
                  <a:path extrusionOk="0" h="11312" w="8883">
                    <a:moveTo>
                      <a:pt x="4442" y="0"/>
                    </a:moveTo>
                    <a:cubicBezTo>
                      <a:pt x="1989" y="0"/>
                      <a:pt x="1" y="1989"/>
                      <a:pt x="1" y="4441"/>
                    </a:cubicBezTo>
                    <a:lnTo>
                      <a:pt x="1" y="10752"/>
                    </a:lnTo>
                    <a:cubicBezTo>
                      <a:pt x="1" y="11061"/>
                      <a:pt x="251" y="11311"/>
                      <a:pt x="572" y="11311"/>
                    </a:cubicBezTo>
                    <a:cubicBezTo>
                      <a:pt x="882" y="11311"/>
                      <a:pt x="1132" y="11061"/>
                      <a:pt x="1132" y="10752"/>
                    </a:cubicBezTo>
                    <a:lnTo>
                      <a:pt x="1132" y="4441"/>
                    </a:lnTo>
                    <a:cubicBezTo>
                      <a:pt x="1132" y="2608"/>
                      <a:pt x="2620" y="1132"/>
                      <a:pt x="4442" y="1132"/>
                    </a:cubicBezTo>
                    <a:cubicBezTo>
                      <a:pt x="6275" y="1132"/>
                      <a:pt x="7752" y="2608"/>
                      <a:pt x="7752" y="4441"/>
                    </a:cubicBezTo>
                    <a:lnTo>
                      <a:pt x="7752" y="6335"/>
                    </a:lnTo>
                    <a:cubicBezTo>
                      <a:pt x="7752" y="6710"/>
                      <a:pt x="8034" y="6897"/>
                      <a:pt x="8317" y="6897"/>
                    </a:cubicBezTo>
                    <a:cubicBezTo>
                      <a:pt x="8600" y="6897"/>
                      <a:pt x="8883" y="6710"/>
                      <a:pt x="8883" y="6335"/>
                    </a:cubicBezTo>
                    <a:lnTo>
                      <a:pt x="8883" y="4441"/>
                    </a:lnTo>
                    <a:cubicBezTo>
                      <a:pt x="8883" y="1989"/>
                      <a:pt x="6894" y="0"/>
                      <a:pt x="444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1" name="Google Shape;581;p23"/>
              <p:cNvSpPr/>
              <p:nvPr/>
            </p:nvSpPr>
            <p:spPr>
              <a:xfrm>
                <a:off x="4671448" y="1902107"/>
                <a:ext cx="37381" cy="64526"/>
              </a:xfrm>
              <a:custGeom>
                <a:rect b="b" l="l" r="r" t="t"/>
                <a:pathLst>
                  <a:path extrusionOk="0" h="1954" w="1132">
                    <a:moveTo>
                      <a:pt x="1132" y="1"/>
                    </a:moveTo>
                    <a:lnTo>
                      <a:pt x="1" y="846"/>
                    </a:lnTo>
                    <a:lnTo>
                      <a:pt x="1" y="1406"/>
                    </a:lnTo>
                    <a:cubicBezTo>
                      <a:pt x="1" y="1703"/>
                      <a:pt x="262" y="1953"/>
                      <a:pt x="572" y="1953"/>
                    </a:cubicBezTo>
                    <a:cubicBezTo>
                      <a:pt x="882" y="1953"/>
                      <a:pt x="1132" y="1703"/>
                      <a:pt x="1132" y="1394"/>
                    </a:cubicBezTo>
                    <a:lnTo>
                      <a:pt x="1132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2" name="Google Shape;582;p23"/>
              <p:cNvSpPr/>
              <p:nvPr/>
            </p:nvSpPr>
            <p:spPr>
              <a:xfrm>
                <a:off x="4377746" y="2019271"/>
                <a:ext cx="368828" cy="310246"/>
              </a:xfrm>
              <a:custGeom>
                <a:rect b="b" l="l" r="r" t="t"/>
                <a:pathLst>
                  <a:path extrusionOk="0" h="9395" w="11169">
                    <a:moveTo>
                      <a:pt x="620" y="1"/>
                    </a:moveTo>
                    <a:cubicBezTo>
                      <a:pt x="286" y="1"/>
                      <a:pt x="1" y="275"/>
                      <a:pt x="1" y="608"/>
                    </a:cubicBezTo>
                    <a:lnTo>
                      <a:pt x="1" y="8787"/>
                    </a:lnTo>
                    <a:cubicBezTo>
                      <a:pt x="1" y="9121"/>
                      <a:pt x="286" y="9395"/>
                      <a:pt x="620" y="9395"/>
                    </a:cubicBezTo>
                    <a:lnTo>
                      <a:pt x="10550" y="9395"/>
                    </a:lnTo>
                    <a:cubicBezTo>
                      <a:pt x="10895" y="9395"/>
                      <a:pt x="11169" y="9121"/>
                      <a:pt x="11169" y="8787"/>
                    </a:cubicBezTo>
                    <a:lnTo>
                      <a:pt x="11169" y="608"/>
                    </a:lnTo>
                    <a:cubicBezTo>
                      <a:pt x="11169" y="275"/>
                      <a:pt x="10895" y="1"/>
                      <a:pt x="10550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3" name="Google Shape;583;p23"/>
              <p:cNvSpPr/>
              <p:nvPr/>
            </p:nvSpPr>
            <p:spPr>
              <a:xfrm>
                <a:off x="4377746" y="2019271"/>
                <a:ext cx="368828" cy="310246"/>
              </a:xfrm>
              <a:custGeom>
                <a:rect b="b" l="l" r="r" t="t"/>
                <a:pathLst>
                  <a:path extrusionOk="0" h="9395" w="11169">
                    <a:moveTo>
                      <a:pt x="5263" y="1"/>
                    </a:moveTo>
                    <a:lnTo>
                      <a:pt x="1" y="3906"/>
                    </a:lnTo>
                    <a:lnTo>
                      <a:pt x="1" y="8442"/>
                    </a:lnTo>
                    <a:cubicBezTo>
                      <a:pt x="1" y="8966"/>
                      <a:pt x="429" y="9395"/>
                      <a:pt x="965" y="9395"/>
                    </a:cubicBezTo>
                    <a:lnTo>
                      <a:pt x="10216" y="9395"/>
                    </a:lnTo>
                    <a:cubicBezTo>
                      <a:pt x="10740" y="9395"/>
                      <a:pt x="11169" y="8966"/>
                      <a:pt x="11169" y="8442"/>
                    </a:cubicBezTo>
                    <a:lnTo>
                      <a:pt x="11169" y="953"/>
                    </a:lnTo>
                    <a:cubicBezTo>
                      <a:pt x="11169" y="417"/>
                      <a:pt x="10740" y="1"/>
                      <a:pt x="1021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4" name="Google Shape;584;p23"/>
              <p:cNvSpPr/>
              <p:nvPr/>
            </p:nvSpPr>
            <p:spPr>
              <a:xfrm>
                <a:off x="4500425" y="2088916"/>
                <a:ext cx="112475" cy="170825"/>
              </a:xfrm>
              <a:custGeom>
                <a:rect b="b" l="l" r="r" t="t"/>
                <a:pathLst>
                  <a:path extrusionOk="0" h="5173" w="3406">
                    <a:moveTo>
                      <a:pt x="1864" y="1"/>
                    </a:moveTo>
                    <a:cubicBezTo>
                      <a:pt x="1577" y="1"/>
                      <a:pt x="1283" y="82"/>
                      <a:pt x="1012" y="261"/>
                    </a:cubicBezTo>
                    <a:cubicBezTo>
                      <a:pt x="0" y="940"/>
                      <a:pt x="155" y="2487"/>
                      <a:pt x="1286" y="2952"/>
                    </a:cubicBezTo>
                    <a:lnTo>
                      <a:pt x="1286" y="4583"/>
                    </a:lnTo>
                    <a:cubicBezTo>
                      <a:pt x="1286" y="4976"/>
                      <a:pt x="1578" y="5172"/>
                      <a:pt x="1870" y="5172"/>
                    </a:cubicBezTo>
                    <a:cubicBezTo>
                      <a:pt x="2161" y="5172"/>
                      <a:pt x="2453" y="4976"/>
                      <a:pt x="2453" y="4583"/>
                    </a:cubicBezTo>
                    <a:lnTo>
                      <a:pt x="2453" y="2952"/>
                    </a:lnTo>
                    <a:cubicBezTo>
                      <a:pt x="3025" y="2714"/>
                      <a:pt x="3406" y="2154"/>
                      <a:pt x="3406" y="1535"/>
                    </a:cubicBezTo>
                    <a:cubicBezTo>
                      <a:pt x="3406" y="632"/>
                      <a:pt x="2664" y="1"/>
                      <a:pt x="186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585" name="Google Shape;585;p23"/>
          <p:cNvGrpSpPr/>
          <p:nvPr/>
        </p:nvGrpSpPr>
        <p:grpSpPr>
          <a:xfrm>
            <a:off x="325414" y="3762924"/>
            <a:ext cx="1677462" cy="756900"/>
            <a:chOff x="572030" y="3071200"/>
            <a:chExt cx="1753201" cy="756900"/>
          </a:xfrm>
        </p:grpSpPr>
        <p:grpSp>
          <p:nvGrpSpPr>
            <p:cNvPr id="586" name="Google Shape;586;p23"/>
            <p:cNvGrpSpPr/>
            <p:nvPr/>
          </p:nvGrpSpPr>
          <p:grpSpPr>
            <a:xfrm>
              <a:off x="572030" y="3071200"/>
              <a:ext cx="1753201" cy="756900"/>
              <a:chOff x="572030" y="3071200"/>
              <a:chExt cx="1753201" cy="756900"/>
            </a:xfrm>
          </p:grpSpPr>
          <p:sp>
            <p:nvSpPr>
              <p:cNvPr id="587" name="Google Shape;587;p23"/>
              <p:cNvSpPr/>
              <p:nvPr/>
            </p:nvSpPr>
            <p:spPr>
              <a:xfrm>
                <a:off x="572031" y="3071200"/>
                <a:ext cx="1753200" cy="7569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588" name="Google Shape;588;p23"/>
              <p:cNvGrpSpPr/>
              <p:nvPr/>
            </p:nvGrpSpPr>
            <p:grpSpPr>
              <a:xfrm>
                <a:off x="572030" y="3199063"/>
                <a:ext cx="510569" cy="502769"/>
                <a:chOff x="572030" y="3199063"/>
                <a:chExt cx="510569" cy="502769"/>
              </a:xfrm>
            </p:grpSpPr>
            <p:sp>
              <p:nvSpPr>
                <p:cNvPr id="589" name="Google Shape;589;p23"/>
                <p:cNvSpPr/>
                <p:nvPr/>
              </p:nvSpPr>
              <p:spPr>
                <a:xfrm>
                  <a:off x="572030" y="3199063"/>
                  <a:ext cx="503171" cy="502769"/>
                </a:xfrm>
                <a:custGeom>
                  <a:rect b="b" l="l" r="r" t="t"/>
                  <a:pathLst>
                    <a:path extrusionOk="0" h="13800" w="13812">
                      <a:moveTo>
                        <a:pt x="6906" y="1"/>
                      </a:moveTo>
                      <a:cubicBezTo>
                        <a:pt x="3096" y="1"/>
                        <a:pt x="1" y="3096"/>
                        <a:pt x="1" y="6906"/>
                      </a:cubicBezTo>
                      <a:cubicBezTo>
                        <a:pt x="1" y="10716"/>
                        <a:pt x="3096" y="13800"/>
                        <a:pt x="6906" y="13800"/>
                      </a:cubicBezTo>
                      <a:cubicBezTo>
                        <a:pt x="10716" y="13800"/>
                        <a:pt x="13812" y="10716"/>
                        <a:pt x="13812" y="6906"/>
                      </a:cubicBezTo>
                      <a:cubicBezTo>
                        <a:pt x="13812" y="3096"/>
                        <a:pt x="10716" y="1"/>
                        <a:pt x="6906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90" name="Google Shape;590;p23"/>
                <p:cNvSpPr/>
                <p:nvPr/>
              </p:nvSpPr>
              <p:spPr>
                <a:xfrm>
                  <a:off x="667881" y="3304459"/>
                  <a:ext cx="414719" cy="383926"/>
                </a:xfrm>
                <a:custGeom>
                  <a:rect b="b" l="l" r="r" t="t"/>
                  <a:pathLst>
                    <a:path extrusionOk="0" h="10538" w="11384">
                      <a:moveTo>
                        <a:pt x="180" y="1"/>
                      </a:moveTo>
                      <a:cubicBezTo>
                        <a:pt x="84" y="1"/>
                        <a:pt x="1" y="84"/>
                        <a:pt x="1" y="179"/>
                      </a:cubicBezTo>
                      <a:lnTo>
                        <a:pt x="1" y="7847"/>
                      </a:lnTo>
                      <a:cubicBezTo>
                        <a:pt x="1" y="7942"/>
                        <a:pt x="84" y="8014"/>
                        <a:pt x="180" y="8014"/>
                      </a:cubicBezTo>
                      <a:lnTo>
                        <a:pt x="4918" y="8014"/>
                      </a:lnTo>
                      <a:lnTo>
                        <a:pt x="4382" y="9895"/>
                      </a:lnTo>
                      <a:lnTo>
                        <a:pt x="4061" y="9895"/>
                      </a:lnTo>
                      <a:cubicBezTo>
                        <a:pt x="3620" y="9895"/>
                        <a:pt x="3620" y="10538"/>
                        <a:pt x="4061" y="10538"/>
                      </a:cubicBezTo>
                      <a:lnTo>
                        <a:pt x="7335" y="10538"/>
                      </a:lnTo>
                      <a:cubicBezTo>
                        <a:pt x="7764" y="10538"/>
                        <a:pt x="7764" y="9895"/>
                        <a:pt x="7335" y="9895"/>
                      </a:cubicBezTo>
                      <a:lnTo>
                        <a:pt x="7002" y="9895"/>
                      </a:lnTo>
                      <a:lnTo>
                        <a:pt x="6466" y="8014"/>
                      </a:lnTo>
                      <a:lnTo>
                        <a:pt x="11205" y="8014"/>
                      </a:lnTo>
                      <a:cubicBezTo>
                        <a:pt x="11312" y="8014"/>
                        <a:pt x="11383" y="7942"/>
                        <a:pt x="11383" y="7847"/>
                      </a:cubicBezTo>
                      <a:lnTo>
                        <a:pt x="11383" y="179"/>
                      </a:lnTo>
                      <a:cubicBezTo>
                        <a:pt x="11383" y="84"/>
                        <a:pt x="11312" y="1"/>
                        <a:pt x="11217" y="1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91" name="Google Shape;591;p23"/>
                <p:cNvSpPr/>
                <p:nvPr/>
              </p:nvSpPr>
              <p:spPr>
                <a:xfrm>
                  <a:off x="688282" y="3325735"/>
                  <a:ext cx="373918" cy="249453"/>
                </a:xfrm>
                <a:custGeom>
                  <a:rect b="b" l="l" r="r" t="t"/>
                  <a:pathLst>
                    <a:path extrusionOk="0" h="6847" w="10264">
                      <a:moveTo>
                        <a:pt x="120" y="0"/>
                      </a:moveTo>
                      <a:cubicBezTo>
                        <a:pt x="60" y="0"/>
                        <a:pt x="1" y="48"/>
                        <a:pt x="1" y="107"/>
                      </a:cubicBezTo>
                      <a:lnTo>
                        <a:pt x="1" y="6739"/>
                      </a:lnTo>
                      <a:cubicBezTo>
                        <a:pt x="1" y="6799"/>
                        <a:pt x="60" y="6846"/>
                        <a:pt x="120" y="6846"/>
                      </a:cubicBezTo>
                      <a:lnTo>
                        <a:pt x="10145" y="6846"/>
                      </a:lnTo>
                      <a:cubicBezTo>
                        <a:pt x="10216" y="6846"/>
                        <a:pt x="10264" y="6799"/>
                        <a:pt x="10264" y="6739"/>
                      </a:cubicBezTo>
                      <a:lnTo>
                        <a:pt x="10264" y="107"/>
                      </a:lnTo>
                      <a:cubicBezTo>
                        <a:pt x="10264" y="48"/>
                        <a:pt x="10216" y="0"/>
                        <a:pt x="10145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92" name="Google Shape;592;p23"/>
                <p:cNvSpPr/>
                <p:nvPr/>
              </p:nvSpPr>
              <p:spPr>
                <a:xfrm>
                  <a:off x="740779" y="3388615"/>
                  <a:ext cx="269363" cy="161396"/>
                </a:xfrm>
                <a:custGeom>
                  <a:rect b="b" l="l" r="r" t="t"/>
                  <a:pathLst>
                    <a:path extrusionOk="0" h="4430" w="7394">
                      <a:moveTo>
                        <a:pt x="143" y="1"/>
                      </a:moveTo>
                      <a:cubicBezTo>
                        <a:pt x="60" y="1"/>
                        <a:pt x="0" y="72"/>
                        <a:pt x="0" y="143"/>
                      </a:cubicBezTo>
                      <a:lnTo>
                        <a:pt x="0" y="4287"/>
                      </a:lnTo>
                      <a:cubicBezTo>
                        <a:pt x="0" y="4370"/>
                        <a:pt x="60" y="4430"/>
                        <a:pt x="143" y="4430"/>
                      </a:cubicBezTo>
                      <a:lnTo>
                        <a:pt x="7251" y="4430"/>
                      </a:lnTo>
                      <a:cubicBezTo>
                        <a:pt x="7323" y="4430"/>
                        <a:pt x="7394" y="4370"/>
                        <a:pt x="7394" y="4287"/>
                      </a:cubicBezTo>
                      <a:lnTo>
                        <a:pt x="7394" y="143"/>
                      </a:lnTo>
                      <a:cubicBezTo>
                        <a:pt x="7394" y="72"/>
                        <a:pt x="7323" y="1"/>
                        <a:pt x="7251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93" name="Google Shape;593;p23"/>
                <p:cNvSpPr/>
                <p:nvPr/>
              </p:nvSpPr>
              <p:spPr>
                <a:xfrm>
                  <a:off x="780234" y="3410729"/>
                  <a:ext cx="217341" cy="21750"/>
                </a:xfrm>
                <a:custGeom>
                  <a:rect b="b" l="l" r="r" t="t"/>
                  <a:pathLst>
                    <a:path extrusionOk="0" h="597" w="5966">
                      <a:moveTo>
                        <a:pt x="1" y="1"/>
                      </a:moveTo>
                      <a:lnTo>
                        <a:pt x="1" y="596"/>
                      </a:lnTo>
                      <a:lnTo>
                        <a:pt x="5668" y="596"/>
                      </a:lnTo>
                      <a:cubicBezTo>
                        <a:pt x="5823" y="596"/>
                        <a:pt x="5966" y="453"/>
                        <a:pt x="5966" y="298"/>
                      </a:cubicBezTo>
                      <a:cubicBezTo>
                        <a:pt x="5966" y="132"/>
                        <a:pt x="5823" y="1"/>
                        <a:pt x="5668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94" name="Google Shape;594;p23"/>
                <p:cNvSpPr/>
                <p:nvPr/>
              </p:nvSpPr>
              <p:spPr>
                <a:xfrm>
                  <a:off x="829510" y="3401184"/>
                  <a:ext cx="38215" cy="38655"/>
                </a:xfrm>
                <a:custGeom>
                  <a:rect b="b" l="l" r="r" t="t"/>
                  <a:pathLst>
                    <a:path extrusionOk="0" h="1061" w="1049">
                      <a:moveTo>
                        <a:pt x="524" y="1"/>
                      </a:moveTo>
                      <a:cubicBezTo>
                        <a:pt x="239" y="1"/>
                        <a:pt x="0" y="239"/>
                        <a:pt x="0" y="537"/>
                      </a:cubicBezTo>
                      <a:cubicBezTo>
                        <a:pt x="0" y="822"/>
                        <a:pt x="239" y="1061"/>
                        <a:pt x="524" y="1061"/>
                      </a:cubicBezTo>
                      <a:cubicBezTo>
                        <a:pt x="822" y="1061"/>
                        <a:pt x="1048" y="822"/>
                        <a:pt x="1048" y="537"/>
                      </a:cubicBezTo>
                      <a:cubicBezTo>
                        <a:pt x="1048" y="239"/>
                        <a:pt x="822" y="1"/>
                        <a:pt x="524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95" name="Google Shape;595;p23"/>
                <p:cNvSpPr/>
                <p:nvPr/>
              </p:nvSpPr>
              <p:spPr>
                <a:xfrm>
                  <a:off x="780234" y="3459328"/>
                  <a:ext cx="217341" cy="21714"/>
                </a:xfrm>
                <a:custGeom>
                  <a:rect b="b" l="l" r="r" t="t"/>
                  <a:pathLst>
                    <a:path extrusionOk="0" h="596" w="5966">
                      <a:moveTo>
                        <a:pt x="1" y="0"/>
                      </a:moveTo>
                      <a:lnTo>
                        <a:pt x="1" y="596"/>
                      </a:lnTo>
                      <a:lnTo>
                        <a:pt x="5668" y="596"/>
                      </a:lnTo>
                      <a:cubicBezTo>
                        <a:pt x="5823" y="596"/>
                        <a:pt x="5966" y="465"/>
                        <a:pt x="5966" y="298"/>
                      </a:cubicBezTo>
                      <a:cubicBezTo>
                        <a:pt x="5966" y="131"/>
                        <a:pt x="5823" y="0"/>
                        <a:pt x="5668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96" name="Google Shape;596;p23"/>
                <p:cNvSpPr/>
                <p:nvPr/>
              </p:nvSpPr>
              <p:spPr>
                <a:xfrm>
                  <a:off x="829510" y="3450220"/>
                  <a:ext cx="38215" cy="38618"/>
                </a:xfrm>
                <a:custGeom>
                  <a:rect b="b" l="l" r="r" t="t"/>
                  <a:pathLst>
                    <a:path extrusionOk="0" h="1060" w="1049">
                      <a:moveTo>
                        <a:pt x="524" y="0"/>
                      </a:moveTo>
                      <a:cubicBezTo>
                        <a:pt x="239" y="0"/>
                        <a:pt x="0" y="238"/>
                        <a:pt x="0" y="524"/>
                      </a:cubicBezTo>
                      <a:cubicBezTo>
                        <a:pt x="0" y="822"/>
                        <a:pt x="239" y="1060"/>
                        <a:pt x="524" y="1060"/>
                      </a:cubicBezTo>
                      <a:cubicBezTo>
                        <a:pt x="822" y="1060"/>
                        <a:pt x="1048" y="822"/>
                        <a:pt x="1048" y="524"/>
                      </a:cubicBezTo>
                      <a:cubicBezTo>
                        <a:pt x="1048" y="238"/>
                        <a:pt x="822" y="0"/>
                        <a:pt x="524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97" name="Google Shape;597;p23"/>
                <p:cNvSpPr/>
                <p:nvPr/>
              </p:nvSpPr>
              <p:spPr>
                <a:xfrm>
                  <a:off x="780234" y="3508328"/>
                  <a:ext cx="217341" cy="21714"/>
                </a:xfrm>
                <a:custGeom>
                  <a:rect b="b" l="l" r="r" t="t"/>
                  <a:pathLst>
                    <a:path extrusionOk="0" h="596" w="5966">
                      <a:moveTo>
                        <a:pt x="1" y="1"/>
                      </a:moveTo>
                      <a:lnTo>
                        <a:pt x="1" y="596"/>
                      </a:lnTo>
                      <a:lnTo>
                        <a:pt x="5668" y="596"/>
                      </a:lnTo>
                      <a:cubicBezTo>
                        <a:pt x="5823" y="596"/>
                        <a:pt x="5966" y="465"/>
                        <a:pt x="5966" y="298"/>
                      </a:cubicBezTo>
                      <a:cubicBezTo>
                        <a:pt x="5966" y="132"/>
                        <a:pt x="5823" y="1"/>
                        <a:pt x="5668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98" name="Google Shape;598;p23"/>
                <p:cNvSpPr/>
                <p:nvPr/>
              </p:nvSpPr>
              <p:spPr>
                <a:xfrm>
                  <a:off x="829510" y="3498783"/>
                  <a:ext cx="38215" cy="38655"/>
                </a:xfrm>
                <a:custGeom>
                  <a:rect b="b" l="l" r="r" t="t"/>
                  <a:pathLst>
                    <a:path extrusionOk="0" h="1061" w="1049">
                      <a:moveTo>
                        <a:pt x="524" y="1"/>
                      </a:moveTo>
                      <a:cubicBezTo>
                        <a:pt x="239" y="1"/>
                        <a:pt x="0" y="239"/>
                        <a:pt x="0" y="537"/>
                      </a:cubicBezTo>
                      <a:cubicBezTo>
                        <a:pt x="0" y="822"/>
                        <a:pt x="239" y="1060"/>
                        <a:pt x="524" y="1060"/>
                      </a:cubicBezTo>
                      <a:cubicBezTo>
                        <a:pt x="822" y="1060"/>
                        <a:pt x="1048" y="822"/>
                        <a:pt x="1048" y="537"/>
                      </a:cubicBezTo>
                      <a:cubicBezTo>
                        <a:pt x="1048" y="239"/>
                        <a:pt x="822" y="1"/>
                        <a:pt x="524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99" name="Google Shape;599;p23"/>
                <p:cNvSpPr/>
                <p:nvPr/>
              </p:nvSpPr>
              <p:spPr>
                <a:xfrm>
                  <a:off x="974120" y="3382968"/>
                  <a:ext cx="52095" cy="32571"/>
                </a:xfrm>
                <a:custGeom>
                  <a:rect b="b" l="l" r="r" t="t"/>
                  <a:pathLst>
                    <a:path extrusionOk="0" fill="none" h="894" w="1430">
                      <a:moveTo>
                        <a:pt x="1" y="346"/>
                      </a:moveTo>
                      <a:lnTo>
                        <a:pt x="548" y="894"/>
                      </a:lnTo>
                      <a:lnTo>
                        <a:pt x="1429" y="1"/>
                      </a:lnTo>
                    </a:path>
                  </a:pathLst>
                </a:custGeom>
                <a:noFill/>
                <a:ln cap="rnd" cmpd="sng" w="387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00" name="Google Shape;600;p23"/>
                <p:cNvSpPr/>
                <p:nvPr/>
              </p:nvSpPr>
              <p:spPr>
                <a:xfrm>
                  <a:off x="974120" y="3432442"/>
                  <a:ext cx="53406" cy="33846"/>
                </a:xfrm>
                <a:custGeom>
                  <a:rect b="b" l="l" r="r" t="t"/>
                  <a:pathLst>
                    <a:path extrusionOk="0" fill="none" h="929" w="1466">
                      <a:moveTo>
                        <a:pt x="1" y="393"/>
                      </a:moveTo>
                      <a:lnTo>
                        <a:pt x="548" y="929"/>
                      </a:lnTo>
                      <a:lnTo>
                        <a:pt x="1465" y="0"/>
                      </a:lnTo>
                    </a:path>
                  </a:pathLst>
                </a:custGeom>
                <a:noFill/>
                <a:ln cap="rnd" cmpd="sng" w="387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01" name="Google Shape;601;p23"/>
                <p:cNvSpPr/>
                <p:nvPr/>
              </p:nvSpPr>
              <p:spPr>
                <a:xfrm>
                  <a:off x="974120" y="3484029"/>
                  <a:ext cx="52969" cy="33008"/>
                </a:xfrm>
                <a:custGeom>
                  <a:rect b="b" l="l" r="r" t="t"/>
                  <a:pathLst>
                    <a:path extrusionOk="0" fill="none" h="906" w="1454">
                      <a:moveTo>
                        <a:pt x="1" y="370"/>
                      </a:moveTo>
                      <a:lnTo>
                        <a:pt x="548" y="906"/>
                      </a:lnTo>
                      <a:lnTo>
                        <a:pt x="1453" y="1"/>
                      </a:lnTo>
                    </a:path>
                  </a:pathLst>
                </a:custGeom>
                <a:noFill/>
                <a:ln cap="rnd" cmpd="sng" w="387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02" name="Google Shape;602;p23"/>
                <p:cNvSpPr/>
                <p:nvPr/>
              </p:nvSpPr>
              <p:spPr>
                <a:xfrm>
                  <a:off x="867253" y="3351747"/>
                  <a:ext cx="168744" cy="25612"/>
                </a:xfrm>
                <a:custGeom>
                  <a:rect b="b" l="l" r="r" t="t"/>
                  <a:pathLst>
                    <a:path extrusionOk="0" h="703" w="4632">
                      <a:moveTo>
                        <a:pt x="357" y="1"/>
                      </a:moveTo>
                      <a:cubicBezTo>
                        <a:pt x="155" y="1"/>
                        <a:pt x="0" y="155"/>
                        <a:pt x="0" y="346"/>
                      </a:cubicBezTo>
                      <a:cubicBezTo>
                        <a:pt x="0" y="536"/>
                        <a:pt x="155" y="703"/>
                        <a:pt x="357" y="703"/>
                      </a:cubicBezTo>
                      <a:lnTo>
                        <a:pt x="4275" y="703"/>
                      </a:lnTo>
                      <a:cubicBezTo>
                        <a:pt x="4465" y="703"/>
                        <a:pt x="4632" y="536"/>
                        <a:pt x="4632" y="346"/>
                      </a:cubicBezTo>
                      <a:cubicBezTo>
                        <a:pt x="4632" y="155"/>
                        <a:pt x="4465" y="1"/>
                        <a:pt x="4275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03" name="Google Shape;603;p23"/>
                <p:cNvSpPr/>
                <p:nvPr/>
              </p:nvSpPr>
              <p:spPr>
                <a:xfrm>
                  <a:off x="631289" y="3224747"/>
                  <a:ext cx="256795" cy="186389"/>
                </a:xfrm>
                <a:custGeom>
                  <a:rect b="b" l="l" r="r" t="t"/>
                  <a:pathLst>
                    <a:path extrusionOk="0" h="5116" w="7049">
                      <a:moveTo>
                        <a:pt x="4501" y="1796"/>
                      </a:moveTo>
                      <a:cubicBezTo>
                        <a:pt x="5210" y="2701"/>
                        <a:pt x="4442" y="3818"/>
                        <a:pt x="3521" y="3818"/>
                      </a:cubicBezTo>
                      <a:cubicBezTo>
                        <a:pt x="3267" y="3818"/>
                        <a:pt x="3001" y="3733"/>
                        <a:pt x="2751" y="3534"/>
                      </a:cubicBezTo>
                      <a:lnTo>
                        <a:pt x="4501" y="1796"/>
                      </a:lnTo>
                      <a:close/>
                      <a:moveTo>
                        <a:pt x="3525" y="677"/>
                      </a:moveTo>
                      <a:cubicBezTo>
                        <a:pt x="3989" y="677"/>
                        <a:pt x="4441" y="796"/>
                        <a:pt x="4846" y="1022"/>
                      </a:cubicBezTo>
                      <a:lnTo>
                        <a:pt x="4501" y="1367"/>
                      </a:lnTo>
                      <a:cubicBezTo>
                        <a:pt x="4214" y="1135"/>
                        <a:pt x="3868" y="1021"/>
                        <a:pt x="3524" y="1021"/>
                      </a:cubicBezTo>
                      <a:cubicBezTo>
                        <a:pt x="3126" y="1021"/>
                        <a:pt x="2729" y="1174"/>
                        <a:pt x="2429" y="1474"/>
                      </a:cubicBezTo>
                      <a:cubicBezTo>
                        <a:pt x="1870" y="2034"/>
                        <a:pt x="1834" y="2927"/>
                        <a:pt x="2334" y="3534"/>
                      </a:cubicBezTo>
                      <a:lnTo>
                        <a:pt x="1929" y="3939"/>
                      </a:lnTo>
                      <a:cubicBezTo>
                        <a:pt x="1334" y="3570"/>
                        <a:pt x="810" y="3094"/>
                        <a:pt x="369" y="2558"/>
                      </a:cubicBezTo>
                      <a:cubicBezTo>
                        <a:pt x="679" y="2177"/>
                        <a:pt x="1989" y="677"/>
                        <a:pt x="3525" y="677"/>
                      </a:cubicBezTo>
                      <a:close/>
                      <a:moveTo>
                        <a:pt x="5120" y="1177"/>
                      </a:moveTo>
                      <a:cubicBezTo>
                        <a:pt x="5703" y="1546"/>
                        <a:pt x="6227" y="2022"/>
                        <a:pt x="6668" y="2558"/>
                      </a:cubicBezTo>
                      <a:cubicBezTo>
                        <a:pt x="6358" y="2939"/>
                        <a:pt x="5049" y="4439"/>
                        <a:pt x="3525" y="4439"/>
                      </a:cubicBezTo>
                      <a:lnTo>
                        <a:pt x="3525" y="4451"/>
                      </a:lnTo>
                      <a:cubicBezTo>
                        <a:pt x="3060" y="4439"/>
                        <a:pt x="2608" y="4320"/>
                        <a:pt x="2191" y="4094"/>
                      </a:cubicBezTo>
                      <a:lnTo>
                        <a:pt x="2548" y="3748"/>
                      </a:lnTo>
                      <a:cubicBezTo>
                        <a:pt x="2833" y="3983"/>
                        <a:pt x="3181" y="4100"/>
                        <a:pt x="3528" y="4100"/>
                      </a:cubicBezTo>
                      <a:cubicBezTo>
                        <a:pt x="3920" y="4100"/>
                        <a:pt x="4311" y="3950"/>
                        <a:pt x="4608" y="3653"/>
                      </a:cubicBezTo>
                      <a:cubicBezTo>
                        <a:pt x="5168" y="3094"/>
                        <a:pt x="5203" y="2201"/>
                        <a:pt x="4703" y="1582"/>
                      </a:cubicBezTo>
                      <a:lnTo>
                        <a:pt x="5120" y="1177"/>
                      </a:lnTo>
                      <a:close/>
                      <a:moveTo>
                        <a:pt x="5923" y="0"/>
                      </a:moveTo>
                      <a:cubicBezTo>
                        <a:pt x="5885" y="0"/>
                        <a:pt x="5845" y="17"/>
                        <a:pt x="5811" y="58"/>
                      </a:cubicBezTo>
                      <a:lnTo>
                        <a:pt x="5072" y="796"/>
                      </a:lnTo>
                      <a:cubicBezTo>
                        <a:pt x="4596" y="534"/>
                        <a:pt x="4060" y="391"/>
                        <a:pt x="3525" y="379"/>
                      </a:cubicBezTo>
                      <a:cubicBezTo>
                        <a:pt x="1620" y="379"/>
                        <a:pt x="119" y="2379"/>
                        <a:pt x="60" y="2475"/>
                      </a:cubicBezTo>
                      <a:lnTo>
                        <a:pt x="0" y="2558"/>
                      </a:lnTo>
                      <a:lnTo>
                        <a:pt x="60" y="2641"/>
                      </a:lnTo>
                      <a:cubicBezTo>
                        <a:pt x="512" y="3237"/>
                        <a:pt x="1072" y="3748"/>
                        <a:pt x="1715" y="4165"/>
                      </a:cubicBezTo>
                      <a:lnTo>
                        <a:pt x="1024" y="4844"/>
                      </a:lnTo>
                      <a:cubicBezTo>
                        <a:pt x="898" y="4952"/>
                        <a:pt x="1004" y="5115"/>
                        <a:pt x="1125" y="5115"/>
                      </a:cubicBezTo>
                      <a:cubicBezTo>
                        <a:pt x="1164" y="5115"/>
                        <a:pt x="1204" y="5099"/>
                        <a:pt x="1239" y="5058"/>
                      </a:cubicBezTo>
                      <a:lnTo>
                        <a:pt x="1977" y="4308"/>
                      </a:lnTo>
                      <a:cubicBezTo>
                        <a:pt x="2453" y="4582"/>
                        <a:pt x="2977" y="4725"/>
                        <a:pt x="3525" y="4737"/>
                      </a:cubicBezTo>
                      <a:cubicBezTo>
                        <a:pt x="5418" y="4737"/>
                        <a:pt x="6918" y="2725"/>
                        <a:pt x="6989" y="2641"/>
                      </a:cubicBezTo>
                      <a:lnTo>
                        <a:pt x="7049" y="2558"/>
                      </a:lnTo>
                      <a:lnTo>
                        <a:pt x="6977" y="2475"/>
                      </a:lnTo>
                      <a:cubicBezTo>
                        <a:pt x="6525" y="1867"/>
                        <a:pt x="5965" y="1355"/>
                        <a:pt x="5334" y="951"/>
                      </a:cubicBezTo>
                      <a:lnTo>
                        <a:pt x="6025" y="260"/>
                      </a:lnTo>
                      <a:cubicBezTo>
                        <a:pt x="6142" y="161"/>
                        <a:pt x="6041" y="0"/>
                        <a:pt x="5923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604" name="Google Shape;604;p23"/>
            <p:cNvGrpSpPr/>
            <p:nvPr/>
          </p:nvGrpSpPr>
          <p:grpSpPr>
            <a:xfrm>
              <a:off x="1062192" y="3085726"/>
              <a:ext cx="1241833" cy="677199"/>
              <a:chOff x="1652742" y="1671776"/>
              <a:chExt cx="1241833" cy="677199"/>
            </a:xfrm>
          </p:grpSpPr>
          <p:sp>
            <p:nvSpPr>
              <p:cNvPr id="605" name="Google Shape;605;p23"/>
              <p:cNvSpPr txBox="1"/>
              <p:nvPr/>
            </p:nvSpPr>
            <p:spPr>
              <a:xfrm>
                <a:off x="1652742" y="1671776"/>
                <a:ext cx="1241700" cy="249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0" spcFirstLastPara="1" rIns="0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1000">
                    <a:solidFill>
                      <a:schemeClr val="dk1"/>
                    </a:solidFill>
                    <a:latin typeface="Fira Sans"/>
                    <a:ea typeface="Fira Sans"/>
                    <a:cs typeface="Fira Sans"/>
                    <a:sym typeface="Fira Sans"/>
                  </a:rPr>
                  <a:t>Behavioral Analysis</a:t>
                </a:r>
                <a:endParaRPr b="1" sz="1000">
                  <a:solidFill>
                    <a:schemeClr val="dk1"/>
                  </a:solidFill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  <p:sp>
            <p:nvSpPr>
              <p:cNvPr id="606" name="Google Shape;606;p23"/>
              <p:cNvSpPr txBox="1"/>
              <p:nvPr/>
            </p:nvSpPr>
            <p:spPr>
              <a:xfrm>
                <a:off x="1841875" y="1943075"/>
                <a:ext cx="1052700" cy="40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0" spcFirstLastPara="1" rIns="0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000">
                    <a:solidFill>
                      <a:schemeClr val="dk1"/>
                    </a:solidFill>
                    <a:latin typeface="Fira Sans"/>
                    <a:ea typeface="Fira Sans"/>
                    <a:cs typeface="Fira Sans"/>
                    <a:sym typeface="Fira Sans"/>
                  </a:rPr>
                  <a:t>Monitors mouse movements, click patterns</a:t>
                </a:r>
                <a:endParaRPr sz="300">
                  <a:solidFill>
                    <a:schemeClr val="dk1"/>
                  </a:solidFill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</p:grpSp>
      </p:grpSp>
      <p:grpSp>
        <p:nvGrpSpPr>
          <p:cNvPr id="607" name="Google Shape;607;p23"/>
          <p:cNvGrpSpPr/>
          <p:nvPr/>
        </p:nvGrpSpPr>
        <p:grpSpPr>
          <a:xfrm>
            <a:off x="4612675" y="3762925"/>
            <a:ext cx="2027213" cy="756900"/>
            <a:chOff x="6531675" y="3071200"/>
            <a:chExt cx="2027213" cy="756900"/>
          </a:xfrm>
        </p:grpSpPr>
        <p:grpSp>
          <p:nvGrpSpPr>
            <p:cNvPr id="608" name="Google Shape;608;p23"/>
            <p:cNvGrpSpPr/>
            <p:nvPr/>
          </p:nvGrpSpPr>
          <p:grpSpPr>
            <a:xfrm>
              <a:off x="6531675" y="3071200"/>
              <a:ext cx="2027213" cy="756900"/>
              <a:chOff x="6531675" y="3071200"/>
              <a:chExt cx="2027213" cy="756900"/>
            </a:xfrm>
          </p:grpSpPr>
          <p:sp>
            <p:nvSpPr>
              <p:cNvPr id="609" name="Google Shape;609;p23"/>
              <p:cNvSpPr/>
              <p:nvPr/>
            </p:nvSpPr>
            <p:spPr>
              <a:xfrm>
                <a:off x="6805688" y="3071200"/>
                <a:ext cx="1753200" cy="7569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610" name="Google Shape;610;p23"/>
              <p:cNvGrpSpPr/>
              <p:nvPr/>
            </p:nvGrpSpPr>
            <p:grpSpPr>
              <a:xfrm>
                <a:off x="6531675" y="3168424"/>
                <a:ext cx="545258" cy="533407"/>
                <a:chOff x="6653400" y="3287849"/>
                <a:chExt cx="545258" cy="533407"/>
              </a:xfrm>
            </p:grpSpPr>
            <p:sp>
              <p:nvSpPr>
                <p:cNvPr id="611" name="Google Shape;611;p23"/>
                <p:cNvSpPr/>
                <p:nvPr/>
              </p:nvSpPr>
              <p:spPr>
                <a:xfrm>
                  <a:off x="6674238" y="3318488"/>
                  <a:ext cx="502734" cy="502768"/>
                </a:xfrm>
                <a:custGeom>
                  <a:rect b="b" l="l" r="r" t="t"/>
                  <a:pathLst>
                    <a:path extrusionOk="0" h="13800" w="13800">
                      <a:moveTo>
                        <a:pt x="6906" y="1"/>
                      </a:moveTo>
                      <a:cubicBezTo>
                        <a:pt x="3096" y="1"/>
                        <a:pt x="0" y="3096"/>
                        <a:pt x="0" y="6906"/>
                      </a:cubicBezTo>
                      <a:cubicBezTo>
                        <a:pt x="0" y="10716"/>
                        <a:pt x="3096" y="13800"/>
                        <a:pt x="6906" y="13800"/>
                      </a:cubicBezTo>
                      <a:cubicBezTo>
                        <a:pt x="10716" y="13800"/>
                        <a:pt x="13800" y="10716"/>
                        <a:pt x="13800" y="6906"/>
                      </a:cubicBezTo>
                      <a:cubicBezTo>
                        <a:pt x="13800" y="3096"/>
                        <a:pt x="10716" y="1"/>
                        <a:pt x="6906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12" name="Google Shape;612;p23"/>
                <p:cNvSpPr/>
                <p:nvPr/>
              </p:nvSpPr>
              <p:spPr>
                <a:xfrm>
                  <a:off x="6841238" y="3446435"/>
                  <a:ext cx="219491" cy="291970"/>
                </a:xfrm>
                <a:custGeom>
                  <a:rect b="b" l="l" r="r" t="t"/>
                  <a:pathLst>
                    <a:path extrusionOk="0" h="8014" w="6025">
                      <a:moveTo>
                        <a:pt x="0" y="1"/>
                      </a:moveTo>
                      <a:lnTo>
                        <a:pt x="0" y="8014"/>
                      </a:lnTo>
                      <a:lnTo>
                        <a:pt x="6025" y="8014"/>
                      </a:lnTo>
                      <a:lnTo>
                        <a:pt x="6025" y="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13" name="Google Shape;613;p23"/>
                <p:cNvSpPr/>
                <p:nvPr/>
              </p:nvSpPr>
              <p:spPr>
                <a:xfrm>
                  <a:off x="6900220" y="3532777"/>
                  <a:ext cx="101093" cy="9145"/>
                </a:xfrm>
                <a:custGeom>
                  <a:rect b="b" l="l" r="r" t="t"/>
                  <a:pathLst>
                    <a:path extrusionOk="0" h="251" w="2775">
                      <a:moveTo>
                        <a:pt x="0" y="0"/>
                      </a:moveTo>
                      <a:lnTo>
                        <a:pt x="0" y="250"/>
                      </a:lnTo>
                      <a:lnTo>
                        <a:pt x="2774" y="250"/>
                      </a:lnTo>
                      <a:lnTo>
                        <a:pt x="2774" y="0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14" name="Google Shape;614;p23"/>
                <p:cNvSpPr/>
                <p:nvPr/>
              </p:nvSpPr>
              <p:spPr>
                <a:xfrm>
                  <a:off x="6860292" y="3563998"/>
                  <a:ext cx="181349" cy="9145"/>
                </a:xfrm>
                <a:custGeom>
                  <a:rect b="b" l="l" r="r" t="t"/>
                  <a:pathLst>
                    <a:path extrusionOk="0" h="251" w="4978">
                      <a:moveTo>
                        <a:pt x="1" y="0"/>
                      </a:moveTo>
                      <a:lnTo>
                        <a:pt x="1" y="251"/>
                      </a:lnTo>
                      <a:lnTo>
                        <a:pt x="4978" y="251"/>
                      </a:lnTo>
                      <a:lnTo>
                        <a:pt x="4978" y="0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15" name="Google Shape;615;p23"/>
                <p:cNvSpPr/>
                <p:nvPr/>
              </p:nvSpPr>
              <p:spPr>
                <a:xfrm>
                  <a:off x="6860292" y="3583088"/>
                  <a:ext cx="181349" cy="9145"/>
                </a:xfrm>
                <a:custGeom>
                  <a:rect b="b" l="l" r="r" t="t"/>
                  <a:pathLst>
                    <a:path extrusionOk="0" h="251" w="4978">
                      <a:moveTo>
                        <a:pt x="1" y="0"/>
                      </a:moveTo>
                      <a:lnTo>
                        <a:pt x="1" y="250"/>
                      </a:lnTo>
                      <a:lnTo>
                        <a:pt x="4978" y="250"/>
                      </a:lnTo>
                      <a:lnTo>
                        <a:pt x="4978" y="0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16" name="Google Shape;616;p23"/>
                <p:cNvSpPr/>
                <p:nvPr/>
              </p:nvSpPr>
              <p:spPr>
                <a:xfrm>
                  <a:off x="6860292" y="3602616"/>
                  <a:ext cx="181349" cy="9145"/>
                </a:xfrm>
                <a:custGeom>
                  <a:rect b="b" l="l" r="r" t="t"/>
                  <a:pathLst>
                    <a:path extrusionOk="0" h="251" w="4978">
                      <a:moveTo>
                        <a:pt x="1" y="0"/>
                      </a:moveTo>
                      <a:lnTo>
                        <a:pt x="1" y="250"/>
                      </a:lnTo>
                      <a:lnTo>
                        <a:pt x="4978" y="250"/>
                      </a:lnTo>
                      <a:lnTo>
                        <a:pt x="4978" y="0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17" name="Google Shape;617;p23"/>
                <p:cNvSpPr/>
                <p:nvPr/>
              </p:nvSpPr>
              <p:spPr>
                <a:xfrm>
                  <a:off x="6860292" y="3622106"/>
                  <a:ext cx="181349" cy="8744"/>
                </a:xfrm>
                <a:custGeom>
                  <a:rect b="b" l="l" r="r" t="t"/>
                  <a:pathLst>
                    <a:path extrusionOk="0" h="240" w="4978">
                      <a:moveTo>
                        <a:pt x="1" y="1"/>
                      </a:moveTo>
                      <a:lnTo>
                        <a:pt x="1" y="239"/>
                      </a:lnTo>
                      <a:lnTo>
                        <a:pt x="4978" y="239"/>
                      </a:lnTo>
                      <a:lnTo>
                        <a:pt x="4978" y="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18" name="Google Shape;618;p23"/>
                <p:cNvSpPr/>
                <p:nvPr/>
              </p:nvSpPr>
              <p:spPr>
                <a:xfrm>
                  <a:off x="6860292" y="3641634"/>
                  <a:ext cx="181349" cy="8707"/>
                </a:xfrm>
                <a:custGeom>
                  <a:rect b="b" l="l" r="r" t="t"/>
                  <a:pathLst>
                    <a:path extrusionOk="0" h="239" w="4978">
                      <a:moveTo>
                        <a:pt x="1" y="1"/>
                      </a:moveTo>
                      <a:lnTo>
                        <a:pt x="1" y="239"/>
                      </a:lnTo>
                      <a:lnTo>
                        <a:pt x="4978" y="239"/>
                      </a:lnTo>
                      <a:lnTo>
                        <a:pt x="4978" y="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19" name="Google Shape;619;p23"/>
                <p:cNvSpPr/>
                <p:nvPr/>
              </p:nvSpPr>
              <p:spPr>
                <a:xfrm>
                  <a:off x="6860292" y="3660724"/>
                  <a:ext cx="90711" cy="9145"/>
                </a:xfrm>
                <a:custGeom>
                  <a:rect b="b" l="l" r="r" t="t"/>
                  <a:pathLst>
                    <a:path extrusionOk="0" h="251" w="2490">
                      <a:moveTo>
                        <a:pt x="1" y="1"/>
                      </a:moveTo>
                      <a:lnTo>
                        <a:pt x="1" y="251"/>
                      </a:lnTo>
                      <a:lnTo>
                        <a:pt x="2489" y="251"/>
                      </a:lnTo>
                      <a:lnTo>
                        <a:pt x="2489" y="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20" name="Google Shape;620;p23"/>
                <p:cNvSpPr/>
                <p:nvPr/>
              </p:nvSpPr>
              <p:spPr>
                <a:xfrm>
                  <a:off x="6974831" y="3620394"/>
                  <a:ext cx="223826" cy="194367"/>
                </a:xfrm>
                <a:custGeom>
                  <a:rect b="b" l="l" r="r" t="t"/>
                  <a:pathLst>
                    <a:path extrusionOk="0" h="5335" w="6144">
                      <a:moveTo>
                        <a:pt x="0" y="0"/>
                      </a:moveTo>
                      <a:lnTo>
                        <a:pt x="0" y="5334"/>
                      </a:lnTo>
                      <a:lnTo>
                        <a:pt x="6144" y="5334"/>
                      </a:lnTo>
                      <a:lnTo>
                        <a:pt x="6144" y="0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21" name="Google Shape;621;p23"/>
                <p:cNvSpPr/>
                <p:nvPr/>
              </p:nvSpPr>
              <p:spPr>
                <a:xfrm>
                  <a:off x="6989586" y="3638173"/>
                  <a:ext cx="194318" cy="138844"/>
                </a:xfrm>
                <a:custGeom>
                  <a:rect b="b" l="l" r="r" t="t"/>
                  <a:pathLst>
                    <a:path extrusionOk="0" h="3811" w="5334">
                      <a:moveTo>
                        <a:pt x="0" y="0"/>
                      </a:moveTo>
                      <a:lnTo>
                        <a:pt x="0" y="3810"/>
                      </a:lnTo>
                      <a:lnTo>
                        <a:pt x="5334" y="3810"/>
                      </a:lnTo>
                      <a:lnTo>
                        <a:pt x="5334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22" name="Google Shape;622;p23"/>
                <p:cNvSpPr/>
                <p:nvPr/>
              </p:nvSpPr>
              <p:spPr>
                <a:xfrm>
                  <a:off x="7047256" y="3679376"/>
                  <a:ext cx="78980" cy="78548"/>
                </a:xfrm>
                <a:custGeom>
                  <a:rect b="b" l="l" r="r" t="t"/>
                  <a:pathLst>
                    <a:path extrusionOk="0" h="2156" w="2168">
                      <a:moveTo>
                        <a:pt x="1084" y="1"/>
                      </a:moveTo>
                      <a:cubicBezTo>
                        <a:pt x="489" y="1"/>
                        <a:pt x="1" y="489"/>
                        <a:pt x="1" y="1084"/>
                      </a:cubicBezTo>
                      <a:cubicBezTo>
                        <a:pt x="1" y="1679"/>
                        <a:pt x="489" y="2156"/>
                        <a:pt x="1084" y="2156"/>
                      </a:cubicBezTo>
                      <a:cubicBezTo>
                        <a:pt x="1679" y="2156"/>
                        <a:pt x="2167" y="1679"/>
                        <a:pt x="2167" y="1084"/>
                      </a:cubicBezTo>
                      <a:cubicBezTo>
                        <a:pt x="2167" y="489"/>
                        <a:pt x="1679" y="1"/>
                        <a:pt x="1084" y="1"/>
                      </a:cubicBezTo>
                      <a:close/>
                    </a:path>
                  </a:pathLst>
                </a:custGeom>
                <a:solidFill>
                  <a:srgbClr val="29346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23" name="Google Shape;623;p23"/>
                <p:cNvSpPr/>
                <p:nvPr/>
              </p:nvSpPr>
              <p:spPr>
                <a:xfrm>
                  <a:off x="6989586" y="3699778"/>
                  <a:ext cx="194318" cy="77237"/>
                </a:xfrm>
                <a:custGeom>
                  <a:rect b="b" l="l" r="r" t="t"/>
                  <a:pathLst>
                    <a:path extrusionOk="0" h="2120" w="5334">
                      <a:moveTo>
                        <a:pt x="1357" y="0"/>
                      </a:moveTo>
                      <a:lnTo>
                        <a:pt x="0" y="1084"/>
                      </a:lnTo>
                      <a:lnTo>
                        <a:pt x="0" y="2119"/>
                      </a:lnTo>
                      <a:lnTo>
                        <a:pt x="5334" y="2119"/>
                      </a:lnTo>
                      <a:lnTo>
                        <a:pt x="5334" y="1084"/>
                      </a:lnTo>
                      <a:lnTo>
                        <a:pt x="4215" y="0"/>
                      </a:lnTo>
                      <a:lnTo>
                        <a:pt x="2667" y="1393"/>
                      </a:lnTo>
                      <a:lnTo>
                        <a:pt x="1357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24" name="Google Shape;624;p23"/>
                <p:cNvSpPr/>
                <p:nvPr/>
              </p:nvSpPr>
              <p:spPr>
                <a:xfrm>
                  <a:off x="6653400" y="3287849"/>
                  <a:ext cx="355703" cy="175568"/>
                </a:xfrm>
                <a:custGeom>
                  <a:rect b="b" l="l" r="r" t="t"/>
                  <a:pathLst>
                    <a:path extrusionOk="0" h="4819" w="9764">
                      <a:moveTo>
                        <a:pt x="6125" y="0"/>
                      </a:moveTo>
                      <a:cubicBezTo>
                        <a:pt x="5597" y="0"/>
                        <a:pt x="5070" y="310"/>
                        <a:pt x="4894" y="937"/>
                      </a:cubicBezTo>
                      <a:cubicBezTo>
                        <a:pt x="4754" y="874"/>
                        <a:pt x="4608" y="844"/>
                        <a:pt x="4464" y="844"/>
                      </a:cubicBezTo>
                      <a:cubicBezTo>
                        <a:pt x="3987" y="844"/>
                        <a:pt x="3540" y="1171"/>
                        <a:pt x="3430" y="1675"/>
                      </a:cubicBezTo>
                      <a:lnTo>
                        <a:pt x="3406" y="1675"/>
                      </a:lnTo>
                      <a:cubicBezTo>
                        <a:pt x="2858" y="1675"/>
                        <a:pt x="2370" y="2020"/>
                        <a:pt x="2191" y="2532"/>
                      </a:cubicBezTo>
                      <a:cubicBezTo>
                        <a:pt x="2077" y="2494"/>
                        <a:pt x="1964" y="2477"/>
                        <a:pt x="1853" y="2477"/>
                      </a:cubicBezTo>
                      <a:cubicBezTo>
                        <a:pt x="1202" y="2477"/>
                        <a:pt x="661" y="3092"/>
                        <a:pt x="834" y="3794"/>
                      </a:cubicBezTo>
                      <a:cubicBezTo>
                        <a:pt x="346" y="3901"/>
                        <a:pt x="1" y="4330"/>
                        <a:pt x="1" y="4818"/>
                      </a:cubicBezTo>
                      <a:lnTo>
                        <a:pt x="9764" y="4818"/>
                      </a:lnTo>
                      <a:cubicBezTo>
                        <a:pt x="9764" y="4425"/>
                        <a:pt x="9549" y="4068"/>
                        <a:pt x="9216" y="3890"/>
                      </a:cubicBezTo>
                      <a:cubicBezTo>
                        <a:pt x="9609" y="3104"/>
                        <a:pt x="9109" y="2163"/>
                        <a:pt x="8240" y="2044"/>
                      </a:cubicBezTo>
                      <a:lnTo>
                        <a:pt x="8240" y="2032"/>
                      </a:lnTo>
                      <a:cubicBezTo>
                        <a:pt x="8240" y="1520"/>
                        <a:pt x="7883" y="1080"/>
                        <a:pt x="7383" y="984"/>
                      </a:cubicBezTo>
                      <a:cubicBezTo>
                        <a:pt x="7219" y="331"/>
                        <a:pt x="6672" y="0"/>
                        <a:pt x="6125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25" name="Google Shape;625;p23"/>
                <p:cNvSpPr/>
                <p:nvPr/>
              </p:nvSpPr>
              <p:spPr>
                <a:xfrm>
                  <a:off x="6727355" y="3375649"/>
                  <a:ext cx="104445" cy="144455"/>
                </a:xfrm>
                <a:custGeom>
                  <a:rect b="b" l="l" r="r" t="t"/>
                  <a:pathLst>
                    <a:path extrusionOk="0" h="3965" w="2867">
                      <a:moveTo>
                        <a:pt x="1441" y="0"/>
                      </a:moveTo>
                      <a:cubicBezTo>
                        <a:pt x="1301" y="0"/>
                        <a:pt x="1162" y="92"/>
                        <a:pt x="1162" y="277"/>
                      </a:cubicBezTo>
                      <a:lnTo>
                        <a:pt x="1162" y="3027"/>
                      </a:lnTo>
                      <a:lnTo>
                        <a:pt x="602" y="2468"/>
                      </a:lnTo>
                      <a:cubicBezTo>
                        <a:pt x="539" y="2402"/>
                        <a:pt x="468" y="2375"/>
                        <a:pt x="400" y="2375"/>
                      </a:cubicBezTo>
                      <a:cubicBezTo>
                        <a:pt x="185" y="2375"/>
                        <a:pt x="1" y="2650"/>
                        <a:pt x="209" y="2849"/>
                      </a:cubicBezTo>
                      <a:lnTo>
                        <a:pt x="1245" y="3885"/>
                      </a:lnTo>
                      <a:cubicBezTo>
                        <a:pt x="1298" y="3938"/>
                        <a:pt x="1370" y="3965"/>
                        <a:pt x="1441" y="3965"/>
                      </a:cubicBezTo>
                      <a:cubicBezTo>
                        <a:pt x="1513" y="3965"/>
                        <a:pt x="1584" y="3938"/>
                        <a:pt x="1638" y="3885"/>
                      </a:cubicBezTo>
                      <a:lnTo>
                        <a:pt x="2674" y="2849"/>
                      </a:lnTo>
                      <a:cubicBezTo>
                        <a:pt x="2866" y="2647"/>
                        <a:pt x="2684" y="2374"/>
                        <a:pt x="2471" y="2374"/>
                      </a:cubicBezTo>
                      <a:cubicBezTo>
                        <a:pt x="2407" y="2374"/>
                        <a:pt x="2341" y="2399"/>
                        <a:pt x="2281" y="2456"/>
                      </a:cubicBezTo>
                      <a:lnTo>
                        <a:pt x="1721" y="3015"/>
                      </a:lnTo>
                      <a:lnTo>
                        <a:pt x="1721" y="277"/>
                      </a:lnTo>
                      <a:cubicBezTo>
                        <a:pt x="1721" y="92"/>
                        <a:pt x="1581" y="0"/>
                        <a:pt x="14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26" name="Google Shape;626;p23"/>
                <p:cNvSpPr/>
                <p:nvPr/>
              </p:nvSpPr>
              <p:spPr>
                <a:xfrm>
                  <a:off x="6831183" y="3375539"/>
                  <a:ext cx="103826" cy="144783"/>
                </a:xfrm>
                <a:custGeom>
                  <a:rect b="b" l="l" r="r" t="t"/>
                  <a:pathLst>
                    <a:path extrusionOk="0" h="3974" w="2850">
                      <a:moveTo>
                        <a:pt x="1425" y="0"/>
                      </a:moveTo>
                      <a:cubicBezTo>
                        <a:pt x="1354" y="0"/>
                        <a:pt x="1282" y="30"/>
                        <a:pt x="1229" y="90"/>
                      </a:cubicBezTo>
                      <a:lnTo>
                        <a:pt x="205" y="1113"/>
                      </a:lnTo>
                      <a:lnTo>
                        <a:pt x="193" y="1113"/>
                      </a:lnTo>
                      <a:cubicBezTo>
                        <a:pt x="0" y="1315"/>
                        <a:pt x="182" y="1588"/>
                        <a:pt x="396" y="1588"/>
                      </a:cubicBezTo>
                      <a:cubicBezTo>
                        <a:pt x="459" y="1588"/>
                        <a:pt x="526" y="1564"/>
                        <a:pt x="586" y="1506"/>
                      </a:cubicBezTo>
                      <a:lnTo>
                        <a:pt x="1145" y="947"/>
                      </a:lnTo>
                      <a:lnTo>
                        <a:pt x="1145" y="3697"/>
                      </a:lnTo>
                      <a:cubicBezTo>
                        <a:pt x="1145" y="3882"/>
                        <a:pt x="1285" y="3974"/>
                        <a:pt x="1425" y="3974"/>
                      </a:cubicBezTo>
                      <a:cubicBezTo>
                        <a:pt x="1565" y="3974"/>
                        <a:pt x="1705" y="3882"/>
                        <a:pt x="1705" y="3697"/>
                      </a:cubicBezTo>
                      <a:lnTo>
                        <a:pt x="1705" y="947"/>
                      </a:lnTo>
                      <a:lnTo>
                        <a:pt x="2264" y="1506"/>
                      </a:lnTo>
                      <a:cubicBezTo>
                        <a:pt x="2324" y="1564"/>
                        <a:pt x="2391" y="1588"/>
                        <a:pt x="2454" y="1588"/>
                      </a:cubicBezTo>
                      <a:cubicBezTo>
                        <a:pt x="2668" y="1588"/>
                        <a:pt x="2850" y="1315"/>
                        <a:pt x="2657" y="1113"/>
                      </a:cubicBezTo>
                      <a:lnTo>
                        <a:pt x="1621" y="90"/>
                      </a:lnTo>
                      <a:cubicBezTo>
                        <a:pt x="1568" y="30"/>
                        <a:pt x="1496" y="0"/>
                        <a:pt x="1425" y="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627" name="Google Shape;627;p23"/>
            <p:cNvGrpSpPr/>
            <p:nvPr/>
          </p:nvGrpSpPr>
          <p:grpSpPr>
            <a:xfrm>
              <a:off x="7165550" y="3071200"/>
              <a:ext cx="1291550" cy="691725"/>
              <a:chOff x="7292200" y="1657250"/>
              <a:chExt cx="1291550" cy="691725"/>
            </a:xfrm>
          </p:grpSpPr>
          <p:sp>
            <p:nvSpPr>
              <p:cNvPr id="628" name="Google Shape;628;p23"/>
              <p:cNvSpPr txBox="1"/>
              <p:nvPr/>
            </p:nvSpPr>
            <p:spPr>
              <a:xfrm>
                <a:off x="7292200" y="1657250"/>
                <a:ext cx="1291500" cy="291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0" spcFirstLastPara="1" rIns="0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1100">
                    <a:solidFill>
                      <a:schemeClr val="dk1"/>
                    </a:solidFill>
                    <a:latin typeface="Fira Sans"/>
                    <a:ea typeface="Fira Sans"/>
                    <a:cs typeface="Fira Sans"/>
                    <a:sym typeface="Fira Sans"/>
                  </a:rPr>
                  <a:t>Biometric CAPTCHA</a:t>
                </a:r>
                <a:endParaRPr b="1" sz="1100">
                  <a:solidFill>
                    <a:schemeClr val="dk1"/>
                  </a:solidFill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  <p:sp>
            <p:nvSpPr>
              <p:cNvPr id="629" name="Google Shape;629;p23"/>
              <p:cNvSpPr txBox="1"/>
              <p:nvPr/>
            </p:nvSpPr>
            <p:spPr>
              <a:xfrm>
                <a:off x="7367250" y="1943075"/>
                <a:ext cx="1216500" cy="40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0" spcFirstLastPara="1" rIns="0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100">
                    <a:solidFill>
                      <a:schemeClr val="dk1"/>
                    </a:solidFill>
                    <a:latin typeface="Fira Sans"/>
                    <a:ea typeface="Fira Sans"/>
                    <a:cs typeface="Fira Sans"/>
                    <a:sym typeface="Fira Sans"/>
                  </a:rPr>
                  <a:t>Facial recognition or fingerprint scanning</a:t>
                </a:r>
                <a:endParaRPr sz="1100">
                  <a:solidFill>
                    <a:schemeClr val="dk1"/>
                  </a:solidFill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</p:grpSp>
      </p:grpSp>
      <p:grpSp>
        <p:nvGrpSpPr>
          <p:cNvPr id="630" name="Google Shape;630;p23"/>
          <p:cNvGrpSpPr/>
          <p:nvPr/>
        </p:nvGrpSpPr>
        <p:grpSpPr>
          <a:xfrm>
            <a:off x="2311365" y="3762925"/>
            <a:ext cx="1993647" cy="756900"/>
            <a:chOff x="3572040" y="3071200"/>
            <a:chExt cx="1993647" cy="756900"/>
          </a:xfrm>
        </p:grpSpPr>
        <p:grpSp>
          <p:nvGrpSpPr>
            <p:cNvPr id="631" name="Google Shape;631;p23"/>
            <p:cNvGrpSpPr/>
            <p:nvPr/>
          </p:nvGrpSpPr>
          <p:grpSpPr>
            <a:xfrm>
              <a:off x="3572040" y="3071200"/>
              <a:ext cx="1993647" cy="756900"/>
              <a:chOff x="3572040" y="3071200"/>
              <a:chExt cx="1993647" cy="756900"/>
            </a:xfrm>
          </p:grpSpPr>
          <p:sp>
            <p:nvSpPr>
              <p:cNvPr id="632" name="Google Shape;632;p23"/>
              <p:cNvSpPr/>
              <p:nvPr/>
            </p:nvSpPr>
            <p:spPr>
              <a:xfrm>
                <a:off x="3812488" y="3071200"/>
                <a:ext cx="1753200" cy="7569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633" name="Google Shape;633;p23"/>
              <p:cNvGrpSpPr/>
              <p:nvPr/>
            </p:nvGrpSpPr>
            <p:grpSpPr>
              <a:xfrm>
                <a:off x="3572040" y="3199063"/>
                <a:ext cx="513163" cy="502768"/>
                <a:chOff x="3860240" y="3318488"/>
                <a:chExt cx="513163" cy="502768"/>
              </a:xfrm>
            </p:grpSpPr>
            <p:sp>
              <p:nvSpPr>
                <p:cNvPr id="634" name="Google Shape;634;p23"/>
                <p:cNvSpPr/>
                <p:nvPr/>
              </p:nvSpPr>
              <p:spPr>
                <a:xfrm>
                  <a:off x="3860240" y="3318488"/>
                  <a:ext cx="502734" cy="502768"/>
                </a:xfrm>
                <a:custGeom>
                  <a:rect b="b" l="l" r="r" t="t"/>
                  <a:pathLst>
                    <a:path extrusionOk="0" h="13800" w="13800">
                      <a:moveTo>
                        <a:pt x="6894" y="1"/>
                      </a:moveTo>
                      <a:cubicBezTo>
                        <a:pt x="3084" y="1"/>
                        <a:pt x="0" y="3096"/>
                        <a:pt x="0" y="6906"/>
                      </a:cubicBezTo>
                      <a:cubicBezTo>
                        <a:pt x="0" y="10716"/>
                        <a:pt x="3084" y="13800"/>
                        <a:pt x="6894" y="13800"/>
                      </a:cubicBezTo>
                      <a:cubicBezTo>
                        <a:pt x="10704" y="13800"/>
                        <a:pt x="13800" y="10716"/>
                        <a:pt x="13800" y="6906"/>
                      </a:cubicBezTo>
                      <a:cubicBezTo>
                        <a:pt x="13800" y="3096"/>
                        <a:pt x="10704" y="1"/>
                        <a:pt x="6894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35" name="Google Shape;635;p23"/>
                <p:cNvSpPr/>
                <p:nvPr/>
              </p:nvSpPr>
              <p:spPr>
                <a:xfrm>
                  <a:off x="3950007" y="3406105"/>
                  <a:ext cx="399091" cy="287197"/>
                </a:xfrm>
                <a:custGeom>
                  <a:rect b="b" l="l" r="r" t="t"/>
                  <a:pathLst>
                    <a:path extrusionOk="0" h="7883" w="10955">
                      <a:moveTo>
                        <a:pt x="120" y="1"/>
                      </a:moveTo>
                      <a:cubicBezTo>
                        <a:pt x="60" y="1"/>
                        <a:pt x="1" y="60"/>
                        <a:pt x="1" y="120"/>
                      </a:cubicBezTo>
                      <a:lnTo>
                        <a:pt x="1" y="7763"/>
                      </a:lnTo>
                      <a:cubicBezTo>
                        <a:pt x="1" y="7823"/>
                        <a:pt x="60" y="7883"/>
                        <a:pt x="120" y="7883"/>
                      </a:cubicBezTo>
                      <a:lnTo>
                        <a:pt x="10836" y="7883"/>
                      </a:lnTo>
                      <a:cubicBezTo>
                        <a:pt x="10895" y="7883"/>
                        <a:pt x="10955" y="7823"/>
                        <a:pt x="10955" y="7763"/>
                      </a:cubicBezTo>
                      <a:lnTo>
                        <a:pt x="10955" y="120"/>
                      </a:lnTo>
                      <a:cubicBezTo>
                        <a:pt x="10955" y="60"/>
                        <a:pt x="10895" y="1"/>
                        <a:pt x="10836" y="1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36" name="Google Shape;636;p23"/>
                <p:cNvSpPr/>
                <p:nvPr/>
              </p:nvSpPr>
              <p:spPr>
                <a:xfrm>
                  <a:off x="3975180" y="3428656"/>
                  <a:ext cx="337488" cy="242094"/>
                </a:xfrm>
                <a:custGeom>
                  <a:rect b="b" l="l" r="r" t="t"/>
                  <a:pathLst>
                    <a:path extrusionOk="0" h="6645" w="9264">
                      <a:moveTo>
                        <a:pt x="120" y="1"/>
                      </a:moveTo>
                      <a:cubicBezTo>
                        <a:pt x="48" y="1"/>
                        <a:pt x="1" y="60"/>
                        <a:pt x="1" y="120"/>
                      </a:cubicBezTo>
                      <a:lnTo>
                        <a:pt x="1" y="6525"/>
                      </a:lnTo>
                      <a:cubicBezTo>
                        <a:pt x="1" y="6585"/>
                        <a:pt x="48" y="6644"/>
                        <a:pt x="120" y="6644"/>
                      </a:cubicBezTo>
                      <a:lnTo>
                        <a:pt x="9145" y="6644"/>
                      </a:lnTo>
                      <a:cubicBezTo>
                        <a:pt x="9216" y="6644"/>
                        <a:pt x="9264" y="6585"/>
                        <a:pt x="9264" y="6525"/>
                      </a:cubicBezTo>
                      <a:lnTo>
                        <a:pt x="9264" y="120"/>
                      </a:lnTo>
                      <a:cubicBezTo>
                        <a:pt x="9264" y="60"/>
                        <a:pt x="9216" y="1"/>
                        <a:pt x="9145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37" name="Google Shape;637;p23"/>
                <p:cNvSpPr/>
                <p:nvPr/>
              </p:nvSpPr>
              <p:spPr>
                <a:xfrm>
                  <a:off x="4320875" y="3538424"/>
                  <a:ext cx="22587" cy="22588"/>
                </a:xfrm>
                <a:custGeom>
                  <a:rect b="b" l="l" r="r" t="t"/>
                  <a:pathLst>
                    <a:path extrusionOk="0" h="620" w="620">
                      <a:moveTo>
                        <a:pt x="310" y="0"/>
                      </a:moveTo>
                      <a:cubicBezTo>
                        <a:pt x="132" y="0"/>
                        <a:pt x="1" y="143"/>
                        <a:pt x="1" y="310"/>
                      </a:cubicBezTo>
                      <a:cubicBezTo>
                        <a:pt x="1" y="476"/>
                        <a:pt x="132" y="619"/>
                        <a:pt x="310" y="619"/>
                      </a:cubicBezTo>
                      <a:cubicBezTo>
                        <a:pt x="477" y="619"/>
                        <a:pt x="620" y="476"/>
                        <a:pt x="620" y="310"/>
                      </a:cubicBezTo>
                      <a:cubicBezTo>
                        <a:pt x="620" y="143"/>
                        <a:pt x="477" y="0"/>
                        <a:pt x="310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38" name="Google Shape;638;p23"/>
                <p:cNvSpPr/>
                <p:nvPr/>
              </p:nvSpPr>
              <p:spPr>
                <a:xfrm>
                  <a:off x="3920097" y="3534926"/>
                  <a:ext cx="148817" cy="267670"/>
                </a:xfrm>
                <a:custGeom>
                  <a:rect b="b" l="l" r="r" t="t"/>
                  <a:pathLst>
                    <a:path extrusionOk="0" h="7347" w="4085">
                      <a:moveTo>
                        <a:pt x="239" y="1"/>
                      </a:moveTo>
                      <a:cubicBezTo>
                        <a:pt x="108" y="13"/>
                        <a:pt x="0" y="132"/>
                        <a:pt x="12" y="263"/>
                      </a:cubicBezTo>
                      <a:lnTo>
                        <a:pt x="12" y="7085"/>
                      </a:lnTo>
                      <a:cubicBezTo>
                        <a:pt x="0" y="7228"/>
                        <a:pt x="108" y="7347"/>
                        <a:pt x="239" y="7347"/>
                      </a:cubicBezTo>
                      <a:lnTo>
                        <a:pt x="3846" y="7347"/>
                      </a:lnTo>
                      <a:cubicBezTo>
                        <a:pt x="3977" y="7347"/>
                        <a:pt x="4084" y="7228"/>
                        <a:pt x="4072" y="7085"/>
                      </a:cubicBezTo>
                      <a:lnTo>
                        <a:pt x="4072" y="263"/>
                      </a:lnTo>
                      <a:cubicBezTo>
                        <a:pt x="4084" y="132"/>
                        <a:pt x="3977" y="13"/>
                        <a:pt x="3846" y="1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39" name="Google Shape;639;p23"/>
                <p:cNvSpPr/>
                <p:nvPr/>
              </p:nvSpPr>
              <p:spPr>
                <a:xfrm>
                  <a:off x="3926181" y="3548369"/>
                  <a:ext cx="136649" cy="224752"/>
                </a:xfrm>
                <a:custGeom>
                  <a:rect b="b" l="l" r="r" t="t"/>
                  <a:pathLst>
                    <a:path extrusionOk="0" h="6169" w="3751">
                      <a:moveTo>
                        <a:pt x="60" y="1"/>
                      </a:moveTo>
                      <a:cubicBezTo>
                        <a:pt x="24" y="1"/>
                        <a:pt x="0" y="37"/>
                        <a:pt x="0" y="72"/>
                      </a:cubicBezTo>
                      <a:lnTo>
                        <a:pt x="0" y="6109"/>
                      </a:lnTo>
                      <a:cubicBezTo>
                        <a:pt x="0" y="6144"/>
                        <a:pt x="24" y="6168"/>
                        <a:pt x="60" y="6168"/>
                      </a:cubicBezTo>
                      <a:lnTo>
                        <a:pt x="3691" y="6168"/>
                      </a:lnTo>
                      <a:cubicBezTo>
                        <a:pt x="3727" y="6168"/>
                        <a:pt x="3751" y="6144"/>
                        <a:pt x="3751" y="6109"/>
                      </a:cubicBezTo>
                      <a:lnTo>
                        <a:pt x="3751" y="72"/>
                      </a:lnTo>
                      <a:cubicBezTo>
                        <a:pt x="3751" y="37"/>
                        <a:pt x="3727" y="1"/>
                        <a:pt x="3691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40" name="Google Shape;640;p23"/>
                <p:cNvSpPr/>
                <p:nvPr/>
              </p:nvSpPr>
              <p:spPr>
                <a:xfrm>
                  <a:off x="3983414" y="3776539"/>
                  <a:ext cx="22587" cy="22588"/>
                </a:xfrm>
                <a:custGeom>
                  <a:rect b="b" l="l" r="r" t="t"/>
                  <a:pathLst>
                    <a:path extrusionOk="0" h="620" w="620">
                      <a:moveTo>
                        <a:pt x="310" y="1"/>
                      </a:moveTo>
                      <a:cubicBezTo>
                        <a:pt x="132" y="1"/>
                        <a:pt x="1" y="143"/>
                        <a:pt x="1" y="310"/>
                      </a:cubicBezTo>
                      <a:cubicBezTo>
                        <a:pt x="1" y="477"/>
                        <a:pt x="132" y="620"/>
                        <a:pt x="310" y="620"/>
                      </a:cubicBezTo>
                      <a:cubicBezTo>
                        <a:pt x="477" y="620"/>
                        <a:pt x="620" y="477"/>
                        <a:pt x="620" y="310"/>
                      </a:cubicBezTo>
                      <a:cubicBezTo>
                        <a:pt x="620" y="143"/>
                        <a:pt x="477" y="1"/>
                        <a:pt x="310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41" name="Google Shape;641;p23"/>
                <p:cNvSpPr/>
                <p:nvPr/>
              </p:nvSpPr>
              <p:spPr>
                <a:xfrm>
                  <a:off x="4203349" y="3337141"/>
                  <a:ext cx="170055" cy="183110"/>
                </a:xfrm>
                <a:custGeom>
                  <a:rect b="b" l="l" r="r" t="t"/>
                  <a:pathLst>
                    <a:path extrusionOk="0" h="5026" w="4668">
                      <a:moveTo>
                        <a:pt x="2334" y="1"/>
                      </a:moveTo>
                      <a:lnTo>
                        <a:pt x="2191" y="215"/>
                      </a:lnTo>
                      <a:cubicBezTo>
                        <a:pt x="1905" y="560"/>
                        <a:pt x="1477" y="751"/>
                        <a:pt x="1036" y="763"/>
                      </a:cubicBezTo>
                      <a:cubicBezTo>
                        <a:pt x="810" y="751"/>
                        <a:pt x="596" y="715"/>
                        <a:pt x="393" y="632"/>
                      </a:cubicBezTo>
                      <a:lnTo>
                        <a:pt x="143" y="548"/>
                      </a:lnTo>
                      <a:lnTo>
                        <a:pt x="131" y="810"/>
                      </a:lnTo>
                      <a:cubicBezTo>
                        <a:pt x="119" y="905"/>
                        <a:pt x="0" y="3358"/>
                        <a:pt x="1060" y="4477"/>
                      </a:cubicBezTo>
                      <a:cubicBezTo>
                        <a:pt x="1384" y="4824"/>
                        <a:pt x="1832" y="5025"/>
                        <a:pt x="2305" y="5025"/>
                      </a:cubicBezTo>
                      <a:cubicBezTo>
                        <a:pt x="2319" y="5025"/>
                        <a:pt x="2332" y="5025"/>
                        <a:pt x="2346" y="5025"/>
                      </a:cubicBezTo>
                      <a:cubicBezTo>
                        <a:pt x="2359" y="5025"/>
                        <a:pt x="2372" y="5025"/>
                        <a:pt x="2386" y="5025"/>
                      </a:cubicBezTo>
                      <a:cubicBezTo>
                        <a:pt x="2848" y="5025"/>
                        <a:pt x="3295" y="4824"/>
                        <a:pt x="3608" y="4477"/>
                      </a:cubicBezTo>
                      <a:cubicBezTo>
                        <a:pt x="4667" y="3358"/>
                        <a:pt x="4536" y="905"/>
                        <a:pt x="4536" y="810"/>
                      </a:cubicBezTo>
                      <a:lnTo>
                        <a:pt x="4525" y="548"/>
                      </a:lnTo>
                      <a:lnTo>
                        <a:pt x="4275" y="632"/>
                      </a:lnTo>
                      <a:cubicBezTo>
                        <a:pt x="4072" y="715"/>
                        <a:pt x="3858" y="751"/>
                        <a:pt x="3632" y="763"/>
                      </a:cubicBezTo>
                      <a:cubicBezTo>
                        <a:pt x="3191" y="763"/>
                        <a:pt x="2762" y="560"/>
                        <a:pt x="2489" y="215"/>
                      </a:cubicBezTo>
                      <a:lnTo>
                        <a:pt x="2334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42" name="Google Shape;642;p23"/>
                <p:cNvSpPr/>
                <p:nvPr/>
              </p:nvSpPr>
              <p:spPr>
                <a:xfrm>
                  <a:off x="4207247" y="3349272"/>
                  <a:ext cx="163134" cy="164019"/>
                </a:xfrm>
                <a:custGeom>
                  <a:rect b="b" l="l" r="r" t="t"/>
                  <a:pathLst>
                    <a:path extrusionOk="0" h="4502" w="4478">
                      <a:moveTo>
                        <a:pt x="2239" y="1"/>
                      </a:moveTo>
                      <a:cubicBezTo>
                        <a:pt x="2239" y="1"/>
                        <a:pt x="1784" y="615"/>
                        <a:pt x="940" y="615"/>
                      </a:cubicBezTo>
                      <a:cubicBezTo>
                        <a:pt x="727" y="615"/>
                        <a:pt x="489" y="576"/>
                        <a:pt x="227" y="477"/>
                      </a:cubicBezTo>
                      <a:lnTo>
                        <a:pt x="227" y="477"/>
                      </a:lnTo>
                      <a:cubicBezTo>
                        <a:pt x="227" y="477"/>
                        <a:pt x="0" y="4501"/>
                        <a:pt x="2239" y="4501"/>
                      </a:cubicBezTo>
                      <a:cubicBezTo>
                        <a:pt x="4477" y="4501"/>
                        <a:pt x="4251" y="477"/>
                        <a:pt x="4251" y="477"/>
                      </a:cubicBezTo>
                      <a:lnTo>
                        <a:pt x="4251" y="477"/>
                      </a:lnTo>
                      <a:cubicBezTo>
                        <a:pt x="3989" y="576"/>
                        <a:pt x="3750" y="615"/>
                        <a:pt x="3537" y="615"/>
                      </a:cubicBezTo>
                      <a:cubicBezTo>
                        <a:pt x="2694" y="615"/>
                        <a:pt x="2239" y="1"/>
                        <a:pt x="2239" y="1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43" name="Google Shape;643;p23"/>
                <p:cNvSpPr/>
                <p:nvPr/>
              </p:nvSpPr>
              <p:spPr>
                <a:xfrm>
                  <a:off x="4214169" y="3349272"/>
                  <a:ext cx="74645" cy="79423"/>
                </a:xfrm>
                <a:custGeom>
                  <a:rect b="b" l="l" r="r" t="t"/>
                  <a:pathLst>
                    <a:path extrusionOk="0" h="2180" w="2049">
                      <a:moveTo>
                        <a:pt x="2049" y="1"/>
                      </a:moveTo>
                      <a:cubicBezTo>
                        <a:pt x="2049" y="1"/>
                        <a:pt x="1594" y="615"/>
                        <a:pt x="744" y="615"/>
                      </a:cubicBezTo>
                      <a:cubicBezTo>
                        <a:pt x="529" y="615"/>
                        <a:pt x="289" y="576"/>
                        <a:pt x="25" y="477"/>
                      </a:cubicBezTo>
                      <a:lnTo>
                        <a:pt x="25" y="477"/>
                      </a:lnTo>
                      <a:cubicBezTo>
                        <a:pt x="1" y="1049"/>
                        <a:pt x="37" y="1620"/>
                        <a:pt x="132" y="2180"/>
                      </a:cubicBezTo>
                      <a:lnTo>
                        <a:pt x="2049" y="2180"/>
                      </a:lnTo>
                      <a:lnTo>
                        <a:pt x="2049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44" name="Google Shape;644;p23"/>
                <p:cNvSpPr/>
                <p:nvPr/>
              </p:nvSpPr>
              <p:spPr>
                <a:xfrm>
                  <a:off x="4288779" y="3428656"/>
                  <a:ext cx="69436" cy="84633"/>
                </a:xfrm>
                <a:custGeom>
                  <a:rect b="b" l="l" r="r" t="t"/>
                  <a:pathLst>
                    <a:path extrusionOk="0" h="2323" w="1906">
                      <a:moveTo>
                        <a:pt x="1" y="1"/>
                      </a:moveTo>
                      <a:lnTo>
                        <a:pt x="1" y="2322"/>
                      </a:lnTo>
                      <a:cubicBezTo>
                        <a:pt x="1227" y="2322"/>
                        <a:pt x="1715" y="1096"/>
                        <a:pt x="1906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45" name="Google Shape;645;p23"/>
                <p:cNvSpPr/>
                <p:nvPr/>
              </p:nvSpPr>
              <p:spPr>
                <a:xfrm>
                  <a:off x="3861953" y="3618645"/>
                  <a:ext cx="138835" cy="149264"/>
                </a:xfrm>
                <a:custGeom>
                  <a:rect b="b" l="l" r="r" t="t"/>
                  <a:pathLst>
                    <a:path extrusionOk="0" h="4097" w="3811">
                      <a:moveTo>
                        <a:pt x="1906" y="1"/>
                      </a:moveTo>
                      <a:lnTo>
                        <a:pt x="1775" y="167"/>
                      </a:lnTo>
                      <a:cubicBezTo>
                        <a:pt x="1549" y="453"/>
                        <a:pt x="1204" y="620"/>
                        <a:pt x="846" y="620"/>
                      </a:cubicBezTo>
                      <a:cubicBezTo>
                        <a:pt x="668" y="620"/>
                        <a:pt x="489" y="584"/>
                        <a:pt x="322" y="513"/>
                      </a:cubicBezTo>
                      <a:lnTo>
                        <a:pt x="120" y="441"/>
                      </a:lnTo>
                      <a:lnTo>
                        <a:pt x="108" y="656"/>
                      </a:lnTo>
                      <a:cubicBezTo>
                        <a:pt x="108" y="739"/>
                        <a:pt x="1" y="2739"/>
                        <a:pt x="870" y="3644"/>
                      </a:cubicBezTo>
                      <a:cubicBezTo>
                        <a:pt x="1132" y="3942"/>
                        <a:pt x="1513" y="4096"/>
                        <a:pt x="1906" y="4096"/>
                      </a:cubicBezTo>
                      <a:cubicBezTo>
                        <a:pt x="2299" y="4096"/>
                        <a:pt x="2680" y="3942"/>
                        <a:pt x="2942" y="3644"/>
                      </a:cubicBezTo>
                      <a:cubicBezTo>
                        <a:pt x="3811" y="2739"/>
                        <a:pt x="3704" y="739"/>
                        <a:pt x="3704" y="656"/>
                      </a:cubicBezTo>
                      <a:lnTo>
                        <a:pt x="3692" y="441"/>
                      </a:lnTo>
                      <a:lnTo>
                        <a:pt x="3490" y="513"/>
                      </a:lnTo>
                      <a:cubicBezTo>
                        <a:pt x="3323" y="584"/>
                        <a:pt x="3144" y="620"/>
                        <a:pt x="2966" y="620"/>
                      </a:cubicBezTo>
                      <a:cubicBezTo>
                        <a:pt x="2608" y="620"/>
                        <a:pt x="2263" y="453"/>
                        <a:pt x="2037" y="167"/>
                      </a:cubicBezTo>
                      <a:lnTo>
                        <a:pt x="1906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46" name="Google Shape;646;p23"/>
                <p:cNvSpPr/>
                <p:nvPr/>
              </p:nvSpPr>
              <p:spPr>
                <a:xfrm>
                  <a:off x="3865450" y="3628190"/>
                  <a:ext cx="132314" cy="134072"/>
                </a:xfrm>
                <a:custGeom>
                  <a:rect b="b" l="l" r="r" t="t"/>
                  <a:pathLst>
                    <a:path extrusionOk="0" h="3680" w="3632">
                      <a:moveTo>
                        <a:pt x="1810" y="1"/>
                      </a:moveTo>
                      <a:cubicBezTo>
                        <a:pt x="1810" y="1"/>
                        <a:pt x="1442" y="514"/>
                        <a:pt x="749" y="514"/>
                      </a:cubicBezTo>
                      <a:cubicBezTo>
                        <a:pt x="579" y="514"/>
                        <a:pt x="388" y="483"/>
                        <a:pt x="179" y="405"/>
                      </a:cubicBezTo>
                      <a:lnTo>
                        <a:pt x="179" y="405"/>
                      </a:lnTo>
                      <a:cubicBezTo>
                        <a:pt x="179" y="406"/>
                        <a:pt x="0" y="3680"/>
                        <a:pt x="1810" y="3680"/>
                      </a:cubicBezTo>
                      <a:cubicBezTo>
                        <a:pt x="3632" y="3680"/>
                        <a:pt x="3453" y="406"/>
                        <a:pt x="3453" y="405"/>
                      </a:cubicBezTo>
                      <a:lnTo>
                        <a:pt x="3453" y="405"/>
                      </a:lnTo>
                      <a:cubicBezTo>
                        <a:pt x="3244" y="483"/>
                        <a:pt x="3053" y="514"/>
                        <a:pt x="2881" y="514"/>
                      </a:cubicBezTo>
                      <a:cubicBezTo>
                        <a:pt x="2186" y="514"/>
                        <a:pt x="1810" y="1"/>
                        <a:pt x="1810" y="1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47" name="Google Shape;647;p23"/>
                <p:cNvSpPr/>
                <p:nvPr/>
              </p:nvSpPr>
              <p:spPr>
                <a:xfrm>
                  <a:off x="3871097" y="3628190"/>
                  <a:ext cx="60729" cy="65105"/>
                </a:xfrm>
                <a:custGeom>
                  <a:rect b="b" l="l" r="r" t="t"/>
                  <a:pathLst>
                    <a:path extrusionOk="0" h="1787" w="1667">
                      <a:moveTo>
                        <a:pt x="1655" y="1"/>
                      </a:moveTo>
                      <a:cubicBezTo>
                        <a:pt x="1655" y="1"/>
                        <a:pt x="1279" y="514"/>
                        <a:pt x="590" y="514"/>
                      </a:cubicBezTo>
                      <a:cubicBezTo>
                        <a:pt x="420" y="514"/>
                        <a:pt x="231" y="483"/>
                        <a:pt x="24" y="405"/>
                      </a:cubicBezTo>
                      <a:lnTo>
                        <a:pt x="24" y="405"/>
                      </a:lnTo>
                      <a:cubicBezTo>
                        <a:pt x="0" y="858"/>
                        <a:pt x="36" y="1322"/>
                        <a:pt x="107" y="1787"/>
                      </a:cubicBezTo>
                      <a:lnTo>
                        <a:pt x="1667" y="1787"/>
                      </a:lnTo>
                      <a:lnTo>
                        <a:pt x="1655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48" name="Google Shape;648;p23"/>
                <p:cNvSpPr/>
                <p:nvPr/>
              </p:nvSpPr>
              <p:spPr>
                <a:xfrm>
                  <a:off x="3931354" y="3693257"/>
                  <a:ext cx="56430" cy="69003"/>
                </a:xfrm>
                <a:custGeom>
                  <a:rect b="b" l="l" r="r" t="t"/>
                  <a:pathLst>
                    <a:path extrusionOk="0" h="1894" w="1549">
                      <a:moveTo>
                        <a:pt x="1" y="1"/>
                      </a:moveTo>
                      <a:lnTo>
                        <a:pt x="1" y="1894"/>
                      </a:lnTo>
                      <a:cubicBezTo>
                        <a:pt x="1001" y="1894"/>
                        <a:pt x="1406" y="894"/>
                        <a:pt x="1549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649" name="Google Shape;649;p23"/>
            <p:cNvGrpSpPr/>
            <p:nvPr/>
          </p:nvGrpSpPr>
          <p:grpSpPr>
            <a:xfrm>
              <a:off x="4192050" y="3127250"/>
              <a:ext cx="1300825" cy="635675"/>
              <a:chOff x="4542025" y="1713300"/>
              <a:chExt cx="1300825" cy="635675"/>
            </a:xfrm>
          </p:grpSpPr>
          <p:sp>
            <p:nvSpPr>
              <p:cNvPr id="650" name="Google Shape;650;p23"/>
              <p:cNvSpPr txBox="1"/>
              <p:nvPr/>
            </p:nvSpPr>
            <p:spPr>
              <a:xfrm>
                <a:off x="4542025" y="1713300"/>
                <a:ext cx="1300800" cy="207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0" spcFirstLastPara="1" rIns="0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1200">
                    <a:solidFill>
                      <a:schemeClr val="dk1"/>
                    </a:solidFill>
                    <a:latin typeface="Fira Sans"/>
                    <a:ea typeface="Fira Sans"/>
                    <a:cs typeface="Fira Sans"/>
                    <a:sym typeface="Fira Sans"/>
                  </a:rPr>
                  <a:t>Invisible CAPTCHA</a:t>
                </a:r>
                <a:endParaRPr b="1" sz="1200">
                  <a:solidFill>
                    <a:schemeClr val="dk1"/>
                  </a:solidFill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  <p:sp>
            <p:nvSpPr>
              <p:cNvPr id="651" name="Google Shape;651;p23"/>
              <p:cNvSpPr txBox="1"/>
              <p:nvPr/>
            </p:nvSpPr>
            <p:spPr>
              <a:xfrm>
                <a:off x="4597250" y="1943075"/>
                <a:ext cx="1245600" cy="40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0" spcFirstLastPara="1" rIns="0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100">
                    <a:solidFill>
                      <a:schemeClr val="dk1"/>
                    </a:solidFill>
                    <a:latin typeface="Fira Sans"/>
                    <a:ea typeface="Fira Sans"/>
                    <a:cs typeface="Fira Sans"/>
                    <a:sym typeface="Fira Sans"/>
                  </a:rPr>
                  <a:t>Users never see it; works behind the scenes </a:t>
                </a:r>
                <a:endParaRPr sz="1100">
                  <a:solidFill>
                    <a:schemeClr val="dk1"/>
                  </a:solidFill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</p:grpSp>
      </p:grpSp>
      <p:grpSp>
        <p:nvGrpSpPr>
          <p:cNvPr id="652" name="Google Shape;652;p23"/>
          <p:cNvGrpSpPr/>
          <p:nvPr/>
        </p:nvGrpSpPr>
        <p:grpSpPr>
          <a:xfrm>
            <a:off x="6947550" y="3762925"/>
            <a:ext cx="2027213" cy="756900"/>
            <a:chOff x="6531675" y="3071200"/>
            <a:chExt cx="2027213" cy="756900"/>
          </a:xfrm>
        </p:grpSpPr>
        <p:grpSp>
          <p:nvGrpSpPr>
            <p:cNvPr id="653" name="Google Shape;653;p23"/>
            <p:cNvGrpSpPr/>
            <p:nvPr/>
          </p:nvGrpSpPr>
          <p:grpSpPr>
            <a:xfrm>
              <a:off x="6531675" y="3071200"/>
              <a:ext cx="2027213" cy="756900"/>
              <a:chOff x="6531675" y="3071200"/>
              <a:chExt cx="2027213" cy="756900"/>
            </a:xfrm>
          </p:grpSpPr>
          <p:sp>
            <p:nvSpPr>
              <p:cNvPr id="654" name="Google Shape;654;p23"/>
              <p:cNvSpPr/>
              <p:nvPr/>
            </p:nvSpPr>
            <p:spPr>
              <a:xfrm>
                <a:off x="6805688" y="3071200"/>
                <a:ext cx="1753200" cy="7569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655" name="Google Shape;655;p23"/>
              <p:cNvGrpSpPr/>
              <p:nvPr/>
            </p:nvGrpSpPr>
            <p:grpSpPr>
              <a:xfrm>
                <a:off x="6531675" y="3168424"/>
                <a:ext cx="545258" cy="533407"/>
                <a:chOff x="6653400" y="3287849"/>
                <a:chExt cx="545258" cy="533407"/>
              </a:xfrm>
            </p:grpSpPr>
            <p:sp>
              <p:nvSpPr>
                <p:cNvPr id="656" name="Google Shape;656;p23"/>
                <p:cNvSpPr/>
                <p:nvPr/>
              </p:nvSpPr>
              <p:spPr>
                <a:xfrm>
                  <a:off x="6674238" y="3318488"/>
                  <a:ext cx="502734" cy="502768"/>
                </a:xfrm>
                <a:custGeom>
                  <a:rect b="b" l="l" r="r" t="t"/>
                  <a:pathLst>
                    <a:path extrusionOk="0" h="13800" w="13800">
                      <a:moveTo>
                        <a:pt x="6906" y="1"/>
                      </a:moveTo>
                      <a:cubicBezTo>
                        <a:pt x="3096" y="1"/>
                        <a:pt x="0" y="3096"/>
                        <a:pt x="0" y="6906"/>
                      </a:cubicBezTo>
                      <a:cubicBezTo>
                        <a:pt x="0" y="10716"/>
                        <a:pt x="3096" y="13800"/>
                        <a:pt x="6906" y="13800"/>
                      </a:cubicBezTo>
                      <a:cubicBezTo>
                        <a:pt x="10716" y="13800"/>
                        <a:pt x="13800" y="10716"/>
                        <a:pt x="13800" y="6906"/>
                      </a:cubicBezTo>
                      <a:cubicBezTo>
                        <a:pt x="13800" y="3096"/>
                        <a:pt x="10716" y="1"/>
                        <a:pt x="6906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57" name="Google Shape;657;p23"/>
                <p:cNvSpPr/>
                <p:nvPr/>
              </p:nvSpPr>
              <p:spPr>
                <a:xfrm>
                  <a:off x="6841238" y="3446435"/>
                  <a:ext cx="219491" cy="291970"/>
                </a:xfrm>
                <a:custGeom>
                  <a:rect b="b" l="l" r="r" t="t"/>
                  <a:pathLst>
                    <a:path extrusionOk="0" h="8014" w="6025">
                      <a:moveTo>
                        <a:pt x="0" y="1"/>
                      </a:moveTo>
                      <a:lnTo>
                        <a:pt x="0" y="8014"/>
                      </a:lnTo>
                      <a:lnTo>
                        <a:pt x="6025" y="8014"/>
                      </a:lnTo>
                      <a:lnTo>
                        <a:pt x="6025" y="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58" name="Google Shape;658;p23"/>
                <p:cNvSpPr/>
                <p:nvPr/>
              </p:nvSpPr>
              <p:spPr>
                <a:xfrm>
                  <a:off x="6900220" y="3532777"/>
                  <a:ext cx="101093" cy="9145"/>
                </a:xfrm>
                <a:custGeom>
                  <a:rect b="b" l="l" r="r" t="t"/>
                  <a:pathLst>
                    <a:path extrusionOk="0" h="251" w="2775">
                      <a:moveTo>
                        <a:pt x="0" y="0"/>
                      </a:moveTo>
                      <a:lnTo>
                        <a:pt x="0" y="250"/>
                      </a:lnTo>
                      <a:lnTo>
                        <a:pt x="2774" y="250"/>
                      </a:lnTo>
                      <a:lnTo>
                        <a:pt x="2774" y="0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59" name="Google Shape;659;p23"/>
                <p:cNvSpPr/>
                <p:nvPr/>
              </p:nvSpPr>
              <p:spPr>
                <a:xfrm>
                  <a:off x="6860292" y="3563998"/>
                  <a:ext cx="181349" cy="9145"/>
                </a:xfrm>
                <a:custGeom>
                  <a:rect b="b" l="l" r="r" t="t"/>
                  <a:pathLst>
                    <a:path extrusionOk="0" h="251" w="4978">
                      <a:moveTo>
                        <a:pt x="1" y="0"/>
                      </a:moveTo>
                      <a:lnTo>
                        <a:pt x="1" y="251"/>
                      </a:lnTo>
                      <a:lnTo>
                        <a:pt x="4978" y="251"/>
                      </a:lnTo>
                      <a:lnTo>
                        <a:pt x="4978" y="0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60" name="Google Shape;660;p23"/>
                <p:cNvSpPr/>
                <p:nvPr/>
              </p:nvSpPr>
              <p:spPr>
                <a:xfrm>
                  <a:off x="6860292" y="3583088"/>
                  <a:ext cx="181349" cy="9145"/>
                </a:xfrm>
                <a:custGeom>
                  <a:rect b="b" l="l" r="r" t="t"/>
                  <a:pathLst>
                    <a:path extrusionOk="0" h="251" w="4978">
                      <a:moveTo>
                        <a:pt x="1" y="0"/>
                      </a:moveTo>
                      <a:lnTo>
                        <a:pt x="1" y="250"/>
                      </a:lnTo>
                      <a:lnTo>
                        <a:pt x="4978" y="250"/>
                      </a:lnTo>
                      <a:lnTo>
                        <a:pt x="4978" y="0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61" name="Google Shape;661;p23"/>
                <p:cNvSpPr/>
                <p:nvPr/>
              </p:nvSpPr>
              <p:spPr>
                <a:xfrm>
                  <a:off x="6860292" y="3602616"/>
                  <a:ext cx="181349" cy="9145"/>
                </a:xfrm>
                <a:custGeom>
                  <a:rect b="b" l="l" r="r" t="t"/>
                  <a:pathLst>
                    <a:path extrusionOk="0" h="251" w="4978">
                      <a:moveTo>
                        <a:pt x="1" y="0"/>
                      </a:moveTo>
                      <a:lnTo>
                        <a:pt x="1" y="250"/>
                      </a:lnTo>
                      <a:lnTo>
                        <a:pt x="4978" y="250"/>
                      </a:lnTo>
                      <a:lnTo>
                        <a:pt x="4978" y="0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62" name="Google Shape;662;p23"/>
                <p:cNvSpPr/>
                <p:nvPr/>
              </p:nvSpPr>
              <p:spPr>
                <a:xfrm>
                  <a:off x="6860292" y="3622106"/>
                  <a:ext cx="181349" cy="8744"/>
                </a:xfrm>
                <a:custGeom>
                  <a:rect b="b" l="l" r="r" t="t"/>
                  <a:pathLst>
                    <a:path extrusionOk="0" h="240" w="4978">
                      <a:moveTo>
                        <a:pt x="1" y="1"/>
                      </a:moveTo>
                      <a:lnTo>
                        <a:pt x="1" y="239"/>
                      </a:lnTo>
                      <a:lnTo>
                        <a:pt x="4978" y="239"/>
                      </a:lnTo>
                      <a:lnTo>
                        <a:pt x="4978" y="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63" name="Google Shape;663;p23"/>
                <p:cNvSpPr/>
                <p:nvPr/>
              </p:nvSpPr>
              <p:spPr>
                <a:xfrm>
                  <a:off x="6860292" y="3641634"/>
                  <a:ext cx="181349" cy="8707"/>
                </a:xfrm>
                <a:custGeom>
                  <a:rect b="b" l="l" r="r" t="t"/>
                  <a:pathLst>
                    <a:path extrusionOk="0" h="239" w="4978">
                      <a:moveTo>
                        <a:pt x="1" y="1"/>
                      </a:moveTo>
                      <a:lnTo>
                        <a:pt x="1" y="239"/>
                      </a:lnTo>
                      <a:lnTo>
                        <a:pt x="4978" y="239"/>
                      </a:lnTo>
                      <a:lnTo>
                        <a:pt x="4978" y="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64" name="Google Shape;664;p23"/>
                <p:cNvSpPr/>
                <p:nvPr/>
              </p:nvSpPr>
              <p:spPr>
                <a:xfrm>
                  <a:off x="6860292" y="3660724"/>
                  <a:ext cx="90711" cy="9145"/>
                </a:xfrm>
                <a:custGeom>
                  <a:rect b="b" l="l" r="r" t="t"/>
                  <a:pathLst>
                    <a:path extrusionOk="0" h="251" w="2490">
                      <a:moveTo>
                        <a:pt x="1" y="1"/>
                      </a:moveTo>
                      <a:lnTo>
                        <a:pt x="1" y="251"/>
                      </a:lnTo>
                      <a:lnTo>
                        <a:pt x="2489" y="251"/>
                      </a:lnTo>
                      <a:lnTo>
                        <a:pt x="2489" y="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65" name="Google Shape;665;p23"/>
                <p:cNvSpPr/>
                <p:nvPr/>
              </p:nvSpPr>
              <p:spPr>
                <a:xfrm>
                  <a:off x="6974831" y="3620394"/>
                  <a:ext cx="223826" cy="194367"/>
                </a:xfrm>
                <a:custGeom>
                  <a:rect b="b" l="l" r="r" t="t"/>
                  <a:pathLst>
                    <a:path extrusionOk="0" h="5335" w="6144">
                      <a:moveTo>
                        <a:pt x="0" y="0"/>
                      </a:moveTo>
                      <a:lnTo>
                        <a:pt x="0" y="5334"/>
                      </a:lnTo>
                      <a:lnTo>
                        <a:pt x="6144" y="5334"/>
                      </a:lnTo>
                      <a:lnTo>
                        <a:pt x="6144" y="0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66" name="Google Shape;666;p23"/>
                <p:cNvSpPr/>
                <p:nvPr/>
              </p:nvSpPr>
              <p:spPr>
                <a:xfrm>
                  <a:off x="6989586" y="3638173"/>
                  <a:ext cx="194318" cy="138844"/>
                </a:xfrm>
                <a:custGeom>
                  <a:rect b="b" l="l" r="r" t="t"/>
                  <a:pathLst>
                    <a:path extrusionOk="0" h="3811" w="5334">
                      <a:moveTo>
                        <a:pt x="0" y="0"/>
                      </a:moveTo>
                      <a:lnTo>
                        <a:pt x="0" y="3810"/>
                      </a:lnTo>
                      <a:lnTo>
                        <a:pt x="5334" y="3810"/>
                      </a:lnTo>
                      <a:lnTo>
                        <a:pt x="5334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67" name="Google Shape;667;p23"/>
                <p:cNvSpPr/>
                <p:nvPr/>
              </p:nvSpPr>
              <p:spPr>
                <a:xfrm>
                  <a:off x="7047256" y="3679376"/>
                  <a:ext cx="78980" cy="78548"/>
                </a:xfrm>
                <a:custGeom>
                  <a:rect b="b" l="l" r="r" t="t"/>
                  <a:pathLst>
                    <a:path extrusionOk="0" h="2156" w="2168">
                      <a:moveTo>
                        <a:pt x="1084" y="1"/>
                      </a:moveTo>
                      <a:cubicBezTo>
                        <a:pt x="489" y="1"/>
                        <a:pt x="1" y="489"/>
                        <a:pt x="1" y="1084"/>
                      </a:cubicBezTo>
                      <a:cubicBezTo>
                        <a:pt x="1" y="1679"/>
                        <a:pt x="489" y="2156"/>
                        <a:pt x="1084" y="2156"/>
                      </a:cubicBezTo>
                      <a:cubicBezTo>
                        <a:pt x="1679" y="2156"/>
                        <a:pt x="2167" y="1679"/>
                        <a:pt x="2167" y="1084"/>
                      </a:cubicBezTo>
                      <a:cubicBezTo>
                        <a:pt x="2167" y="489"/>
                        <a:pt x="1679" y="1"/>
                        <a:pt x="1084" y="1"/>
                      </a:cubicBezTo>
                      <a:close/>
                    </a:path>
                  </a:pathLst>
                </a:custGeom>
                <a:solidFill>
                  <a:srgbClr val="29346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68" name="Google Shape;668;p23"/>
                <p:cNvSpPr/>
                <p:nvPr/>
              </p:nvSpPr>
              <p:spPr>
                <a:xfrm>
                  <a:off x="6989586" y="3699778"/>
                  <a:ext cx="194318" cy="77237"/>
                </a:xfrm>
                <a:custGeom>
                  <a:rect b="b" l="l" r="r" t="t"/>
                  <a:pathLst>
                    <a:path extrusionOk="0" h="2120" w="5334">
                      <a:moveTo>
                        <a:pt x="1357" y="0"/>
                      </a:moveTo>
                      <a:lnTo>
                        <a:pt x="0" y="1084"/>
                      </a:lnTo>
                      <a:lnTo>
                        <a:pt x="0" y="2119"/>
                      </a:lnTo>
                      <a:lnTo>
                        <a:pt x="5334" y="2119"/>
                      </a:lnTo>
                      <a:lnTo>
                        <a:pt x="5334" y="1084"/>
                      </a:lnTo>
                      <a:lnTo>
                        <a:pt x="4215" y="0"/>
                      </a:lnTo>
                      <a:lnTo>
                        <a:pt x="2667" y="1393"/>
                      </a:lnTo>
                      <a:lnTo>
                        <a:pt x="1357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69" name="Google Shape;669;p23"/>
                <p:cNvSpPr/>
                <p:nvPr/>
              </p:nvSpPr>
              <p:spPr>
                <a:xfrm>
                  <a:off x="6653400" y="3287849"/>
                  <a:ext cx="355703" cy="175568"/>
                </a:xfrm>
                <a:custGeom>
                  <a:rect b="b" l="l" r="r" t="t"/>
                  <a:pathLst>
                    <a:path extrusionOk="0" h="4819" w="9764">
                      <a:moveTo>
                        <a:pt x="6125" y="0"/>
                      </a:moveTo>
                      <a:cubicBezTo>
                        <a:pt x="5597" y="0"/>
                        <a:pt x="5070" y="310"/>
                        <a:pt x="4894" y="937"/>
                      </a:cubicBezTo>
                      <a:cubicBezTo>
                        <a:pt x="4754" y="874"/>
                        <a:pt x="4608" y="844"/>
                        <a:pt x="4464" y="844"/>
                      </a:cubicBezTo>
                      <a:cubicBezTo>
                        <a:pt x="3987" y="844"/>
                        <a:pt x="3540" y="1171"/>
                        <a:pt x="3430" y="1675"/>
                      </a:cubicBezTo>
                      <a:lnTo>
                        <a:pt x="3406" y="1675"/>
                      </a:lnTo>
                      <a:cubicBezTo>
                        <a:pt x="2858" y="1675"/>
                        <a:pt x="2370" y="2020"/>
                        <a:pt x="2191" y="2532"/>
                      </a:cubicBezTo>
                      <a:cubicBezTo>
                        <a:pt x="2077" y="2494"/>
                        <a:pt x="1964" y="2477"/>
                        <a:pt x="1853" y="2477"/>
                      </a:cubicBezTo>
                      <a:cubicBezTo>
                        <a:pt x="1202" y="2477"/>
                        <a:pt x="661" y="3092"/>
                        <a:pt x="834" y="3794"/>
                      </a:cubicBezTo>
                      <a:cubicBezTo>
                        <a:pt x="346" y="3901"/>
                        <a:pt x="1" y="4330"/>
                        <a:pt x="1" y="4818"/>
                      </a:cubicBezTo>
                      <a:lnTo>
                        <a:pt x="9764" y="4818"/>
                      </a:lnTo>
                      <a:cubicBezTo>
                        <a:pt x="9764" y="4425"/>
                        <a:pt x="9549" y="4068"/>
                        <a:pt x="9216" y="3890"/>
                      </a:cubicBezTo>
                      <a:cubicBezTo>
                        <a:pt x="9609" y="3104"/>
                        <a:pt x="9109" y="2163"/>
                        <a:pt x="8240" y="2044"/>
                      </a:cubicBezTo>
                      <a:lnTo>
                        <a:pt x="8240" y="2032"/>
                      </a:lnTo>
                      <a:cubicBezTo>
                        <a:pt x="8240" y="1520"/>
                        <a:pt x="7883" y="1080"/>
                        <a:pt x="7383" y="984"/>
                      </a:cubicBezTo>
                      <a:cubicBezTo>
                        <a:pt x="7219" y="331"/>
                        <a:pt x="6672" y="0"/>
                        <a:pt x="6125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70" name="Google Shape;670;p23"/>
                <p:cNvSpPr/>
                <p:nvPr/>
              </p:nvSpPr>
              <p:spPr>
                <a:xfrm>
                  <a:off x="6727355" y="3375649"/>
                  <a:ext cx="104445" cy="144455"/>
                </a:xfrm>
                <a:custGeom>
                  <a:rect b="b" l="l" r="r" t="t"/>
                  <a:pathLst>
                    <a:path extrusionOk="0" h="3965" w="2867">
                      <a:moveTo>
                        <a:pt x="1441" y="0"/>
                      </a:moveTo>
                      <a:cubicBezTo>
                        <a:pt x="1301" y="0"/>
                        <a:pt x="1162" y="92"/>
                        <a:pt x="1162" y="277"/>
                      </a:cubicBezTo>
                      <a:lnTo>
                        <a:pt x="1162" y="3027"/>
                      </a:lnTo>
                      <a:lnTo>
                        <a:pt x="602" y="2468"/>
                      </a:lnTo>
                      <a:cubicBezTo>
                        <a:pt x="539" y="2402"/>
                        <a:pt x="468" y="2375"/>
                        <a:pt x="400" y="2375"/>
                      </a:cubicBezTo>
                      <a:cubicBezTo>
                        <a:pt x="185" y="2375"/>
                        <a:pt x="1" y="2650"/>
                        <a:pt x="209" y="2849"/>
                      </a:cubicBezTo>
                      <a:lnTo>
                        <a:pt x="1245" y="3885"/>
                      </a:lnTo>
                      <a:cubicBezTo>
                        <a:pt x="1298" y="3938"/>
                        <a:pt x="1370" y="3965"/>
                        <a:pt x="1441" y="3965"/>
                      </a:cubicBezTo>
                      <a:cubicBezTo>
                        <a:pt x="1513" y="3965"/>
                        <a:pt x="1584" y="3938"/>
                        <a:pt x="1638" y="3885"/>
                      </a:cubicBezTo>
                      <a:lnTo>
                        <a:pt x="2674" y="2849"/>
                      </a:lnTo>
                      <a:cubicBezTo>
                        <a:pt x="2866" y="2647"/>
                        <a:pt x="2684" y="2374"/>
                        <a:pt x="2471" y="2374"/>
                      </a:cubicBezTo>
                      <a:cubicBezTo>
                        <a:pt x="2407" y="2374"/>
                        <a:pt x="2341" y="2399"/>
                        <a:pt x="2281" y="2456"/>
                      </a:cubicBezTo>
                      <a:lnTo>
                        <a:pt x="1721" y="3015"/>
                      </a:lnTo>
                      <a:lnTo>
                        <a:pt x="1721" y="277"/>
                      </a:lnTo>
                      <a:cubicBezTo>
                        <a:pt x="1721" y="92"/>
                        <a:pt x="1581" y="0"/>
                        <a:pt x="14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71" name="Google Shape;671;p23"/>
                <p:cNvSpPr/>
                <p:nvPr/>
              </p:nvSpPr>
              <p:spPr>
                <a:xfrm>
                  <a:off x="6831183" y="3375539"/>
                  <a:ext cx="103826" cy="144783"/>
                </a:xfrm>
                <a:custGeom>
                  <a:rect b="b" l="l" r="r" t="t"/>
                  <a:pathLst>
                    <a:path extrusionOk="0" h="3974" w="2850">
                      <a:moveTo>
                        <a:pt x="1425" y="0"/>
                      </a:moveTo>
                      <a:cubicBezTo>
                        <a:pt x="1354" y="0"/>
                        <a:pt x="1282" y="30"/>
                        <a:pt x="1229" y="90"/>
                      </a:cubicBezTo>
                      <a:lnTo>
                        <a:pt x="205" y="1113"/>
                      </a:lnTo>
                      <a:lnTo>
                        <a:pt x="193" y="1113"/>
                      </a:lnTo>
                      <a:cubicBezTo>
                        <a:pt x="0" y="1315"/>
                        <a:pt x="182" y="1588"/>
                        <a:pt x="396" y="1588"/>
                      </a:cubicBezTo>
                      <a:cubicBezTo>
                        <a:pt x="459" y="1588"/>
                        <a:pt x="526" y="1564"/>
                        <a:pt x="586" y="1506"/>
                      </a:cubicBezTo>
                      <a:lnTo>
                        <a:pt x="1145" y="947"/>
                      </a:lnTo>
                      <a:lnTo>
                        <a:pt x="1145" y="3697"/>
                      </a:lnTo>
                      <a:cubicBezTo>
                        <a:pt x="1145" y="3882"/>
                        <a:pt x="1285" y="3974"/>
                        <a:pt x="1425" y="3974"/>
                      </a:cubicBezTo>
                      <a:cubicBezTo>
                        <a:pt x="1565" y="3974"/>
                        <a:pt x="1705" y="3882"/>
                        <a:pt x="1705" y="3697"/>
                      </a:cubicBezTo>
                      <a:lnTo>
                        <a:pt x="1705" y="947"/>
                      </a:lnTo>
                      <a:lnTo>
                        <a:pt x="2264" y="1506"/>
                      </a:lnTo>
                      <a:cubicBezTo>
                        <a:pt x="2324" y="1564"/>
                        <a:pt x="2391" y="1588"/>
                        <a:pt x="2454" y="1588"/>
                      </a:cubicBezTo>
                      <a:cubicBezTo>
                        <a:pt x="2668" y="1588"/>
                        <a:pt x="2850" y="1315"/>
                        <a:pt x="2657" y="1113"/>
                      </a:cubicBezTo>
                      <a:lnTo>
                        <a:pt x="1621" y="90"/>
                      </a:lnTo>
                      <a:cubicBezTo>
                        <a:pt x="1568" y="30"/>
                        <a:pt x="1496" y="0"/>
                        <a:pt x="1425" y="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672" name="Google Shape;672;p23"/>
            <p:cNvGrpSpPr/>
            <p:nvPr/>
          </p:nvGrpSpPr>
          <p:grpSpPr>
            <a:xfrm>
              <a:off x="7165550" y="3071200"/>
              <a:ext cx="1291550" cy="691725"/>
              <a:chOff x="7292200" y="1657250"/>
              <a:chExt cx="1291550" cy="691725"/>
            </a:xfrm>
          </p:grpSpPr>
          <p:sp>
            <p:nvSpPr>
              <p:cNvPr id="673" name="Google Shape;673;p23"/>
              <p:cNvSpPr txBox="1"/>
              <p:nvPr/>
            </p:nvSpPr>
            <p:spPr>
              <a:xfrm>
                <a:off x="7292200" y="1657250"/>
                <a:ext cx="1291500" cy="291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0" spcFirstLastPara="1" rIns="0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1100">
                    <a:solidFill>
                      <a:schemeClr val="dk1"/>
                    </a:solidFill>
                    <a:latin typeface="Fira Sans"/>
                    <a:ea typeface="Fira Sans"/>
                    <a:cs typeface="Fira Sans"/>
                    <a:sym typeface="Fira Sans"/>
                  </a:rPr>
                  <a:t>Visual</a:t>
                </a:r>
                <a:endParaRPr b="1" sz="1100">
                  <a:solidFill>
                    <a:schemeClr val="dk1"/>
                  </a:solidFill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  <p:sp>
            <p:nvSpPr>
              <p:cNvPr id="674" name="Google Shape;674;p23"/>
              <p:cNvSpPr txBox="1"/>
              <p:nvPr/>
            </p:nvSpPr>
            <p:spPr>
              <a:xfrm>
                <a:off x="7367250" y="1943075"/>
                <a:ext cx="1216500" cy="40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0" spcFirstLastPara="1" rIns="0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100">
                    <a:solidFill>
                      <a:schemeClr val="dk1"/>
                    </a:solidFill>
                    <a:latin typeface="Fira Sans"/>
                    <a:ea typeface="Fira Sans"/>
                    <a:cs typeface="Fira Sans"/>
                    <a:sym typeface="Fira Sans"/>
                  </a:rPr>
                  <a:t>Show examples of innovative CAPTCHAs</a:t>
                </a:r>
                <a:endParaRPr sz="1100">
                  <a:solidFill>
                    <a:schemeClr val="dk1"/>
                  </a:solidFill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</p:grp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8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Google Shape;679;p24"/>
          <p:cNvSpPr txBox="1"/>
          <p:nvPr>
            <p:ph type="title"/>
          </p:nvPr>
        </p:nvSpPr>
        <p:spPr>
          <a:xfrm>
            <a:off x="457200" y="292625"/>
            <a:ext cx="8229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Future of CAPTCHA</a:t>
            </a:r>
            <a:endParaRPr/>
          </a:p>
        </p:txBody>
      </p:sp>
      <p:grpSp>
        <p:nvGrpSpPr>
          <p:cNvPr id="680" name="Google Shape;680;p24"/>
          <p:cNvGrpSpPr/>
          <p:nvPr/>
        </p:nvGrpSpPr>
        <p:grpSpPr>
          <a:xfrm>
            <a:off x="755460" y="1269963"/>
            <a:ext cx="2005213" cy="844576"/>
            <a:chOff x="742060" y="1269963"/>
            <a:chExt cx="2005213" cy="844576"/>
          </a:xfrm>
        </p:grpSpPr>
        <p:grpSp>
          <p:nvGrpSpPr>
            <p:cNvPr id="681" name="Google Shape;681;p24"/>
            <p:cNvGrpSpPr/>
            <p:nvPr/>
          </p:nvGrpSpPr>
          <p:grpSpPr>
            <a:xfrm>
              <a:off x="742060" y="1269963"/>
              <a:ext cx="2005213" cy="844576"/>
              <a:chOff x="742060" y="1460200"/>
              <a:chExt cx="2005213" cy="844576"/>
            </a:xfrm>
          </p:grpSpPr>
          <p:sp>
            <p:nvSpPr>
              <p:cNvPr id="682" name="Google Shape;682;p24"/>
              <p:cNvSpPr/>
              <p:nvPr/>
            </p:nvSpPr>
            <p:spPr>
              <a:xfrm>
                <a:off x="1058511" y="1460200"/>
                <a:ext cx="1688762" cy="844576"/>
              </a:xfrm>
              <a:custGeom>
                <a:rect b="b" l="l" r="r" t="t"/>
                <a:pathLst>
                  <a:path extrusionOk="0" h="24516" w="39137">
                    <a:moveTo>
                      <a:pt x="0" y="0"/>
                    </a:moveTo>
                    <a:lnTo>
                      <a:pt x="0" y="24515"/>
                    </a:lnTo>
                    <a:lnTo>
                      <a:pt x="39136" y="24515"/>
                    </a:lnTo>
                    <a:lnTo>
                      <a:pt x="3913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683" name="Google Shape;683;p24"/>
              <p:cNvGrpSpPr/>
              <p:nvPr/>
            </p:nvGrpSpPr>
            <p:grpSpPr>
              <a:xfrm>
                <a:off x="742060" y="1563953"/>
                <a:ext cx="627576" cy="601359"/>
                <a:chOff x="742060" y="1563953"/>
                <a:chExt cx="627576" cy="601359"/>
              </a:xfrm>
            </p:grpSpPr>
            <p:sp>
              <p:nvSpPr>
                <p:cNvPr id="684" name="Google Shape;684;p24"/>
                <p:cNvSpPr/>
                <p:nvPr/>
              </p:nvSpPr>
              <p:spPr>
                <a:xfrm>
                  <a:off x="781023" y="1563953"/>
                  <a:ext cx="588613" cy="588647"/>
                </a:xfrm>
                <a:custGeom>
                  <a:rect b="b" l="l" r="r" t="t"/>
                  <a:pathLst>
                    <a:path extrusionOk="0" h="17087" w="17086">
                      <a:moveTo>
                        <a:pt x="17086" y="8537"/>
                      </a:moveTo>
                      <a:cubicBezTo>
                        <a:pt x="17086" y="13252"/>
                        <a:pt x="13264" y="17086"/>
                        <a:pt x="8537" y="17086"/>
                      </a:cubicBezTo>
                      <a:cubicBezTo>
                        <a:pt x="3822" y="17086"/>
                        <a:pt x="0" y="13252"/>
                        <a:pt x="0" y="8537"/>
                      </a:cubicBezTo>
                      <a:cubicBezTo>
                        <a:pt x="0" y="3823"/>
                        <a:pt x="3822" y="1"/>
                        <a:pt x="8537" y="1"/>
                      </a:cubicBezTo>
                      <a:cubicBezTo>
                        <a:pt x="13264" y="1"/>
                        <a:pt x="17086" y="3823"/>
                        <a:pt x="17086" y="8537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85" name="Google Shape;685;p24"/>
                <p:cNvSpPr/>
                <p:nvPr/>
              </p:nvSpPr>
              <p:spPr>
                <a:xfrm>
                  <a:off x="838037" y="1730071"/>
                  <a:ext cx="478269" cy="199810"/>
                </a:xfrm>
                <a:custGeom>
                  <a:rect b="b" l="l" r="r" t="t"/>
                  <a:pathLst>
                    <a:path extrusionOk="0" h="5800" w="13883">
                      <a:moveTo>
                        <a:pt x="0" y="1"/>
                      </a:moveTo>
                      <a:lnTo>
                        <a:pt x="0" y="5799"/>
                      </a:lnTo>
                      <a:lnTo>
                        <a:pt x="13883" y="5799"/>
                      </a:lnTo>
                      <a:lnTo>
                        <a:pt x="13883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686" name="Google Shape;686;p24"/>
                <p:cNvGrpSpPr/>
                <p:nvPr/>
              </p:nvGrpSpPr>
              <p:grpSpPr>
                <a:xfrm>
                  <a:off x="956215" y="1801038"/>
                  <a:ext cx="247351" cy="57049"/>
                  <a:chOff x="956215" y="1801038"/>
                  <a:chExt cx="247351" cy="57049"/>
                </a:xfrm>
              </p:grpSpPr>
              <p:sp>
                <p:nvSpPr>
                  <p:cNvPr id="687" name="Google Shape;687;p24"/>
                  <p:cNvSpPr/>
                  <p:nvPr/>
                </p:nvSpPr>
                <p:spPr>
                  <a:xfrm>
                    <a:off x="956215" y="1801038"/>
                    <a:ext cx="76307" cy="57049"/>
                  </a:xfrm>
                  <a:custGeom>
                    <a:rect b="b" l="l" r="r" t="t"/>
                    <a:pathLst>
                      <a:path extrusionOk="0" h="1656" w="2215">
                        <a:moveTo>
                          <a:pt x="0" y="0"/>
                        </a:moveTo>
                        <a:lnTo>
                          <a:pt x="429" y="1655"/>
                        </a:lnTo>
                        <a:lnTo>
                          <a:pt x="750" y="1655"/>
                        </a:lnTo>
                        <a:lnTo>
                          <a:pt x="1108" y="298"/>
                        </a:lnTo>
                        <a:lnTo>
                          <a:pt x="1465" y="1655"/>
                        </a:lnTo>
                        <a:lnTo>
                          <a:pt x="1786" y="1655"/>
                        </a:lnTo>
                        <a:lnTo>
                          <a:pt x="2215" y="0"/>
                        </a:lnTo>
                        <a:lnTo>
                          <a:pt x="1941" y="0"/>
                        </a:lnTo>
                        <a:lnTo>
                          <a:pt x="1608" y="1286"/>
                        </a:lnTo>
                        <a:lnTo>
                          <a:pt x="1262" y="0"/>
                        </a:lnTo>
                        <a:lnTo>
                          <a:pt x="941" y="0"/>
                        </a:lnTo>
                        <a:lnTo>
                          <a:pt x="607" y="1286"/>
                        </a:lnTo>
                        <a:lnTo>
                          <a:pt x="262" y="0"/>
                        </a:lnTo>
                        <a:close/>
                      </a:path>
                    </a:pathLst>
                  </a:custGeom>
                  <a:solidFill>
                    <a:srgbClr val="3B03A6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688" name="Google Shape;688;p24"/>
                  <p:cNvSpPr/>
                  <p:nvPr/>
                </p:nvSpPr>
                <p:spPr>
                  <a:xfrm>
                    <a:off x="1041513" y="1801038"/>
                    <a:ext cx="76755" cy="57049"/>
                  </a:xfrm>
                  <a:custGeom>
                    <a:rect b="b" l="l" r="r" t="t"/>
                    <a:pathLst>
                      <a:path extrusionOk="0" h="1656" w="2228">
                        <a:moveTo>
                          <a:pt x="1" y="0"/>
                        </a:moveTo>
                        <a:lnTo>
                          <a:pt x="429" y="1655"/>
                        </a:lnTo>
                        <a:lnTo>
                          <a:pt x="751" y="1655"/>
                        </a:lnTo>
                        <a:lnTo>
                          <a:pt x="1108" y="298"/>
                        </a:lnTo>
                        <a:lnTo>
                          <a:pt x="1465" y="1655"/>
                        </a:lnTo>
                        <a:lnTo>
                          <a:pt x="1787" y="1655"/>
                        </a:lnTo>
                        <a:lnTo>
                          <a:pt x="2227" y="0"/>
                        </a:lnTo>
                        <a:lnTo>
                          <a:pt x="1953" y="0"/>
                        </a:lnTo>
                        <a:lnTo>
                          <a:pt x="1608" y="1286"/>
                        </a:lnTo>
                        <a:lnTo>
                          <a:pt x="1275" y="0"/>
                        </a:lnTo>
                        <a:lnTo>
                          <a:pt x="953" y="0"/>
                        </a:lnTo>
                        <a:lnTo>
                          <a:pt x="608" y="1286"/>
                        </a:lnTo>
                        <a:lnTo>
                          <a:pt x="275" y="0"/>
                        </a:lnTo>
                        <a:close/>
                      </a:path>
                    </a:pathLst>
                  </a:custGeom>
                  <a:solidFill>
                    <a:srgbClr val="3B03A6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689" name="Google Shape;689;p24"/>
                  <p:cNvSpPr/>
                  <p:nvPr/>
                </p:nvSpPr>
                <p:spPr>
                  <a:xfrm>
                    <a:off x="1126846" y="1801038"/>
                    <a:ext cx="76720" cy="57049"/>
                  </a:xfrm>
                  <a:custGeom>
                    <a:rect b="b" l="l" r="r" t="t"/>
                    <a:pathLst>
                      <a:path extrusionOk="0" h="1656" w="2227">
                        <a:moveTo>
                          <a:pt x="0" y="0"/>
                        </a:moveTo>
                        <a:lnTo>
                          <a:pt x="429" y="1655"/>
                        </a:lnTo>
                        <a:lnTo>
                          <a:pt x="750" y="1655"/>
                        </a:lnTo>
                        <a:lnTo>
                          <a:pt x="1108" y="298"/>
                        </a:lnTo>
                        <a:lnTo>
                          <a:pt x="1465" y="1655"/>
                        </a:lnTo>
                        <a:lnTo>
                          <a:pt x="1786" y="1655"/>
                        </a:lnTo>
                        <a:lnTo>
                          <a:pt x="2227" y="0"/>
                        </a:lnTo>
                        <a:lnTo>
                          <a:pt x="1953" y="0"/>
                        </a:lnTo>
                        <a:lnTo>
                          <a:pt x="1608" y="1286"/>
                        </a:lnTo>
                        <a:lnTo>
                          <a:pt x="1274" y="0"/>
                        </a:lnTo>
                        <a:lnTo>
                          <a:pt x="953" y="0"/>
                        </a:lnTo>
                        <a:lnTo>
                          <a:pt x="607" y="1286"/>
                        </a:lnTo>
                        <a:lnTo>
                          <a:pt x="274" y="0"/>
                        </a:lnTo>
                        <a:close/>
                      </a:path>
                    </a:pathLst>
                  </a:custGeom>
                  <a:solidFill>
                    <a:srgbClr val="3B03A6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sp>
              <p:nvSpPr>
                <p:cNvPr id="690" name="Google Shape;690;p24"/>
                <p:cNvSpPr/>
                <p:nvPr/>
              </p:nvSpPr>
              <p:spPr>
                <a:xfrm>
                  <a:off x="742060" y="1921613"/>
                  <a:ext cx="243665" cy="243699"/>
                </a:xfrm>
                <a:custGeom>
                  <a:rect b="b" l="l" r="r" t="t"/>
                  <a:pathLst>
                    <a:path extrusionOk="0" h="7074" w="7073">
                      <a:moveTo>
                        <a:pt x="441" y="6621"/>
                      </a:moveTo>
                      <a:lnTo>
                        <a:pt x="441" y="6621"/>
                      </a:lnTo>
                      <a:cubicBezTo>
                        <a:pt x="0" y="6180"/>
                        <a:pt x="0" y="5430"/>
                        <a:pt x="441" y="4990"/>
                      </a:cubicBezTo>
                      <a:lnTo>
                        <a:pt x="5429" y="1"/>
                      </a:lnTo>
                      <a:lnTo>
                        <a:pt x="7072" y="1644"/>
                      </a:lnTo>
                      <a:lnTo>
                        <a:pt x="2084" y="6621"/>
                      </a:lnTo>
                      <a:cubicBezTo>
                        <a:pt x="1631" y="7073"/>
                        <a:pt x="905" y="7073"/>
                        <a:pt x="441" y="662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91" name="Google Shape;691;p24"/>
                <p:cNvSpPr/>
                <p:nvPr/>
              </p:nvSpPr>
              <p:spPr>
                <a:xfrm>
                  <a:off x="865494" y="1921613"/>
                  <a:ext cx="120231" cy="120231"/>
                </a:xfrm>
                <a:custGeom>
                  <a:rect b="b" l="l" r="r" t="t"/>
                  <a:pathLst>
                    <a:path extrusionOk="0" h="3490" w="3490">
                      <a:moveTo>
                        <a:pt x="1644" y="3489"/>
                      </a:moveTo>
                      <a:lnTo>
                        <a:pt x="1" y="1846"/>
                      </a:lnTo>
                      <a:lnTo>
                        <a:pt x="1846" y="1"/>
                      </a:lnTo>
                      <a:lnTo>
                        <a:pt x="3489" y="1644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92" name="Google Shape;692;p24"/>
                <p:cNvSpPr/>
                <p:nvPr/>
              </p:nvSpPr>
              <p:spPr>
                <a:xfrm>
                  <a:off x="849096" y="1605810"/>
                  <a:ext cx="452466" cy="452432"/>
                </a:xfrm>
                <a:custGeom>
                  <a:rect b="b" l="l" r="r" t="t"/>
                  <a:pathLst>
                    <a:path extrusionOk="0" h="13133" w="13134">
                      <a:moveTo>
                        <a:pt x="10788" y="2334"/>
                      </a:moveTo>
                      <a:cubicBezTo>
                        <a:pt x="8454" y="0"/>
                        <a:pt x="4668" y="0"/>
                        <a:pt x="2334" y="2334"/>
                      </a:cubicBezTo>
                      <a:cubicBezTo>
                        <a:pt x="1" y="4679"/>
                        <a:pt x="1" y="8454"/>
                        <a:pt x="2334" y="10787"/>
                      </a:cubicBezTo>
                      <a:cubicBezTo>
                        <a:pt x="4668" y="13133"/>
                        <a:pt x="8454" y="13133"/>
                        <a:pt x="10788" y="10787"/>
                      </a:cubicBezTo>
                      <a:cubicBezTo>
                        <a:pt x="13133" y="8454"/>
                        <a:pt x="13133" y="4679"/>
                        <a:pt x="10788" y="2334"/>
                      </a:cubicBezTo>
                      <a:close/>
                      <a:moveTo>
                        <a:pt x="3346" y="9775"/>
                      </a:moveTo>
                      <a:cubicBezTo>
                        <a:pt x="1584" y="8013"/>
                        <a:pt x="1584" y="5120"/>
                        <a:pt x="3346" y="3346"/>
                      </a:cubicBezTo>
                      <a:cubicBezTo>
                        <a:pt x="5120" y="1584"/>
                        <a:pt x="8002" y="1584"/>
                        <a:pt x="9776" y="3346"/>
                      </a:cubicBezTo>
                      <a:cubicBezTo>
                        <a:pt x="11550" y="5120"/>
                        <a:pt x="11550" y="8013"/>
                        <a:pt x="9776" y="9775"/>
                      </a:cubicBezTo>
                      <a:cubicBezTo>
                        <a:pt x="8014" y="11549"/>
                        <a:pt x="5120" y="11549"/>
                        <a:pt x="3346" y="9775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693" name="Google Shape;693;p24"/>
            <p:cNvGrpSpPr/>
            <p:nvPr/>
          </p:nvGrpSpPr>
          <p:grpSpPr>
            <a:xfrm>
              <a:off x="1392575" y="1335038"/>
              <a:ext cx="1348800" cy="779363"/>
              <a:chOff x="390013" y="1296675"/>
              <a:chExt cx="1348800" cy="779363"/>
            </a:xfrm>
          </p:grpSpPr>
          <p:sp>
            <p:nvSpPr>
              <p:cNvPr id="694" name="Google Shape;694;p24"/>
              <p:cNvSpPr txBox="1"/>
              <p:nvPr/>
            </p:nvSpPr>
            <p:spPr>
              <a:xfrm>
                <a:off x="442777" y="1296675"/>
                <a:ext cx="1296000" cy="200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0" spcFirstLastPara="1" rIns="0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1200">
                    <a:solidFill>
                      <a:schemeClr val="dk1"/>
                    </a:solidFill>
                    <a:latin typeface="Fira Sans"/>
                    <a:ea typeface="Fira Sans"/>
                    <a:cs typeface="Fira Sans"/>
                    <a:sym typeface="Fira Sans"/>
                  </a:rPr>
                  <a:t>AI </a:t>
                </a:r>
                <a:r>
                  <a:rPr b="1" lang="en-GB" sz="1000">
                    <a:solidFill>
                      <a:schemeClr val="dk1"/>
                    </a:solidFill>
                    <a:latin typeface="Fira Sans"/>
                    <a:ea typeface="Fira Sans"/>
                    <a:cs typeface="Fira Sans"/>
                    <a:sym typeface="Fira Sans"/>
                  </a:rPr>
                  <a:t>Integration</a:t>
                </a:r>
                <a:endParaRPr b="1" sz="1000">
                  <a:solidFill>
                    <a:schemeClr val="dk1"/>
                  </a:solidFill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  <p:sp>
            <p:nvSpPr>
              <p:cNvPr id="695" name="Google Shape;695;p24"/>
              <p:cNvSpPr txBox="1"/>
              <p:nvPr/>
            </p:nvSpPr>
            <p:spPr>
              <a:xfrm>
                <a:off x="390013" y="1520738"/>
                <a:ext cx="1348800" cy="555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0" spcFirstLastPara="1" rIns="0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000">
                    <a:solidFill>
                      <a:schemeClr val="dk1"/>
                    </a:solidFill>
                    <a:latin typeface="Fira Sans"/>
                    <a:ea typeface="Fira Sans"/>
                    <a:cs typeface="Fira Sans"/>
                    <a:sym typeface="Fira Sans"/>
                  </a:rPr>
                  <a:t>Smarter CAPTCHAs using AI to detect user behavior and intent</a:t>
                </a:r>
                <a:endParaRPr sz="1000">
                  <a:solidFill>
                    <a:schemeClr val="dk1"/>
                  </a:solidFill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</p:grpSp>
      </p:grpSp>
      <p:grpSp>
        <p:nvGrpSpPr>
          <p:cNvPr id="696" name="Google Shape;696;p24"/>
          <p:cNvGrpSpPr/>
          <p:nvPr/>
        </p:nvGrpSpPr>
        <p:grpSpPr>
          <a:xfrm>
            <a:off x="2988191" y="1624362"/>
            <a:ext cx="3167621" cy="2600235"/>
            <a:chOff x="2874288" y="1572950"/>
            <a:chExt cx="3360871" cy="2758870"/>
          </a:xfrm>
        </p:grpSpPr>
        <p:sp>
          <p:nvSpPr>
            <p:cNvPr id="697" name="Google Shape;697;p24"/>
            <p:cNvSpPr/>
            <p:nvPr/>
          </p:nvSpPr>
          <p:spPr>
            <a:xfrm>
              <a:off x="2874288" y="1848875"/>
              <a:ext cx="3360871" cy="2282562"/>
            </a:xfrm>
            <a:custGeom>
              <a:rect b="b" l="l" r="r" t="t"/>
              <a:pathLst>
                <a:path extrusionOk="0" h="57615" w="84833">
                  <a:moveTo>
                    <a:pt x="84833" y="57615"/>
                  </a:moveTo>
                  <a:lnTo>
                    <a:pt x="84833" y="42422"/>
                  </a:lnTo>
                  <a:cubicBezTo>
                    <a:pt x="84833" y="18991"/>
                    <a:pt x="65842" y="1"/>
                    <a:pt x="42423" y="1"/>
                  </a:cubicBezTo>
                  <a:lnTo>
                    <a:pt x="42423" y="1"/>
                  </a:lnTo>
                  <a:cubicBezTo>
                    <a:pt x="18991" y="1"/>
                    <a:pt x="1" y="18991"/>
                    <a:pt x="1" y="42422"/>
                  </a:cubicBezTo>
                  <a:lnTo>
                    <a:pt x="1" y="57615"/>
                  </a:lnTo>
                  <a:close/>
                </a:path>
              </a:pathLst>
            </a:custGeom>
            <a:gradFill>
              <a:gsLst>
                <a:gs pos="0">
                  <a:srgbClr val="2A2A9A"/>
                </a:gs>
                <a:gs pos="100000">
                  <a:srgbClr val="111131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8" name="Google Shape;698;p24"/>
            <p:cNvSpPr/>
            <p:nvPr/>
          </p:nvSpPr>
          <p:spPr>
            <a:xfrm>
              <a:off x="2874288" y="3930851"/>
              <a:ext cx="3360871" cy="400969"/>
            </a:xfrm>
            <a:custGeom>
              <a:rect b="b" l="l" r="r" t="t"/>
              <a:pathLst>
                <a:path extrusionOk="0" h="10121" w="84833">
                  <a:moveTo>
                    <a:pt x="84833" y="5061"/>
                  </a:moveTo>
                  <a:cubicBezTo>
                    <a:pt x="84833" y="7847"/>
                    <a:pt x="65842" y="10121"/>
                    <a:pt x="42423" y="10121"/>
                  </a:cubicBezTo>
                  <a:cubicBezTo>
                    <a:pt x="18991" y="10121"/>
                    <a:pt x="1" y="7847"/>
                    <a:pt x="1" y="5061"/>
                  </a:cubicBezTo>
                  <a:cubicBezTo>
                    <a:pt x="1" y="2263"/>
                    <a:pt x="18991" y="1"/>
                    <a:pt x="42423" y="1"/>
                  </a:cubicBezTo>
                  <a:cubicBezTo>
                    <a:pt x="65842" y="1"/>
                    <a:pt x="84833" y="2263"/>
                    <a:pt x="84833" y="5061"/>
                  </a:cubicBezTo>
                  <a:close/>
                </a:path>
              </a:pathLst>
            </a:custGeom>
            <a:gradFill>
              <a:gsLst>
                <a:gs pos="0">
                  <a:srgbClr val="A588D1"/>
                </a:gs>
                <a:gs pos="100000">
                  <a:srgbClr val="634393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9" name="Google Shape;699;p24"/>
            <p:cNvSpPr/>
            <p:nvPr/>
          </p:nvSpPr>
          <p:spPr>
            <a:xfrm>
              <a:off x="2874288" y="2124800"/>
              <a:ext cx="2059001" cy="2195800"/>
            </a:xfrm>
            <a:custGeom>
              <a:rect b="b" l="l" r="r" t="t"/>
              <a:pathLst>
                <a:path extrusionOk="0" h="55425" w="51972">
                  <a:moveTo>
                    <a:pt x="18896" y="1"/>
                  </a:moveTo>
                  <a:lnTo>
                    <a:pt x="1" y="50650"/>
                  </a:lnTo>
                  <a:lnTo>
                    <a:pt x="28397" y="55424"/>
                  </a:lnTo>
                  <a:lnTo>
                    <a:pt x="18670" y="47757"/>
                  </a:lnTo>
                  <a:lnTo>
                    <a:pt x="51971" y="36100"/>
                  </a:lnTo>
                  <a:lnTo>
                    <a:pt x="38517" y="1"/>
                  </a:ln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100000">
                  <a:srgbClr val="BEBEBE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0" name="Google Shape;700;p24"/>
            <p:cNvSpPr/>
            <p:nvPr/>
          </p:nvSpPr>
          <p:spPr>
            <a:xfrm>
              <a:off x="3261059" y="2124800"/>
              <a:ext cx="1500037" cy="1918913"/>
            </a:xfrm>
            <a:custGeom>
              <a:rect b="b" l="l" r="r" t="t"/>
              <a:pathLst>
                <a:path extrusionOk="0" h="48436" w="37863">
                  <a:moveTo>
                    <a:pt x="25754" y="1"/>
                  </a:moveTo>
                  <a:lnTo>
                    <a:pt x="18932" y="1"/>
                  </a:lnTo>
                  <a:lnTo>
                    <a:pt x="12133" y="1"/>
                  </a:lnTo>
                  <a:lnTo>
                    <a:pt x="1" y="48435"/>
                  </a:lnTo>
                  <a:lnTo>
                    <a:pt x="18932" y="48435"/>
                  </a:lnTo>
                  <a:lnTo>
                    <a:pt x="37863" y="48435"/>
                  </a:lnTo>
                  <a:close/>
                </a:path>
              </a:pathLst>
            </a:custGeom>
            <a:solidFill>
              <a:srgbClr val="FFFFFF">
                <a:alpha val="351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1" name="Google Shape;701;p24"/>
            <p:cNvSpPr/>
            <p:nvPr/>
          </p:nvSpPr>
          <p:spPr>
            <a:xfrm>
              <a:off x="3976128" y="1963959"/>
              <a:ext cx="69846" cy="2014193"/>
            </a:xfrm>
            <a:custGeom>
              <a:rect b="b" l="l" r="r" t="t"/>
              <a:pathLst>
                <a:path extrusionOk="0" h="50841" w="1763">
                  <a:moveTo>
                    <a:pt x="1" y="1"/>
                  </a:moveTo>
                  <a:lnTo>
                    <a:pt x="1763" y="1"/>
                  </a:lnTo>
                  <a:lnTo>
                    <a:pt x="1763" y="50840"/>
                  </a:lnTo>
                  <a:lnTo>
                    <a:pt x="1" y="5084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2" name="Google Shape;702;p24"/>
            <p:cNvSpPr/>
            <p:nvPr/>
          </p:nvSpPr>
          <p:spPr>
            <a:xfrm>
              <a:off x="4378468" y="2284254"/>
              <a:ext cx="1268433" cy="1108022"/>
            </a:xfrm>
            <a:custGeom>
              <a:rect b="b" l="l" r="r" t="t"/>
              <a:pathLst>
                <a:path extrusionOk="0" h="27968" w="32017">
                  <a:moveTo>
                    <a:pt x="32016" y="0"/>
                  </a:moveTo>
                  <a:lnTo>
                    <a:pt x="10311" y="0"/>
                  </a:lnTo>
                  <a:lnTo>
                    <a:pt x="8133" y="0"/>
                  </a:lnTo>
                  <a:lnTo>
                    <a:pt x="7192" y="0"/>
                  </a:lnTo>
                  <a:cubicBezTo>
                    <a:pt x="4858" y="0"/>
                    <a:pt x="2894" y="1750"/>
                    <a:pt x="2632" y="4072"/>
                  </a:cubicBezTo>
                  <a:lnTo>
                    <a:pt x="1" y="27968"/>
                  </a:lnTo>
                  <a:lnTo>
                    <a:pt x="12478" y="27968"/>
                  </a:lnTo>
                  <a:lnTo>
                    <a:pt x="12478" y="23836"/>
                  </a:lnTo>
                  <a:lnTo>
                    <a:pt x="32005" y="23836"/>
                  </a:lnTo>
                  <a:lnTo>
                    <a:pt x="32005" y="0"/>
                  </a:lnTo>
                  <a:close/>
                </a:path>
              </a:pathLst>
            </a:custGeom>
            <a:gradFill>
              <a:gsLst>
                <a:gs pos="0">
                  <a:srgbClr val="A588D1"/>
                </a:gs>
                <a:gs pos="100000">
                  <a:srgbClr val="634393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3" name="Google Shape;703;p24"/>
            <p:cNvSpPr/>
            <p:nvPr/>
          </p:nvSpPr>
          <p:spPr>
            <a:xfrm>
              <a:off x="5297282" y="2284254"/>
              <a:ext cx="493911" cy="1108498"/>
            </a:xfrm>
            <a:custGeom>
              <a:rect b="b" l="l" r="r" t="t"/>
              <a:pathLst>
                <a:path extrusionOk="0" h="27980" w="12467">
                  <a:moveTo>
                    <a:pt x="12467" y="27980"/>
                  </a:moveTo>
                  <a:lnTo>
                    <a:pt x="1" y="27980"/>
                  </a:lnTo>
                  <a:lnTo>
                    <a:pt x="2632" y="4072"/>
                  </a:lnTo>
                  <a:cubicBezTo>
                    <a:pt x="2882" y="1750"/>
                    <a:pt x="4847" y="0"/>
                    <a:pt x="7180" y="0"/>
                  </a:cubicBezTo>
                  <a:lnTo>
                    <a:pt x="10300" y="0"/>
                  </a:lnTo>
                  <a:cubicBezTo>
                    <a:pt x="11502" y="0"/>
                    <a:pt x="12467" y="964"/>
                    <a:pt x="12467" y="2167"/>
                  </a:cubicBezTo>
                  <a:close/>
                </a:path>
              </a:pathLst>
            </a:custGeom>
            <a:gradFill>
              <a:gsLst>
                <a:gs pos="0">
                  <a:srgbClr val="BA8CC4"/>
                </a:gs>
                <a:gs pos="100000">
                  <a:srgbClr val="784D80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4" name="Google Shape;704;p24"/>
            <p:cNvSpPr/>
            <p:nvPr/>
          </p:nvSpPr>
          <p:spPr>
            <a:xfrm>
              <a:off x="3779910" y="2935144"/>
              <a:ext cx="786843" cy="1108537"/>
            </a:xfrm>
            <a:custGeom>
              <a:rect b="b" l="l" r="r" t="t"/>
              <a:pathLst>
                <a:path extrusionOk="0" h="27981" w="19861">
                  <a:moveTo>
                    <a:pt x="1" y="1"/>
                  </a:moveTo>
                  <a:lnTo>
                    <a:pt x="1" y="27980"/>
                  </a:lnTo>
                  <a:lnTo>
                    <a:pt x="18312" y="27980"/>
                  </a:lnTo>
                  <a:cubicBezTo>
                    <a:pt x="19158" y="27980"/>
                    <a:pt x="19860" y="27290"/>
                    <a:pt x="19836" y="26432"/>
                  </a:cubicBezTo>
                  <a:lnTo>
                    <a:pt x="19836" y="1525"/>
                  </a:lnTo>
                  <a:cubicBezTo>
                    <a:pt x="19836" y="679"/>
                    <a:pt x="19158" y="1"/>
                    <a:pt x="18312" y="1"/>
                  </a:cubicBezTo>
                  <a:close/>
                </a:path>
              </a:pathLst>
            </a:custGeom>
            <a:gradFill>
              <a:gsLst>
                <a:gs pos="0">
                  <a:srgbClr val="A588D1"/>
                </a:gs>
                <a:gs pos="100000">
                  <a:srgbClr val="634393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5" name="Google Shape;705;p24"/>
            <p:cNvSpPr/>
            <p:nvPr/>
          </p:nvSpPr>
          <p:spPr>
            <a:xfrm>
              <a:off x="3593596" y="2935144"/>
              <a:ext cx="372682" cy="1108537"/>
            </a:xfrm>
            <a:custGeom>
              <a:rect b="b" l="l" r="r" t="t"/>
              <a:pathLst>
                <a:path extrusionOk="0" h="27981" w="9407">
                  <a:moveTo>
                    <a:pt x="9407" y="27980"/>
                  </a:moveTo>
                  <a:lnTo>
                    <a:pt x="1167" y="27980"/>
                  </a:lnTo>
                  <a:cubicBezTo>
                    <a:pt x="524" y="27980"/>
                    <a:pt x="1" y="27456"/>
                    <a:pt x="1" y="26813"/>
                  </a:cubicBezTo>
                  <a:lnTo>
                    <a:pt x="1" y="2763"/>
                  </a:lnTo>
                  <a:cubicBezTo>
                    <a:pt x="1" y="1227"/>
                    <a:pt x="1239" y="1"/>
                    <a:pt x="2775" y="1"/>
                  </a:cubicBezTo>
                  <a:lnTo>
                    <a:pt x="6632" y="1"/>
                  </a:lnTo>
                  <a:cubicBezTo>
                    <a:pt x="8156" y="1"/>
                    <a:pt x="9395" y="1227"/>
                    <a:pt x="9395" y="2763"/>
                  </a:cubicBezTo>
                  <a:lnTo>
                    <a:pt x="9395" y="27980"/>
                  </a:lnTo>
                  <a:close/>
                </a:path>
              </a:pathLst>
            </a:custGeom>
            <a:gradFill>
              <a:gsLst>
                <a:gs pos="0">
                  <a:srgbClr val="BA8CC4"/>
                </a:gs>
                <a:gs pos="100000">
                  <a:srgbClr val="784D80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6" name="Google Shape;706;p24"/>
            <p:cNvSpPr/>
            <p:nvPr/>
          </p:nvSpPr>
          <p:spPr>
            <a:xfrm>
              <a:off x="3966224" y="3360619"/>
              <a:ext cx="1150492" cy="332074"/>
            </a:xfrm>
            <a:custGeom>
              <a:rect b="b" l="l" r="r" t="t"/>
              <a:pathLst>
                <a:path extrusionOk="0" h="8382" w="29040">
                  <a:moveTo>
                    <a:pt x="1" y="0"/>
                  </a:moveTo>
                  <a:lnTo>
                    <a:pt x="29040" y="0"/>
                  </a:lnTo>
                  <a:lnTo>
                    <a:pt x="29040" y="8382"/>
                  </a:lnTo>
                  <a:lnTo>
                    <a:pt x="1" y="8382"/>
                  </a:lnTo>
                  <a:close/>
                </a:path>
              </a:pathLst>
            </a:custGeom>
            <a:gradFill>
              <a:gsLst>
                <a:gs pos="0">
                  <a:srgbClr val="BA8CC4"/>
                </a:gs>
                <a:gs pos="100000">
                  <a:srgbClr val="784D80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7" name="Google Shape;707;p24"/>
            <p:cNvSpPr/>
            <p:nvPr/>
          </p:nvSpPr>
          <p:spPr>
            <a:xfrm>
              <a:off x="3966224" y="3692680"/>
              <a:ext cx="1150492" cy="350496"/>
            </a:xfrm>
            <a:custGeom>
              <a:rect b="b" l="l" r="r" t="t"/>
              <a:pathLst>
                <a:path extrusionOk="0" h="8847" w="29040">
                  <a:moveTo>
                    <a:pt x="1" y="0"/>
                  </a:moveTo>
                  <a:lnTo>
                    <a:pt x="29040" y="0"/>
                  </a:lnTo>
                  <a:lnTo>
                    <a:pt x="29040" y="8846"/>
                  </a:lnTo>
                  <a:lnTo>
                    <a:pt x="1" y="8846"/>
                  </a:lnTo>
                  <a:close/>
                </a:path>
              </a:pathLst>
            </a:custGeom>
            <a:gradFill>
              <a:gsLst>
                <a:gs pos="0">
                  <a:srgbClr val="A588D1"/>
                </a:gs>
                <a:gs pos="100000">
                  <a:srgbClr val="634393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8" name="Google Shape;708;p24"/>
            <p:cNvSpPr/>
            <p:nvPr/>
          </p:nvSpPr>
          <p:spPr>
            <a:xfrm>
              <a:off x="4909124" y="3211069"/>
              <a:ext cx="259455" cy="149596"/>
            </a:xfrm>
            <a:custGeom>
              <a:rect b="b" l="l" r="r" t="t"/>
              <a:pathLst>
                <a:path extrusionOk="0" h="3776" w="6549">
                  <a:moveTo>
                    <a:pt x="0" y="1"/>
                  </a:moveTo>
                  <a:lnTo>
                    <a:pt x="0" y="3775"/>
                  </a:lnTo>
                  <a:lnTo>
                    <a:pt x="6549" y="3775"/>
                  </a:lnTo>
                  <a:lnTo>
                    <a:pt x="6549" y="1"/>
                  </a:lnTo>
                  <a:close/>
                </a:path>
              </a:pathLst>
            </a:custGeom>
            <a:solidFill>
              <a:srgbClr val="763B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9" name="Google Shape;709;p24"/>
            <p:cNvSpPr/>
            <p:nvPr/>
          </p:nvSpPr>
          <p:spPr>
            <a:xfrm>
              <a:off x="4553452" y="2567548"/>
              <a:ext cx="320347" cy="384924"/>
            </a:xfrm>
            <a:custGeom>
              <a:rect b="b" l="l" r="r" t="t"/>
              <a:pathLst>
                <a:path extrusionOk="0" h="9716" w="8086">
                  <a:moveTo>
                    <a:pt x="5476" y="0"/>
                  </a:moveTo>
                  <a:cubicBezTo>
                    <a:pt x="4671" y="0"/>
                    <a:pt x="3891" y="428"/>
                    <a:pt x="3477" y="1183"/>
                  </a:cubicBezTo>
                  <a:lnTo>
                    <a:pt x="608" y="6315"/>
                  </a:lnTo>
                  <a:cubicBezTo>
                    <a:pt x="1" y="7410"/>
                    <a:pt x="406" y="8815"/>
                    <a:pt x="1501" y="9422"/>
                  </a:cubicBezTo>
                  <a:cubicBezTo>
                    <a:pt x="1856" y="9621"/>
                    <a:pt x="2241" y="9715"/>
                    <a:pt x="2621" y="9715"/>
                  </a:cubicBezTo>
                  <a:cubicBezTo>
                    <a:pt x="3427" y="9715"/>
                    <a:pt x="4208" y="9290"/>
                    <a:pt x="4620" y="8530"/>
                  </a:cubicBezTo>
                  <a:lnTo>
                    <a:pt x="7478" y="3398"/>
                  </a:lnTo>
                  <a:cubicBezTo>
                    <a:pt x="8085" y="2291"/>
                    <a:pt x="7680" y="898"/>
                    <a:pt x="6585" y="290"/>
                  </a:cubicBezTo>
                  <a:cubicBezTo>
                    <a:pt x="6233" y="93"/>
                    <a:pt x="5851" y="0"/>
                    <a:pt x="5476" y="0"/>
                  </a:cubicBezTo>
                  <a:close/>
                </a:path>
              </a:pathLst>
            </a:custGeom>
            <a:gradFill>
              <a:gsLst>
                <a:gs pos="0">
                  <a:srgbClr val="5C698E"/>
                </a:gs>
                <a:gs pos="100000">
                  <a:srgbClr val="2C303B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0" name="Google Shape;710;p24"/>
            <p:cNvSpPr/>
            <p:nvPr/>
          </p:nvSpPr>
          <p:spPr>
            <a:xfrm>
              <a:off x="4265285" y="2811582"/>
              <a:ext cx="553338" cy="155697"/>
            </a:xfrm>
            <a:custGeom>
              <a:rect b="b" l="l" r="r" t="t"/>
              <a:pathLst>
                <a:path extrusionOk="0" h="3930" w="13967">
                  <a:moveTo>
                    <a:pt x="13966" y="1965"/>
                  </a:moveTo>
                  <a:lnTo>
                    <a:pt x="13966" y="1965"/>
                  </a:lnTo>
                  <a:cubicBezTo>
                    <a:pt x="13966" y="3048"/>
                    <a:pt x="13085" y="3929"/>
                    <a:pt x="12002" y="3929"/>
                  </a:cubicBezTo>
                  <a:lnTo>
                    <a:pt x="1965" y="3929"/>
                  </a:lnTo>
                  <a:cubicBezTo>
                    <a:pt x="881" y="3929"/>
                    <a:pt x="0" y="3060"/>
                    <a:pt x="0" y="1965"/>
                  </a:cubicBezTo>
                  <a:lnTo>
                    <a:pt x="0" y="1965"/>
                  </a:lnTo>
                  <a:cubicBezTo>
                    <a:pt x="0" y="881"/>
                    <a:pt x="881" y="0"/>
                    <a:pt x="1965" y="0"/>
                  </a:cubicBezTo>
                  <a:lnTo>
                    <a:pt x="12002" y="0"/>
                  </a:lnTo>
                  <a:cubicBezTo>
                    <a:pt x="13073" y="0"/>
                    <a:pt x="13966" y="881"/>
                    <a:pt x="13966" y="1965"/>
                  </a:cubicBezTo>
                  <a:close/>
                </a:path>
              </a:pathLst>
            </a:custGeom>
            <a:solidFill>
              <a:srgbClr val="BCBAB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1" name="Google Shape;711;p24"/>
            <p:cNvSpPr/>
            <p:nvPr/>
          </p:nvSpPr>
          <p:spPr>
            <a:xfrm>
              <a:off x="4179913" y="2811582"/>
              <a:ext cx="216985" cy="207120"/>
            </a:xfrm>
            <a:custGeom>
              <a:rect b="b" l="l" r="r" t="t"/>
              <a:pathLst>
                <a:path extrusionOk="0" h="5228" w="5477">
                  <a:moveTo>
                    <a:pt x="1465" y="0"/>
                  </a:moveTo>
                  <a:cubicBezTo>
                    <a:pt x="655" y="0"/>
                    <a:pt x="0" y="655"/>
                    <a:pt x="0" y="1477"/>
                  </a:cubicBezTo>
                  <a:lnTo>
                    <a:pt x="0" y="4525"/>
                  </a:lnTo>
                  <a:cubicBezTo>
                    <a:pt x="0" y="4917"/>
                    <a:pt x="310" y="5227"/>
                    <a:pt x="703" y="5227"/>
                  </a:cubicBezTo>
                  <a:lnTo>
                    <a:pt x="4774" y="5227"/>
                  </a:lnTo>
                  <a:cubicBezTo>
                    <a:pt x="5167" y="5227"/>
                    <a:pt x="5477" y="4917"/>
                    <a:pt x="5477" y="4525"/>
                  </a:cubicBezTo>
                  <a:lnTo>
                    <a:pt x="5477" y="703"/>
                  </a:lnTo>
                  <a:cubicBezTo>
                    <a:pt x="5477" y="310"/>
                    <a:pt x="5167" y="0"/>
                    <a:pt x="4774" y="0"/>
                  </a:cubicBezTo>
                  <a:close/>
                </a:path>
              </a:pathLst>
            </a:custGeom>
            <a:solidFill>
              <a:srgbClr val="FFA16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2" name="Google Shape;712;p24"/>
            <p:cNvSpPr/>
            <p:nvPr/>
          </p:nvSpPr>
          <p:spPr>
            <a:xfrm>
              <a:off x="4226580" y="2915336"/>
              <a:ext cx="21750" cy="103798"/>
            </a:xfrm>
            <a:custGeom>
              <a:rect b="b" l="l" r="r" t="t"/>
              <a:pathLst>
                <a:path extrusionOk="0" h="2620" w="549">
                  <a:moveTo>
                    <a:pt x="1" y="1"/>
                  </a:moveTo>
                  <a:lnTo>
                    <a:pt x="1" y="2620"/>
                  </a:lnTo>
                  <a:lnTo>
                    <a:pt x="548" y="2620"/>
                  </a:lnTo>
                  <a:lnTo>
                    <a:pt x="548" y="1"/>
                  </a:lnTo>
                  <a:close/>
                </a:path>
              </a:pathLst>
            </a:custGeom>
            <a:solidFill>
              <a:srgbClr val="FFA16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3" name="Google Shape;713;p24"/>
            <p:cNvSpPr/>
            <p:nvPr/>
          </p:nvSpPr>
          <p:spPr>
            <a:xfrm>
              <a:off x="4277051" y="2915336"/>
              <a:ext cx="21750" cy="103798"/>
            </a:xfrm>
            <a:custGeom>
              <a:rect b="b" l="l" r="r" t="t"/>
              <a:pathLst>
                <a:path extrusionOk="0" h="2620" w="549">
                  <a:moveTo>
                    <a:pt x="1" y="1"/>
                  </a:moveTo>
                  <a:lnTo>
                    <a:pt x="1" y="2620"/>
                  </a:lnTo>
                  <a:lnTo>
                    <a:pt x="548" y="2620"/>
                  </a:lnTo>
                  <a:lnTo>
                    <a:pt x="548" y="1"/>
                  </a:lnTo>
                  <a:close/>
                </a:path>
              </a:pathLst>
            </a:custGeom>
            <a:solidFill>
              <a:srgbClr val="FFA16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4" name="Google Shape;714;p24"/>
            <p:cNvSpPr/>
            <p:nvPr/>
          </p:nvSpPr>
          <p:spPr>
            <a:xfrm>
              <a:off x="4328473" y="2915336"/>
              <a:ext cx="21750" cy="103798"/>
            </a:xfrm>
            <a:custGeom>
              <a:rect b="b" l="l" r="r" t="t"/>
              <a:pathLst>
                <a:path extrusionOk="0" h="2620" w="549">
                  <a:moveTo>
                    <a:pt x="1" y="1"/>
                  </a:moveTo>
                  <a:lnTo>
                    <a:pt x="1" y="2620"/>
                  </a:lnTo>
                  <a:lnTo>
                    <a:pt x="548" y="2620"/>
                  </a:lnTo>
                  <a:lnTo>
                    <a:pt x="548" y="1"/>
                  </a:lnTo>
                  <a:close/>
                </a:path>
              </a:pathLst>
            </a:custGeom>
            <a:solidFill>
              <a:srgbClr val="FFA16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5" name="Google Shape;715;p24"/>
            <p:cNvSpPr/>
            <p:nvPr/>
          </p:nvSpPr>
          <p:spPr>
            <a:xfrm>
              <a:off x="3932273" y="3071264"/>
              <a:ext cx="809465" cy="289604"/>
            </a:xfrm>
            <a:custGeom>
              <a:rect b="b" l="l" r="r" t="t"/>
              <a:pathLst>
                <a:path extrusionOk="0" h="7310" w="20432">
                  <a:moveTo>
                    <a:pt x="3384" y="1"/>
                  </a:moveTo>
                  <a:cubicBezTo>
                    <a:pt x="1651" y="1"/>
                    <a:pt x="200" y="1350"/>
                    <a:pt x="107" y="3101"/>
                  </a:cubicBezTo>
                  <a:cubicBezTo>
                    <a:pt x="0" y="4911"/>
                    <a:pt x="1381" y="6459"/>
                    <a:pt x="3203" y="6554"/>
                  </a:cubicBezTo>
                  <a:lnTo>
                    <a:pt x="16871" y="7304"/>
                  </a:lnTo>
                  <a:cubicBezTo>
                    <a:pt x="16937" y="7308"/>
                    <a:pt x="17002" y="7310"/>
                    <a:pt x="17067" y="7310"/>
                  </a:cubicBezTo>
                  <a:cubicBezTo>
                    <a:pt x="18802" y="7310"/>
                    <a:pt x="20244" y="5942"/>
                    <a:pt x="20324" y="4208"/>
                  </a:cubicBezTo>
                  <a:cubicBezTo>
                    <a:pt x="20431" y="2411"/>
                    <a:pt x="19050" y="863"/>
                    <a:pt x="17229" y="756"/>
                  </a:cubicBezTo>
                  <a:lnTo>
                    <a:pt x="3560" y="6"/>
                  </a:lnTo>
                  <a:cubicBezTo>
                    <a:pt x="3501" y="2"/>
                    <a:pt x="3442" y="1"/>
                    <a:pt x="33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6" name="Google Shape;716;p24"/>
            <p:cNvSpPr/>
            <p:nvPr/>
          </p:nvSpPr>
          <p:spPr>
            <a:xfrm>
              <a:off x="4693534" y="2398863"/>
              <a:ext cx="475053" cy="812278"/>
            </a:xfrm>
            <a:custGeom>
              <a:rect b="b" l="l" r="r" t="t"/>
              <a:pathLst>
                <a:path extrusionOk="0" h="20503" w="11991">
                  <a:moveTo>
                    <a:pt x="11991" y="20503"/>
                  </a:moveTo>
                  <a:lnTo>
                    <a:pt x="1" y="20503"/>
                  </a:lnTo>
                  <a:lnTo>
                    <a:pt x="1" y="3501"/>
                  </a:lnTo>
                  <a:cubicBezTo>
                    <a:pt x="1" y="1512"/>
                    <a:pt x="1846" y="0"/>
                    <a:pt x="3787" y="417"/>
                  </a:cubicBezTo>
                  <a:lnTo>
                    <a:pt x="3787" y="417"/>
                  </a:lnTo>
                  <a:cubicBezTo>
                    <a:pt x="8573" y="1429"/>
                    <a:pt x="11991" y="5644"/>
                    <a:pt x="11991" y="10525"/>
                  </a:cubicBezTo>
                  <a:close/>
                </a:path>
              </a:pathLst>
            </a:custGeom>
            <a:gradFill>
              <a:gsLst>
                <a:gs pos="0">
                  <a:srgbClr val="424242"/>
                </a:gs>
                <a:gs pos="100000">
                  <a:srgbClr val="010101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7" name="Google Shape;717;p24"/>
            <p:cNvSpPr/>
            <p:nvPr/>
          </p:nvSpPr>
          <p:spPr>
            <a:xfrm>
              <a:off x="4646391" y="2344035"/>
              <a:ext cx="308066" cy="287187"/>
            </a:xfrm>
            <a:custGeom>
              <a:rect b="b" l="l" r="r" t="t"/>
              <a:pathLst>
                <a:path extrusionOk="0" h="7249" w="7776">
                  <a:moveTo>
                    <a:pt x="2922" y="0"/>
                  </a:moveTo>
                  <a:cubicBezTo>
                    <a:pt x="2242" y="0"/>
                    <a:pt x="1560" y="259"/>
                    <a:pt x="1036" y="777"/>
                  </a:cubicBezTo>
                  <a:cubicBezTo>
                    <a:pt x="0" y="1825"/>
                    <a:pt x="0" y="3504"/>
                    <a:pt x="1036" y="4539"/>
                  </a:cubicBezTo>
                  <a:lnTo>
                    <a:pt x="2977" y="6480"/>
                  </a:lnTo>
                  <a:cubicBezTo>
                    <a:pt x="3489" y="6992"/>
                    <a:pt x="4168" y="7248"/>
                    <a:pt x="4849" y="7248"/>
                  </a:cubicBezTo>
                  <a:cubicBezTo>
                    <a:pt x="5531" y="7248"/>
                    <a:pt x="6215" y="6992"/>
                    <a:pt x="6739" y="6480"/>
                  </a:cubicBezTo>
                  <a:cubicBezTo>
                    <a:pt x="7775" y="5432"/>
                    <a:pt x="7775" y="3754"/>
                    <a:pt x="6739" y="2718"/>
                  </a:cubicBezTo>
                  <a:lnTo>
                    <a:pt x="4799" y="777"/>
                  </a:lnTo>
                  <a:cubicBezTo>
                    <a:pt x="4281" y="259"/>
                    <a:pt x="3602" y="0"/>
                    <a:pt x="2922" y="0"/>
                  </a:cubicBezTo>
                  <a:close/>
                </a:path>
              </a:pathLst>
            </a:custGeom>
            <a:gradFill>
              <a:gsLst>
                <a:gs pos="0">
                  <a:srgbClr val="424242"/>
                </a:gs>
                <a:gs pos="100000">
                  <a:srgbClr val="010101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8" name="Google Shape;718;p24"/>
            <p:cNvSpPr/>
            <p:nvPr/>
          </p:nvSpPr>
          <p:spPr>
            <a:xfrm>
              <a:off x="4562445" y="2263495"/>
              <a:ext cx="354260" cy="337303"/>
            </a:xfrm>
            <a:custGeom>
              <a:rect b="b" l="l" r="r" t="t"/>
              <a:pathLst>
                <a:path extrusionOk="0" h="8514" w="8942">
                  <a:moveTo>
                    <a:pt x="6537" y="8513"/>
                  </a:moveTo>
                  <a:lnTo>
                    <a:pt x="2084" y="8513"/>
                  </a:lnTo>
                  <a:cubicBezTo>
                    <a:pt x="929" y="8513"/>
                    <a:pt x="0" y="7573"/>
                    <a:pt x="0" y="6430"/>
                  </a:cubicBezTo>
                  <a:lnTo>
                    <a:pt x="0" y="0"/>
                  </a:lnTo>
                  <a:lnTo>
                    <a:pt x="8942" y="0"/>
                  </a:lnTo>
                  <a:lnTo>
                    <a:pt x="8942" y="6132"/>
                  </a:lnTo>
                  <a:cubicBezTo>
                    <a:pt x="8930" y="7442"/>
                    <a:pt x="7858" y="8513"/>
                    <a:pt x="6537" y="8513"/>
                  </a:cubicBez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100000">
                  <a:srgbClr val="BEBEBE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9" name="Google Shape;719;p24"/>
            <p:cNvSpPr/>
            <p:nvPr/>
          </p:nvSpPr>
          <p:spPr>
            <a:xfrm>
              <a:off x="4475171" y="2088472"/>
              <a:ext cx="483056" cy="364679"/>
            </a:xfrm>
            <a:custGeom>
              <a:rect b="b" l="l" r="r" t="t"/>
              <a:pathLst>
                <a:path extrusionOk="0" h="9205" w="12193">
                  <a:moveTo>
                    <a:pt x="10776" y="2751"/>
                  </a:moveTo>
                  <a:lnTo>
                    <a:pt x="10192" y="2180"/>
                  </a:lnTo>
                  <a:cubicBezTo>
                    <a:pt x="9811" y="1799"/>
                    <a:pt x="9275" y="1584"/>
                    <a:pt x="8740" y="1584"/>
                  </a:cubicBezTo>
                  <a:lnTo>
                    <a:pt x="8085" y="1584"/>
                  </a:lnTo>
                  <a:cubicBezTo>
                    <a:pt x="7847" y="989"/>
                    <a:pt x="7251" y="561"/>
                    <a:pt x="6561" y="561"/>
                  </a:cubicBezTo>
                  <a:cubicBezTo>
                    <a:pt x="6311" y="561"/>
                    <a:pt x="6084" y="620"/>
                    <a:pt x="5858" y="715"/>
                  </a:cubicBezTo>
                  <a:cubicBezTo>
                    <a:pt x="5561" y="275"/>
                    <a:pt x="5072" y="1"/>
                    <a:pt x="4513" y="1"/>
                  </a:cubicBezTo>
                  <a:cubicBezTo>
                    <a:pt x="4108" y="1"/>
                    <a:pt x="3739" y="144"/>
                    <a:pt x="3441" y="382"/>
                  </a:cubicBezTo>
                  <a:cubicBezTo>
                    <a:pt x="3084" y="132"/>
                    <a:pt x="2644" y="1"/>
                    <a:pt x="2191" y="1"/>
                  </a:cubicBezTo>
                  <a:cubicBezTo>
                    <a:pt x="977" y="1"/>
                    <a:pt x="0" y="977"/>
                    <a:pt x="0" y="2180"/>
                  </a:cubicBezTo>
                  <a:cubicBezTo>
                    <a:pt x="0" y="3394"/>
                    <a:pt x="977" y="4371"/>
                    <a:pt x="2191" y="4371"/>
                  </a:cubicBezTo>
                  <a:lnTo>
                    <a:pt x="8990" y="4371"/>
                  </a:lnTo>
                  <a:lnTo>
                    <a:pt x="8990" y="7585"/>
                  </a:lnTo>
                  <a:cubicBezTo>
                    <a:pt x="8990" y="7978"/>
                    <a:pt x="9216" y="8311"/>
                    <a:pt x="9549" y="8478"/>
                  </a:cubicBezTo>
                  <a:lnTo>
                    <a:pt x="11121" y="9204"/>
                  </a:lnTo>
                  <a:lnTo>
                    <a:pt x="11121" y="9193"/>
                  </a:lnTo>
                  <a:cubicBezTo>
                    <a:pt x="11811" y="7811"/>
                    <a:pt x="12169" y="6276"/>
                    <a:pt x="12169" y="4728"/>
                  </a:cubicBezTo>
                  <a:cubicBezTo>
                    <a:pt x="12192" y="3835"/>
                    <a:pt x="11621" y="3049"/>
                    <a:pt x="10776" y="2751"/>
                  </a:cubicBezTo>
                  <a:close/>
                </a:path>
              </a:pathLst>
            </a:custGeom>
            <a:gradFill>
              <a:gsLst>
                <a:gs pos="0">
                  <a:srgbClr val="EDC3D8"/>
                </a:gs>
                <a:gs pos="100000">
                  <a:srgbClr val="C86596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0" name="Google Shape;720;p24"/>
            <p:cNvSpPr/>
            <p:nvPr/>
          </p:nvSpPr>
          <p:spPr>
            <a:xfrm>
              <a:off x="3962460" y="2766776"/>
              <a:ext cx="536342" cy="336828"/>
            </a:xfrm>
            <a:custGeom>
              <a:rect b="b" l="l" r="r" t="t"/>
              <a:pathLst>
                <a:path extrusionOk="0" h="8502" w="13538">
                  <a:moveTo>
                    <a:pt x="738" y="0"/>
                  </a:moveTo>
                  <a:cubicBezTo>
                    <a:pt x="250" y="0"/>
                    <a:pt x="0" y="393"/>
                    <a:pt x="155" y="881"/>
                  </a:cubicBezTo>
                  <a:lnTo>
                    <a:pt x="2774" y="8501"/>
                  </a:lnTo>
                  <a:lnTo>
                    <a:pt x="13538" y="8501"/>
                  </a:lnTo>
                  <a:lnTo>
                    <a:pt x="10918" y="881"/>
                  </a:lnTo>
                  <a:cubicBezTo>
                    <a:pt x="10752" y="393"/>
                    <a:pt x="10228" y="0"/>
                    <a:pt x="9740" y="0"/>
                  </a:cubicBezTo>
                  <a:close/>
                </a:path>
              </a:pathLst>
            </a:custGeom>
            <a:solidFill>
              <a:srgbClr val="D7D1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1" name="Google Shape;721;p24"/>
            <p:cNvSpPr/>
            <p:nvPr/>
          </p:nvSpPr>
          <p:spPr>
            <a:xfrm>
              <a:off x="4474220" y="3067699"/>
              <a:ext cx="258068" cy="35893"/>
            </a:xfrm>
            <a:custGeom>
              <a:rect b="b" l="l" r="r" t="t"/>
              <a:pathLst>
                <a:path extrusionOk="0" h="906" w="6514">
                  <a:moveTo>
                    <a:pt x="1" y="0"/>
                  </a:moveTo>
                  <a:lnTo>
                    <a:pt x="1" y="905"/>
                  </a:lnTo>
                  <a:lnTo>
                    <a:pt x="6513" y="905"/>
                  </a:lnTo>
                  <a:lnTo>
                    <a:pt x="6513" y="0"/>
                  </a:lnTo>
                  <a:close/>
                </a:path>
              </a:pathLst>
            </a:custGeom>
            <a:solidFill>
              <a:srgbClr val="D7D1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2" name="Google Shape;722;p24"/>
            <p:cNvSpPr/>
            <p:nvPr/>
          </p:nvSpPr>
          <p:spPr>
            <a:xfrm>
              <a:off x="3937463" y="2766776"/>
              <a:ext cx="536817" cy="336828"/>
            </a:xfrm>
            <a:custGeom>
              <a:rect b="b" l="l" r="r" t="t"/>
              <a:pathLst>
                <a:path extrusionOk="0" h="8502" w="13550">
                  <a:moveTo>
                    <a:pt x="13550" y="8501"/>
                  </a:moveTo>
                  <a:lnTo>
                    <a:pt x="2786" y="8501"/>
                  </a:lnTo>
                  <a:lnTo>
                    <a:pt x="167" y="881"/>
                  </a:lnTo>
                  <a:cubicBezTo>
                    <a:pt x="0" y="393"/>
                    <a:pt x="250" y="0"/>
                    <a:pt x="750" y="0"/>
                  </a:cubicBezTo>
                  <a:lnTo>
                    <a:pt x="9751" y="0"/>
                  </a:lnTo>
                  <a:cubicBezTo>
                    <a:pt x="10240" y="0"/>
                    <a:pt x="10763" y="393"/>
                    <a:pt x="10930" y="881"/>
                  </a:cubicBezTo>
                  <a:close/>
                </a:path>
              </a:pathLst>
            </a:custGeom>
            <a:gradFill>
              <a:gsLst>
                <a:gs pos="0">
                  <a:srgbClr val="5C698E"/>
                </a:gs>
                <a:gs pos="100000">
                  <a:srgbClr val="2C303B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3" name="Google Shape;723;p24"/>
            <p:cNvSpPr/>
            <p:nvPr/>
          </p:nvSpPr>
          <p:spPr>
            <a:xfrm>
              <a:off x="4125163" y="2915336"/>
              <a:ext cx="155697" cy="39657"/>
            </a:xfrm>
            <a:custGeom>
              <a:rect b="b" l="l" r="r" t="t"/>
              <a:pathLst>
                <a:path extrusionOk="0" h="1001" w="3930">
                  <a:moveTo>
                    <a:pt x="1" y="1"/>
                  </a:moveTo>
                  <a:lnTo>
                    <a:pt x="334" y="1001"/>
                  </a:lnTo>
                  <a:lnTo>
                    <a:pt x="3930" y="1001"/>
                  </a:lnTo>
                  <a:lnTo>
                    <a:pt x="3585" y="1"/>
                  </a:lnTo>
                  <a:close/>
                </a:path>
              </a:pathLst>
            </a:custGeom>
            <a:solidFill>
              <a:srgbClr val="D7D1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4" name="Google Shape;724;p24"/>
            <p:cNvSpPr/>
            <p:nvPr/>
          </p:nvSpPr>
          <p:spPr>
            <a:xfrm>
              <a:off x="3906800" y="3068650"/>
              <a:ext cx="639189" cy="437298"/>
            </a:xfrm>
            <a:custGeom>
              <a:rect b="b" l="l" r="r" t="t"/>
              <a:pathLst>
                <a:path extrusionOk="0" h="11038" w="16134">
                  <a:moveTo>
                    <a:pt x="12573" y="10680"/>
                  </a:moveTo>
                  <a:lnTo>
                    <a:pt x="1239" y="5870"/>
                  </a:lnTo>
                  <a:cubicBezTo>
                    <a:pt x="405" y="5513"/>
                    <a:pt x="0" y="4548"/>
                    <a:pt x="358" y="3715"/>
                  </a:cubicBezTo>
                  <a:lnTo>
                    <a:pt x="1405" y="1238"/>
                  </a:lnTo>
                  <a:cubicBezTo>
                    <a:pt x="1751" y="405"/>
                    <a:pt x="2727" y="0"/>
                    <a:pt x="3560" y="357"/>
                  </a:cubicBezTo>
                  <a:lnTo>
                    <a:pt x="14895" y="5167"/>
                  </a:lnTo>
                  <a:cubicBezTo>
                    <a:pt x="15728" y="5525"/>
                    <a:pt x="16133" y="6489"/>
                    <a:pt x="15776" y="7322"/>
                  </a:cubicBezTo>
                  <a:lnTo>
                    <a:pt x="14740" y="9799"/>
                  </a:lnTo>
                  <a:cubicBezTo>
                    <a:pt x="14395" y="10644"/>
                    <a:pt x="13431" y="11037"/>
                    <a:pt x="12573" y="10680"/>
                  </a:cubicBezTo>
                  <a:close/>
                </a:path>
              </a:pathLst>
            </a:custGeom>
            <a:gradFill>
              <a:gsLst>
                <a:gs pos="0">
                  <a:srgbClr val="2A2A9A"/>
                </a:gs>
                <a:gs pos="100000">
                  <a:srgbClr val="111131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5" name="Google Shape;725;p24"/>
            <p:cNvSpPr/>
            <p:nvPr/>
          </p:nvSpPr>
          <p:spPr>
            <a:xfrm>
              <a:off x="4554878" y="3095628"/>
              <a:ext cx="630235" cy="383260"/>
            </a:xfrm>
            <a:custGeom>
              <a:rect b="b" l="l" r="r" t="t"/>
              <a:pathLst>
                <a:path extrusionOk="0" h="9674" w="15908">
                  <a:moveTo>
                    <a:pt x="3712" y="1"/>
                  </a:moveTo>
                  <a:cubicBezTo>
                    <a:pt x="2377" y="1"/>
                    <a:pt x="1113" y="822"/>
                    <a:pt x="620" y="2153"/>
                  </a:cubicBezTo>
                  <a:cubicBezTo>
                    <a:pt x="1" y="3843"/>
                    <a:pt x="870" y="5737"/>
                    <a:pt x="2572" y="6368"/>
                  </a:cubicBezTo>
                  <a:lnTo>
                    <a:pt x="11073" y="9475"/>
                  </a:lnTo>
                  <a:cubicBezTo>
                    <a:pt x="11443" y="9610"/>
                    <a:pt x="11822" y="9673"/>
                    <a:pt x="12195" y="9673"/>
                  </a:cubicBezTo>
                  <a:cubicBezTo>
                    <a:pt x="13538" y="9673"/>
                    <a:pt x="14801" y="8846"/>
                    <a:pt x="15276" y="7522"/>
                  </a:cubicBezTo>
                  <a:cubicBezTo>
                    <a:pt x="15907" y="5832"/>
                    <a:pt x="15026" y="3939"/>
                    <a:pt x="13336" y="3308"/>
                  </a:cubicBezTo>
                  <a:lnTo>
                    <a:pt x="4834" y="200"/>
                  </a:lnTo>
                  <a:cubicBezTo>
                    <a:pt x="4465" y="65"/>
                    <a:pt x="4086" y="1"/>
                    <a:pt x="3712" y="1"/>
                  </a:cubicBezTo>
                  <a:close/>
                </a:path>
              </a:pathLst>
            </a:custGeom>
            <a:solidFill>
              <a:srgbClr val="9D4EC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6" name="Google Shape;726;p24"/>
            <p:cNvSpPr/>
            <p:nvPr/>
          </p:nvSpPr>
          <p:spPr>
            <a:xfrm>
              <a:off x="4944026" y="2631409"/>
              <a:ext cx="181646" cy="414637"/>
            </a:xfrm>
            <a:custGeom>
              <a:rect b="b" l="l" r="r" t="t"/>
              <a:pathLst>
                <a:path extrusionOk="0" h="10466" w="4585">
                  <a:moveTo>
                    <a:pt x="2286" y="0"/>
                  </a:moveTo>
                  <a:cubicBezTo>
                    <a:pt x="1024" y="0"/>
                    <a:pt x="0" y="1024"/>
                    <a:pt x="0" y="2286"/>
                  </a:cubicBezTo>
                  <a:lnTo>
                    <a:pt x="0" y="8168"/>
                  </a:lnTo>
                  <a:cubicBezTo>
                    <a:pt x="0" y="9430"/>
                    <a:pt x="1024" y="10466"/>
                    <a:pt x="2286" y="10466"/>
                  </a:cubicBezTo>
                  <a:cubicBezTo>
                    <a:pt x="3548" y="10466"/>
                    <a:pt x="4584" y="9430"/>
                    <a:pt x="4584" y="8168"/>
                  </a:cubicBezTo>
                  <a:lnTo>
                    <a:pt x="4584" y="2286"/>
                  </a:lnTo>
                  <a:cubicBezTo>
                    <a:pt x="4584" y="1024"/>
                    <a:pt x="3548" y="0"/>
                    <a:pt x="2286" y="0"/>
                  </a:cubicBezTo>
                  <a:close/>
                </a:path>
              </a:pathLst>
            </a:custGeom>
            <a:gradFill>
              <a:gsLst>
                <a:gs pos="0">
                  <a:srgbClr val="5C698E"/>
                </a:gs>
                <a:gs pos="100000">
                  <a:srgbClr val="2C303B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7" name="Google Shape;727;p24"/>
            <p:cNvSpPr/>
            <p:nvPr/>
          </p:nvSpPr>
          <p:spPr>
            <a:xfrm>
              <a:off x="4257719" y="3222875"/>
              <a:ext cx="470775" cy="379298"/>
            </a:xfrm>
            <a:custGeom>
              <a:rect b="b" l="l" r="r" t="t"/>
              <a:pathLst>
                <a:path extrusionOk="0" h="9574" w="11883">
                  <a:moveTo>
                    <a:pt x="1" y="6465"/>
                  </a:moveTo>
                  <a:lnTo>
                    <a:pt x="5942" y="9085"/>
                  </a:lnTo>
                  <a:cubicBezTo>
                    <a:pt x="7037" y="9573"/>
                    <a:pt x="8311" y="9073"/>
                    <a:pt x="8787" y="7989"/>
                  </a:cubicBezTo>
                  <a:lnTo>
                    <a:pt x="11466" y="1941"/>
                  </a:lnTo>
                  <a:cubicBezTo>
                    <a:pt x="11883" y="1012"/>
                    <a:pt x="11085" y="0"/>
                    <a:pt x="10085" y="179"/>
                  </a:cubicBezTo>
                  <a:lnTo>
                    <a:pt x="3989" y="1286"/>
                  </a:lnTo>
                  <a:lnTo>
                    <a:pt x="2572" y="667"/>
                  </a:lnTo>
                  <a:close/>
                </a:path>
              </a:pathLst>
            </a:custGeom>
            <a:gradFill>
              <a:gsLst>
                <a:gs pos="0">
                  <a:srgbClr val="EDC3D8"/>
                </a:gs>
                <a:gs pos="100000">
                  <a:srgbClr val="C86596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8" name="Google Shape;728;p24"/>
            <p:cNvSpPr/>
            <p:nvPr/>
          </p:nvSpPr>
          <p:spPr>
            <a:xfrm>
              <a:off x="4428464" y="3229134"/>
              <a:ext cx="298280" cy="361391"/>
            </a:xfrm>
            <a:custGeom>
              <a:rect b="b" l="l" r="r" t="t"/>
              <a:pathLst>
                <a:path extrusionOk="0" h="9122" w="7529">
                  <a:moveTo>
                    <a:pt x="1" y="8212"/>
                  </a:moveTo>
                  <a:lnTo>
                    <a:pt x="1" y="8212"/>
                  </a:lnTo>
                  <a:cubicBezTo>
                    <a:pt x="9" y="8216"/>
                    <a:pt x="17" y="8220"/>
                    <a:pt x="25" y="8223"/>
                  </a:cubicBezTo>
                  <a:lnTo>
                    <a:pt x="25" y="8223"/>
                  </a:lnTo>
                  <a:lnTo>
                    <a:pt x="1" y="8212"/>
                  </a:lnTo>
                  <a:close/>
                  <a:moveTo>
                    <a:pt x="5994" y="0"/>
                  </a:moveTo>
                  <a:cubicBezTo>
                    <a:pt x="5919" y="0"/>
                    <a:pt x="5842" y="7"/>
                    <a:pt x="5763" y="21"/>
                  </a:cubicBezTo>
                  <a:lnTo>
                    <a:pt x="5549" y="57"/>
                  </a:lnTo>
                  <a:cubicBezTo>
                    <a:pt x="5680" y="378"/>
                    <a:pt x="5692" y="735"/>
                    <a:pt x="5537" y="1069"/>
                  </a:cubicBezTo>
                  <a:lnTo>
                    <a:pt x="2858" y="7117"/>
                  </a:lnTo>
                  <a:cubicBezTo>
                    <a:pt x="2507" y="7917"/>
                    <a:pt x="1721" y="8405"/>
                    <a:pt x="888" y="8405"/>
                  </a:cubicBezTo>
                  <a:cubicBezTo>
                    <a:pt x="601" y="8405"/>
                    <a:pt x="308" y="8347"/>
                    <a:pt x="25" y="8223"/>
                  </a:cubicBezTo>
                  <a:lnTo>
                    <a:pt x="25" y="8223"/>
                  </a:lnTo>
                  <a:lnTo>
                    <a:pt x="1608" y="8927"/>
                  </a:lnTo>
                  <a:cubicBezTo>
                    <a:pt x="1897" y="9059"/>
                    <a:pt x="2199" y="9121"/>
                    <a:pt x="2496" y="9121"/>
                  </a:cubicBezTo>
                  <a:cubicBezTo>
                    <a:pt x="3321" y="9121"/>
                    <a:pt x="4106" y="8638"/>
                    <a:pt x="4465" y="7831"/>
                  </a:cubicBezTo>
                  <a:lnTo>
                    <a:pt x="7144" y="1783"/>
                  </a:lnTo>
                  <a:cubicBezTo>
                    <a:pt x="7528" y="927"/>
                    <a:pt x="6881" y="0"/>
                    <a:pt x="599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9" name="Google Shape;729;p24"/>
            <p:cNvSpPr/>
            <p:nvPr/>
          </p:nvSpPr>
          <p:spPr>
            <a:xfrm>
              <a:off x="4572349" y="2864390"/>
              <a:ext cx="553338" cy="181646"/>
            </a:xfrm>
            <a:custGeom>
              <a:rect b="b" l="l" r="r" t="t"/>
              <a:pathLst>
                <a:path extrusionOk="0" h="4585" w="13967">
                  <a:moveTo>
                    <a:pt x="13966" y="2287"/>
                  </a:moveTo>
                  <a:lnTo>
                    <a:pt x="13966" y="2287"/>
                  </a:lnTo>
                  <a:cubicBezTo>
                    <a:pt x="13966" y="3549"/>
                    <a:pt x="12930" y="4585"/>
                    <a:pt x="11668" y="4585"/>
                  </a:cubicBezTo>
                  <a:lnTo>
                    <a:pt x="2298" y="4585"/>
                  </a:lnTo>
                  <a:cubicBezTo>
                    <a:pt x="1024" y="4585"/>
                    <a:pt x="0" y="3549"/>
                    <a:pt x="0" y="2287"/>
                  </a:cubicBezTo>
                  <a:lnTo>
                    <a:pt x="0" y="2287"/>
                  </a:lnTo>
                  <a:cubicBezTo>
                    <a:pt x="0" y="1025"/>
                    <a:pt x="1024" y="1"/>
                    <a:pt x="2298" y="1"/>
                  </a:cubicBezTo>
                  <a:lnTo>
                    <a:pt x="11668" y="1"/>
                  </a:lnTo>
                  <a:cubicBezTo>
                    <a:pt x="12930" y="1"/>
                    <a:pt x="13966" y="1025"/>
                    <a:pt x="13966" y="2287"/>
                  </a:cubicBez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100000">
                  <a:srgbClr val="BEBEBE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0" name="Google Shape;730;p24"/>
            <p:cNvSpPr/>
            <p:nvPr/>
          </p:nvSpPr>
          <p:spPr>
            <a:xfrm>
              <a:off x="4486976" y="2864390"/>
              <a:ext cx="216985" cy="206645"/>
            </a:xfrm>
            <a:custGeom>
              <a:rect b="b" l="l" r="r" t="t"/>
              <a:pathLst>
                <a:path extrusionOk="0" h="5216" w="5477">
                  <a:moveTo>
                    <a:pt x="5477" y="691"/>
                  </a:moveTo>
                  <a:lnTo>
                    <a:pt x="5477" y="4525"/>
                  </a:lnTo>
                  <a:cubicBezTo>
                    <a:pt x="5477" y="4906"/>
                    <a:pt x="5167" y="5216"/>
                    <a:pt x="4774" y="5216"/>
                  </a:cubicBezTo>
                  <a:lnTo>
                    <a:pt x="702" y="5216"/>
                  </a:lnTo>
                  <a:cubicBezTo>
                    <a:pt x="310" y="5216"/>
                    <a:pt x="0" y="4906"/>
                    <a:pt x="0" y="4525"/>
                  </a:cubicBezTo>
                  <a:lnTo>
                    <a:pt x="0" y="1465"/>
                  </a:lnTo>
                  <a:cubicBezTo>
                    <a:pt x="0" y="656"/>
                    <a:pt x="655" y="1"/>
                    <a:pt x="1476" y="1"/>
                  </a:cubicBezTo>
                  <a:lnTo>
                    <a:pt x="4774" y="1"/>
                  </a:lnTo>
                  <a:cubicBezTo>
                    <a:pt x="5167" y="1"/>
                    <a:pt x="5477" y="310"/>
                    <a:pt x="5477" y="691"/>
                  </a:cubicBez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100000">
                  <a:srgbClr val="BEBEBE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1" name="Google Shape;731;p24"/>
            <p:cNvSpPr/>
            <p:nvPr/>
          </p:nvSpPr>
          <p:spPr>
            <a:xfrm>
              <a:off x="4533644" y="2967233"/>
              <a:ext cx="21750" cy="103798"/>
            </a:xfrm>
            <a:custGeom>
              <a:rect b="b" l="l" r="r" t="t"/>
              <a:pathLst>
                <a:path extrusionOk="0" h="2620" w="549">
                  <a:moveTo>
                    <a:pt x="1" y="0"/>
                  </a:moveTo>
                  <a:lnTo>
                    <a:pt x="1" y="2620"/>
                  </a:lnTo>
                  <a:lnTo>
                    <a:pt x="548" y="2620"/>
                  </a:lnTo>
                  <a:lnTo>
                    <a:pt x="548" y="0"/>
                  </a:lnTo>
                  <a:close/>
                </a:path>
              </a:pathLst>
            </a:custGeom>
            <a:gradFill>
              <a:gsLst>
                <a:gs pos="0">
                  <a:srgbClr val="424242"/>
                </a:gs>
                <a:gs pos="100000">
                  <a:srgbClr val="010101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2" name="Google Shape;732;p24"/>
            <p:cNvSpPr/>
            <p:nvPr/>
          </p:nvSpPr>
          <p:spPr>
            <a:xfrm>
              <a:off x="4584115" y="2967233"/>
              <a:ext cx="21750" cy="103798"/>
            </a:xfrm>
            <a:custGeom>
              <a:rect b="b" l="l" r="r" t="t"/>
              <a:pathLst>
                <a:path extrusionOk="0" h="2620" w="549">
                  <a:moveTo>
                    <a:pt x="1" y="0"/>
                  </a:moveTo>
                  <a:lnTo>
                    <a:pt x="1" y="2620"/>
                  </a:lnTo>
                  <a:lnTo>
                    <a:pt x="548" y="2620"/>
                  </a:lnTo>
                  <a:lnTo>
                    <a:pt x="548" y="0"/>
                  </a:lnTo>
                  <a:close/>
                </a:path>
              </a:pathLst>
            </a:custGeom>
            <a:gradFill>
              <a:gsLst>
                <a:gs pos="0">
                  <a:srgbClr val="424242"/>
                </a:gs>
                <a:gs pos="100000">
                  <a:srgbClr val="010101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3" name="Google Shape;733;p24"/>
            <p:cNvSpPr/>
            <p:nvPr/>
          </p:nvSpPr>
          <p:spPr>
            <a:xfrm>
              <a:off x="4635536" y="2967233"/>
              <a:ext cx="21750" cy="103798"/>
            </a:xfrm>
            <a:custGeom>
              <a:rect b="b" l="l" r="r" t="t"/>
              <a:pathLst>
                <a:path extrusionOk="0" h="2620" w="549">
                  <a:moveTo>
                    <a:pt x="0" y="0"/>
                  </a:moveTo>
                  <a:lnTo>
                    <a:pt x="0" y="2620"/>
                  </a:lnTo>
                  <a:lnTo>
                    <a:pt x="548" y="2620"/>
                  </a:lnTo>
                  <a:lnTo>
                    <a:pt x="548" y="0"/>
                  </a:lnTo>
                  <a:close/>
                </a:path>
              </a:pathLst>
            </a:custGeom>
            <a:gradFill>
              <a:gsLst>
                <a:gs pos="0">
                  <a:srgbClr val="424242"/>
                </a:gs>
                <a:gs pos="100000">
                  <a:srgbClr val="010101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4" name="Google Shape;734;p24"/>
            <p:cNvSpPr/>
            <p:nvPr/>
          </p:nvSpPr>
          <p:spPr>
            <a:xfrm>
              <a:off x="3910564" y="3222875"/>
              <a:ext cx="470775" cy="379298"/>
            </a:xfrm>
            <a:custGeom>
              <a:rect b="b" l="l" r="r" t="t"/>
              <a:pathLst>
                <a:path extrusionOk="0" h="9574" w="11883">
                  <a:moveTo>
                    <a:pt x="11883" y="6465"/>
                  </a:moveTo>
                  <a:lnTo>
                    <a:pt x="5954" y="9085"/>
                  </a:lnTo>
                  <a:cubicBezTo>
                    <a:pt x="4846" y="9573"/>
                    <a:pt x="3572" y="9073"/>
                    <a:pt x="3096" y="7989"/>
                  </a:cubicBezTo>
                  <a:lnTo>
                    <a:pt x="417" y="1941"/>
                  </a:lnTo>
                  <a:cubicBezTo>
                    <a:pt x="1" y="1012"/>
                    <a:pt x="798" y="0"/>
                    <a:pt x="1798" y="179"/>
                  </a:cubicBezTo>
                  <a:lnTo>
                    <a:pt x="7894" y="1286"/>
                  </a:lnTo>
                  <a:lnTo>
                    <a:pt x="9311" y="667"/>
                  </a:lnTo>
                  <a:close/>
                </a:path>
              </a:pathLst>
            </a:custGeom>
            <a:gradFill>
              <a:gsLst>
                <a:gs pos="0">
                  <a:srgbClr val="EDC3D8"/>
                </a:gs>
                <a:gs pos="100000">
                  <a:srgbClr val="C86596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5" name="Google Shape;735;p24"/>
            <p:cNvSpPr/>
            <p:nvPr/>
          </p:nvSpPr>
          <p:spPr>
            <a:xfrm>
              <a:off x="3912346" y="3229134"/>
              <a:ext cx="298241" cy="361391"/>
            </a:xfrm>
            <a:custGeom>
              <a:rect b="b" l="l" r="r" t="t"/>
              <a:pathLst>
                <a:path extrusionOk="0" h="9122" w="7528">
                  <a:moveTo>
                    <a:pt x="7528" y="8212"/>
                  </a:moveTo>
                  <a:lnTo>
                    <a:pt x="7504" y="8223"/>
                  </a:lnTo>
                  <a:lnTo>
                    <a:pt x="7504" y="8223"/>
                  </a:lnTo>
                  <a:cubicBezTo>
                    <a:pt x="7512" y="8220"/>
                    <a:pt x="7520" y="8216"/>
                    <a:pt x="7528" y="8212"/>
                  </a:cubicBezTo>
                  <a:close/>
                  <a:moveTo>
                    <a:pt x="1535" y="0"/>
                  </a:moveTo>
                  <a:cubicBezTo>
                    <a:pt x="648" y="0"/>
                    <a:pt x="0" y="927"/>
                    <a:pt x="384" y="1783"/>
                  </a:cubicBezTo>
                  <a:lnTo>
                    <a:pt x="3063" y="7831"/>
                  </a:lnTo>
                  <a:cubicBezTo>
                    <a:pt x="3422" y="8638"/>
                    <a:pt x="4214" y="9121"/>
                    <a:pt x="5038" y="9121"/>
                  </a:cubicBezTo>
                  <a:cubicBezTo>
                    <a:pt x="5334" y="9121"/>
                    <a:pt x="5634" y="9059"/>
                    <a:pt x="5921" y="8927"/>
                  </a:cubicBezTo>
                  <a:lnTo>
                    <a:pt x="7504" y="8223"/>
                  </a:lnTo>
                  <a:lnTo>
                    <a:pt x="7504" y="8223"/>
                  </a:lnTo>
                  <a:cubicBezTo>
                    <a:pt x="7221" y="8347"/>
                    <a:pt x="6928" y="8405"/>
                    <a:pt x="6641" y="8405"/>
                  </a:cubicBezTo>
                  <a:cubicBezTo>
                    <a:pt x="5808" y="8405"/>
                    <a:pt x="5022" y="7917"/>
                    <a:pt x="4670" y="7117"/>
                  </a:cubicBezTo>
                  <a:lnTo>
                    <a:pt x="1992" y="1069"/>
                  </a:lnTo>
                  <a:cubicBezTo>
                    <a:pt x="1837" y="735"/>
                    <a:pt x="1861" y="378"/>
                    <a:pt x="1968" y="57"/>
                  </a:cubicBezTo>
                  <a:lnTo>
                    <a:pt x="1765" y="21"/>
                  </a:lnTo>
                  <a:cubicBezTo>
                    <a:pt x="1687" y="7"/>
                    <a:pt x="1610" y="0"/>
                    <a:pt x="153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6" name="Google Shape;736;p24"/>
            <p:cNvSpPr/>
            <p:nvPr/>
          </p:nvSpPr>
          <p:spPr>
            <a:xfrm>
              <a:off x="4227531" y="3077603"/>
              <a:ext cx="584477" cy="418440"/>
            </a:xfrm>
            <a:custGeom>
              <a:rect b="b" l="l" r="r" t="t"/>
              <a:pathLst>
                <a:path extrusionOk="0" h="10562" w="14753">
                  <a:moveTo>
                    <a:pt x="1775" y="9704"/>
                  </a:moveTo>
                  <a:cubicBezTo>
                    <a:pt x="2025" y="10287"/>
                    <a:pt x="2691" y="10561"/>
                    <a:pt x="3287" y="10311"/>
                  </a:cubicBezTo>
                  <a:lnTo>
                    <a:pt x="12621" y="6311"/>
                  </a:lnTo>
                  <a:cubicBezTo>
                    <a:pt x="14062" y="5703"/>
                    <a:pt x="14752" y="4025"/>
                    <a:pt x="14145" y="2572"/>
                  </a:cubicBezTo>
                  <a:lnTo>
                    <a:pt x="13943" y="2132"/>
                  </a:lnTo>
                  <a:cubicBezTo>
                    <a:pt x="13336" y="691"/>
                    <a:pt x="11657" y="0"/>
                    <a:pt x="10216" y="608"/>
                  </a:cubicBezTo>
                  <a:lnTo>
                    <a:pt x="870" y="4596"/>
                  </a:lnTo>
                  <a:cubicBezTo>
                    <a:pt x="286" y="4858"/>
                    <a:pt x="1" y="5525"/>
                    <a:pt x="251" y="6108"/>
                  </a:cubicBezTo>
                  <a:close/>
                </a:path>
              </a:pathLst>
            </a:custGeom>
            <a:gradFill>
              <a:gsLst>
                <a:gs pos="0">
                  <a:srgbClr val="2A2A9A"/>
                </a:gs>
                <a:gs pos="100000">
                  <a:srgbClr val="111131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7" name="Google Shape;737;p24"/>
            <p:cNvSpPr/>
            <p:nvPr/>
          </p:nvSpPr>
          <p:spPr>
            <a:xfrm>
              <a:off x="4147824" y="3452132"/>
              <a:ext cx="99559" cy="75788"/>
            </a:xfrm>
            <a:custGeom>
              <a:rect b="b" l="l" r="r" t="t"/>
              <a:pathLst>
                <a:path extrusionOk="0" h="1913" w="2513">
                  <a:moveTo>
                    <a:pt x="1420" y="0"/>
                  </a:moveTo>
                  <a:cubicBezTo>
                    <a:pt x="1257" y="0"/>
                    <a:pt x="1086" y="31"/>
                    <a:pt x="917" y="95"/>
                  </a:cubicBezTo>
                  <a:cubicBezTo>
                    <a:pt x="334" y="333"/>
                    <a:pt x="0" y="905"/>
                    <a:pt x="191" y="1381"/>
                  </a:cubicBezTo>
                  <a:cubicBezTo>
                    <a:pt x="326" y="1718"/>
                    <a:pt x="681" y="1912"/>
                    <a:pt x="1085" y="1912"/>
                  </a:cubicBezTo>
                  <a:cubicBezTo>
                    <a:pt x="1251" y="1912"/>
                    <a:pt x="1426" y="1879"/>
                    <a:pt x="1596" y="1810"/>
                  </a:cubicBezTo>
                  <a:cubicBezTo>
                    <a:pt x="2191" y="1583"/>
                    <a:pt x="2513" y="1012"/>
                    <a:pt x="2322" y="536"/>
                  </a:cubicBezTo>
                  <a:cubicBezTo>
                    <a:pt x="2186" y="195"/>
                    <a:pt x="1830" y="0"/>
                    <a:pt x="142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8" name="Google Shape;738;p24"/>
            <p:cNvSpPr/>
            <p:nvPr/>
          </p:nvSpPr>
          <p:spPr>
            <a:xfrm>
              <a:off x="4587443" y="2346491"/>
              <a:ext cx="38706" cy="39182"/>
            </a:xfrm>
            <a:custGeom>
              <a:rect b="b" l="l" r="r" t="t"/>
              <a:pathLst>
                <a:path extrusionOk="0" h="989" w="977">
                  <a:moveTo>
                    <a:pt x="488" y="1"/>
                  </a:moveTo>
                  <a:cubicBezTo>
                    <a:pt x="214" y="1"/>
                    <a:pt x="0" y="215"/>
                    <a:pt x="0" y="489"/>
                  </a:cubicBezTo>
                  <a:cubicBezTo>
                    <a:pt x="0" y="763"/>
                    <a:pt x="214" y="989"/>
                    <a:pt x="488" y="989"/>
                  </a:cubicBezTo>
                  <a:cubicBezTo>
                    <a:pt x="762" y="989"/>
                    <a:pt x="976" y="763"/>
                    <a:pt x="976" y="489"/>
                  </a:cubicBezTo>
                  <a:cubicBezTo>
                    <a:pt x="976" y="215"/>
                    <a:pt x="762" y="1"/>
                    <a:pt x="48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9" name="Google Shape;739;p24"/>
            <p:cNvSpPr/>
            <p:nvPr/>
          </p:nvSpPr>
          <p:spPr>
            <a:xfrm>
              <a:off x="4703914" y="2346491"/>
              <a:ext cx="39221" cy="39182"/>
            </a:xfrm>
            <a:custGeom>
              <a:rect b="b" l="l" r="r" t="t"/>
              <a:pathLst>
                <a:path extrusionOk="0" h="989" w="990">
                  <a:moveTo>
                    <a:pt x="489" y="1"/>
                  </a:moveTo>
                  <a:cubicBezTo>
                    <a:pt x="215" y="1"/>
                    <a:pt x="1" y="215"/>
                    <a:pt x="1" y="489"/>
                  </a:cubicBezTo>
                  <a:cubicBezTo>
                    <a:pt x="1" y="763"/>
                    <a:pt x="215" y="989"/>
                    <a:pt x="489" y="989"/>
                  </a:cubicBezTo>
                  <a:cubicBezTo>
                    <a:pt x="763" y="989"/>
                    <a:pt x="989" y="763"/>
                    <a:pt x="989" y="489"/>
                  </a:cubicBezTo>
                  <a:cubicBezTo>
                    <a:pt x="989" y="215"/>
                    <a:pt x="763" y="1"/>
                    <a:pt x="48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0" name="Google Shape;740;p24"/>
            <p:cNvSpPr/>
            <p:nvPr/>
          </p:nvSpPr>
          <p:spPr>
            <a:xfrm>
              <a:off x="4626108" y="2453097"/>
              <a:ext cx="136839" cy="34467"/>
            </a:xfrm>
            <a:custGeom>
              <a:rect b="b" l="l" r="r" t="t"/>
              <a:pathLst>
                <a:path extrusionOk="0" fill="none" h="870" w="3454">
                  <a:moveTo>
                    <a:pt x="0" y="179"/>
                  </a:moveTo>
                  <a:cubicBezTo>
                    <a:pt x="0" y="179"/>
                    <a:pt x="381" y="870"/>
                    <a:pt x="1548" y="870"/>
                  </a:cubicBezTo>
                  <a:cubicBezTo>
                    <a:pt x="2715" y="870"/>
                    <a:pt x="3453" y="0"/>
                    <a:pt x="3453" y="0"/>
                  </a:cubicBezTo>
                </a:path>
              </a:pathLst>
            </a:custGeom>
            <a:solidFill>
              <a:schemeClr val="dk1"/>
            </a:solidFill>
            <a:ln cap="rnd" cmpd="sng" w="7450">
              <a:solidFill>
                <a:schemeClr val="dk1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1" name="Google Shape;741;p24"/>
            <p:cNvSpPr/>
            <p:nvPr/>
          </p:nvSpPr>
          <p:spPr>
            <a:xfrm>
              <a:off x="4875609" y="2370538"/>
              <a:ext cx="82127" cy="87317"/>
            </a:xfrm>
            <a:custGeom>
              <a:rect b="b" l="l" r="r" t="t"/>
              <a:pathLst>
                <a:path extrusionOk="0" h="2204" w="2073">
                  <a:moveTo>
                    <a:pt x="1" y="1"/>
                  </a:moveTo>
                  <a:lnTo>
                    <a:pt x="1" y="2204"/>
                  </a:lnTo>
                  <a:lnTo>
                    <a:pt x="965" y="2204"/>
                  </a:lnTo>
                  <a:cubicBezTo>
                    <a:pt x="1572" y="2204"/>
                    <a:pt x="2072" y="1715"/>
                    <a:pt x="2072" y="1108"/>
                  </a:cubicBezTo>
                  <a:cubicBezTo>
                    <a:pt x="2072" y="501"/>
                    <a:pt x="1572" y="1"/>
                    <a:pt x="965" y="1"/>
                  </a:cubicBez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100000">
                  <a:srgbClr val="BEBEBE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2" name="Google Shape;742;p24"/>
            <p:cNvSpPr/>
            <p:nvPr/>
          </p:nvSpPr>
          <p:spPr>
            <a:xfrm>
              <a:off x="4931270" y="2935144"/>
              <a:ext cx="859937" cy="1108537"/>
            </a:xfrm>
            <a:custGeom>
              <a:rect b="b" l="l" r="r" t="t"/>
              <a:pathLst>
                <a:path extrusionOk="0" h="27981" w="21706">
                  <a:moveTo>
                    <a:pt x="20098" y="27980"/>
                  </a:moveTo>
                  <a:lnTo>
                    <a:pt x="1" y="27980"/>
                  </a:lnTo>
                  <a:lnTo>
                    <a:pt x="1" y="1"/>
                  </a:lnTo>
                  <a:lnTo>
                    <a:pt x="20098" y="1"/>
                  </a:lnTo>
                  <a:cubicBezTo>
                    <a:pt x="20991" y="1"/>
                    <a:pt x="21706" y="715"/>
                    <a:pt x="21706" y="1608"/>
                  </a:cubicBezTo>
                  <a:lnTo>
                    <a:pt x="21706" y="26373"/>
                  </a:lnTo>
                  <a:cubicBezTo>
                    <a:pt x="21706" y="27266"/>
                    <a:pt x="20980" y="27980"/>
                    <a:pt x="20098" y="27980"/>
                  </a:cubicBezTo>
                  <a:close/>
                </a:path>
              </a:pathLst>
            </a:custGeom>
            <a:gradFill>
              <a:gsLst>
                <a:gs pos="0">
                  <a:srgbClr val="A588D1"/>
                </a:gs>
                <a:gs pos="100000">
                  <a:srgbClr val="634393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3" name="Google Shape;743;p24"/>
            <p:cNvSpPr/>
            <p:nvPr/>
          </p:nvSpPr>
          <p:spPr>
            <a:xfrm>
              <a:off x="4744480" y="2935144"/>
              <a:ext cx="372682" cy="1108537"/>
            </a:xfrm>
            <a:custGeom>
              <a:rect b="b" l="l" r="r" t="t"/>
              <a:pathLst>
                <a:path extrusionOk="0" h="27981" w="9407">
                  <a:moveTo>
                    <a:pt x="7442" y="27980"/>
                  </a:moveTo>
                  <a:lnTo>
                    <a:pt x="1" y="27980"/>
                  </a:lnTo>
                  <a:lnTo>
                    <a:pt x="1" y="4704"/>
                  </a:lnTo>
                  <a:cubicBezTo>
                    <a:pt x="1" y="2108"/>
                    <a:pt x="2108" y="1"/>
                    <a:pt x="4704" y="1"/>
                  </a:cubicBezTo>
                  <a:lnTo>
                    <a:pt x="4704" y="1"/>
                  </a:lnTo>
                  <a:cubicBezTo>
                    <a:pt x="7299" y="1"/>
                    <a:pt x="9407" y="2096"/>
                    <a:pt x="9407" y="4704"/>
                  </a:cubicBezTo>
                  <a:lnTo>
                    <a:pt x="9407" y="26028"/>
                  </a:lnTo>
                  <a:cubicBezTo>
                    <a:pt x="9407" y="27099"/>
                    <a:pt x="8538" y="27980"/>
                    <a:pt x="7442" y="27980"/>
                  </a:cubicBezTo>
                  <a:close/>
                </a:path>
              </a:pathLst>
            </a:custGeom>
            <a:gradFill>
              <a:gsLst>
                <a:gs pos="0">
                  <a:srgbClr val="BA8CC4"/>
                </a:gs>
                <a:gs pos="100000">
                  <a:srgbClr val="784D80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4" name="Google Shape;744;p24"/>
            <p:cNvSpPr/>
            <p:nvPr/>
          </p:nvSpPr>
          <p:spPr>
            <a:xfrm>
              <a:off x="5583626" y="2780444"/>
              <a:ext cx="318406" cy="697189"/>
            </a:xfrm>
            <a:custGeom>
              <a:rect b="b" l="l" r="r" t="t"/>
              <a:pathLst>
                <a:path extrusionOk="0" h="17598" w="8037">
                  <a:moveTo>
                    <a:pt x="0" y="8799"/>
                  </a:moveTo>
                  <a:cubicBezTo>
                    <a:pt x="0" y="12311"/>
                    <a:pt x="1560" y="15455"/>
                    <a:pt x="4024" y="17598"/>
                  </a:cubicBezTo>
                  <a:cubicBezTo>
                    <a:pt x="6489" y="15467"/>
                    <a:pt x="8037" y="12311"/>
                    <a:pt x="8037" y="8799"/>
                  </a:cubicBezTo>
                  <a:cubicBezTo>
                    <a:pt x="8037" y="5287"/>
                    <a:pt x="6477" y="2143"/>
                    <a:pt x="4024" y="0"/>
                  </a:cubicBezTo>
                  <a:cubicBezTo>
                    <a:pt x="1560" y="2143"/>
                    <a:pt x="0" y="5287"/>
                    <a:pt x="0" y="8799"/>
                  </a:cubicBezTo>
                  <a:close/>
                </a:path>
              </a:pathLst>
            </a:custGeom>
            <a:gradFill>
              <a:gsLst>
                <a:gs pos="0">
                  <a:srgbClr val="5C698E"/>
                </a:gs>
                <a:gs pos="100000">
                  <a:srgbClr val="2C303B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5" name="Google Shape;745;p24"/>
            <p:cNvSpPr/>
            <p:nvPr/>
          </p:nvSpPr>
          <p:spPr>
            <a:xfrm>
              <a:off x="5743517" y="2780444"/>
              <a:ext cx="158985" cy="696238"/>
            </a:xfrm>
            <a:custGeom>
              <a:rect b="b" l="l" r="r" t="t"/>
              <a:pathLst>
                <a:path extrusionOk="0" h="17574" w="4013">
                  <a:moveTo>
                    <a:pt x="4013" y="8799"/>
                  </a:moveTo>
                  <a:cubicBezTo>
                    <a:pt x="4013" y="5287"/>
                    <a:pt x="2453" y="2143"/>
                    <a:pt x="0" y="0"/>
                  </a:cubicBezTo>
                  <a:lnTo>
                    <a:pt x="0" y="17574"/>
                  </a:lnTo>
                  <a:cubicBezTo>
                    <a:pt x="2453" y="15455"/>
                    <a:pt x="4013" y="12311"/>
                    <a:pt x="4013" y="8799"/>
                  </a:cubicBezTo>
                  <a:close/>
                </a:path>
              </a:pathLst>
            </a:custGeom>
            <a:gradFill>
              <a:gsLst>
                <a:gs pos="0">
                  <a:srgbClr val="5C698E"/>
                </a:gs>
                <a:gs pos="100000">
                  <a:srgbClr val="2C303B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6" name="Google Shape;746;p24"/>
            <p:cNvSpPr/>
            <p:nvPr/>
          </p:nvSpPr>
          <p:spPr>
            <a:xfrm>
              <a:off x="5421359" y="3154022"/>
              <a:ext cx="324547" cy="324547"/>
            </a:xfrm>
            <a:custGeom>
              <a:rect b="b" l="l" r="r" t="t"/>
              <a:pathLst>
                <a:path extrusionOk="0" h="8192" w="8192">
                  <a:moveTo>
                    <a:pt x="2298" y="5906"/>
                  </a:moveTo>
                  <a:cubicBezTo>
                    <a:pt x="3870" y="7477"/>
                    <a:pt x="5989" y="8192"/>
                    <a:pt x="8037" y="8037"/>
                  </a:cubicBezTo>
                  <a:cubicBezTo>
                    <a:pt x="8192" y="5977"/>
                    <a:pt x="7477" y="3858"/>
                    <a:pt x="5894" y="2298"/>
                  </a:cubicBezTo>
                  <a:cubicBezTo>
                    <a:pt x="4322" y="714"/>
                    <a:pt x="2203" y="0"/>
                    <a:pt x="155" y="155"/>
                  </a:cubicBezTo>
                  <a:cubicBezTo>
                    <a:pt x="0" y="2227"/>
                    <a:pt x="715" y="4322"/>
                    <a:pt x="2298" y="5906"/>
                  </a:cubicBezTo>
                  <a:close/>
                </a:path>
              </a:pathLst>
            </a:custGeom>
            <a:gradFill>
              <a:gsLst>
                <a:gs pos="0">
                  <a:srgbClr val="5C698E"/>
                </a:gs>
                <a:gs pos="100000">
                  <a:srgbClr val="2C303B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7" name="Google Shape;747;p24"/>
            <p:cNvSpPr/>
            <p:nvPr/>
          </p:nvSpPr>
          <p:spPr>
            <a:xfrm>
              <a:off x="5427936" y="3154497"/>
              <a:ext cx="317970" cy="318406"/>
            </a:xfrm>
            <a:custGeom>
              <a:rect b="b" l="l" r="r" t="t"/>
              <a:pathLst>
                <a:path extrusionOk="0" h="8037" w="8026">
                  <a:moveTo>
                    <a:pt x="5752" y="2286"/>
                  </a:moveTo>
                  <a:cubicBezTo>
                    <a:pt x="4168" y="714"/>
                    <a:pt x="2061" y="0"/>
                    <a:pt x="1" y="143"/>
                  </a:cubicBezTo>
                  <a:lnTo>
                    <a:pt x="7895" y="8037"/>
                  </a:lnTo>
                  <a:cubicBezTo>
                    <a:pt x="8026" y="5977"/>
                    <a:pt x="7323" y="3858"/>
                    <a:pt x="5752" y="2286"/>
                  </a:cubicBezTo>
                  <a:close/>
                </a:path>
              </a:pathLst>
            </a:custGeom>
            <a:gradFill>
              <a:gsLst>
                <a:gs pos="0">
                  <a:srgbClr val="5C698E"/>
                </a:gs>
                <a:gs pos="100000">
                  <a:srgbClr val="2C303B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8" name="Google Shape;748;p24"/>
            <p:cNvSpPr/>
            <p:nvPr/>
          </p:nvSpPr>
          <p:spPr>
            <a:xfrm>
              <a:off x="5734999" y="3149744"/>
              <a:ext cx="324586" cy="324111"/>
            </a:xfrm>
            <a:custGeom>
              <a:rect b="b" l="l" r="r" t="t"/>
              <a:pathLst>
                <a:path extrusionOk="0" h="8181" w="8193">
                  <a:moveTo>
                    <a:pt x="5895" y="5895"/>
                  </a:moveTo>
                  <a:cubicBezTo>
                    <a:pt x="4323" y="7466"/>
                    <a:pt x="2204" y="8181"/>
                    <a:pt x="156" y="8038"/>
                  </a:cubicBezTo>
                  <a:cubicBezTo>
                    <a:pt x="1" y="5966"/>
                    <a:pt x="715" y="3847"/>
                    <a:pt x="2299" y="2287"/>
                  </a:cubicBezTo>
                  <a:cubicBezTo>
                    <a:pt x="3870" y="703"/>
                    <a:pt x="5990" y="1"/>
                    <a:pt x="8038" y="144"/>
                  </a:cubicBezTo>
                  <a:cubicBezTo>
                    <a:pt x="8192" y="2192"/>
                    <a:pt x="7478" y="4311"/>
                    <a:pt x="5895" y="5895"/>
                  </a:cubicBezTo>
                  <a:close/>
                </a:path>
              </a:pathLst>
            </a:custGeom>
            <a:gradFill>
              <a:gsLst>
                <a:gs pos="0">
                  <a:srgbClr val="5C698E"/>
                </a:gs>
                <a:gs pos="100000">
                  <a:srgbClr val="2C303B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9" name="Google Shape;749;p24"/>
            <p:cNvSpPr/>
            <p:nvPr/>
          </p:nvSpPr>
          <p:spPr>
            <a:xfrm>
              <a:off x="5734999" y="3148832"/>
              <a:ext cx="317970" cy="318406"/>
            </a:xfrm>
            <a:custGeom>
              <a:rect b="b" l="l" r="r" t="t"/>
              <a:pathLst>
                <a:path extrusionOk="0" h="8037" w="8026">
                  <a:moveTo>
                    <a:pt x="2287" y="2298"/>
                  </a:moveTo>
                  <a:cubicBezTo>
                    <a:pt x="3859" y="715"/>
                    <a:pt x="5978" y="0"/>
                    <a:pt x="8026" y="155"/>
                  </a:cubicBezTo>
                  <a:lnTo>
                    <a:pt x="144" y="8037"/>
                  </a:lnTo>
                  <a:cubicBezTo>
                    <a:pt x="1" y="5989"/>
                    <a:pt x="715" y="3870"/>
                    <a:pt x="2287" y="2298"/>
                  </a:cubicBezTo>
                  <a:close/>
                </a:path>
              </a:pathLst>
            </a:custGeom>
            <a:gradFill>
              <a:gsLst>
                <a:gs pos="0">
                  <a:srgbClr val="5C698E"/>
                </a:gs>
                <a:gs pos="100000">
                  <a:srgbClr val="2C303B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0" name="Google Shape;750;p24"/>
            <p:cNvSpPr/>
            <p:nvPr/>
          </p:nvSpPr>
          <p:spPr>
            <a:xfrm>
              <a:off x="5461451" y="3451617"/>
              <a:ext cx="564668" cy="614666"/>
            </a:xfrm>
            <a:custGeom>
              <a:rect b="b" l="l" r="r" t="t"/>
              <a:pathLst>
                <a:path extrusionOk="0" h="15515" w="14253">
                  <a:moveTo>
                    <a:pt x="11454" y="15515"/>
                  </a:moveTo>
                  <a:lnTo>
                    <a:pt x="2786" y="15515"/>
                  </a:lnTo>
                  <a:cubicBezTo>
                    <a:pt x="2132" y="15515"/>
                    <a:pt x="1572" y="15015"/>
                    <a:pt x="1512" y="14360"/>
                  </a:cubicBezTo>
                  <a:lnTo>
                    <a:pt x="0" y="1"/>
                  </a:lnTo>
                  <a:lnTo>
                    <a:pt x="14252" y="1"/>
                  </a:lnTo>
                  <a:lnTo>
                    <a:pt x="12740" y="14360"/>
                  </a:lnTo>
                  <a:cubicBezTo>
                    <a:pt x="12657" y="15015"/>
                    <a:pt x="12109" y="15515"/>
                    <a:pt x="11454" y="15515"/>
                  </a:cubicBezTo>
                  <a:close/>
                </a:path>
              </a:pathLst>
            </a:custGeom>
            <a:gradFill>
              <a:gsLst>
                <a:gs pos="0">
                  <a:srgbClr val="2A2A9A"/>
                </a:gs>
                <a:gs pos="100000">
                  <a:srgbClr val="111131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1" name="Google Shape;751;p24"/>
            <p:cNvSpPr/>
            <p:nvPr/>
          </p:nvSpPr>
          <p:spPr>
            <a:xfrm>
              <a:off x="3622832" y="1572950"/>
              <a:ext cx="777414" cy="551911"/>
            </a:xfrm>
            <a:custGeom>
              <a:rect b="b" l="l" r="r" t="t"/>
              <a:pathLst>
                <a:path extrusionOk="0" h="13931" w="19623">
                  <a:moveTo>
                    <a:pt x="19622" y="13931"/>
                  </a:moveTo>
                  <a:lnTo>
                    <a:pt x="1" y="13931"/>
                  </a:lnTo>
                  <a:lnTo>
                    <a:pt x="4561" y="0"/>
                  </a:lnTo>
                  <a:lnTo>
                    <a:pt x="15062" y="0"/>
                  </a:lnTo>
                  <a:close/>
                </a:path>
              </a:pathLst>
            </a:custGeom>
            <a:gradFill>
              <a:gsLst>
                <a:gs pos="0">
                  <a:srgbClr val="5C698E"/>
                </a:gs>
                <a:gs pos="100000">
                  <a:srgbClr val="2C303B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2" name="Google Shape;752;p24"/>
            <p:cNvSpPr/>
            <p:nvPr/>
          </p:nvSpPr>
          <p:spPr>
            <a:xfrm>
              <a:off x="3857280" y="1572950"/>
              <a:ext cx="308501" cy="551911"/>
            </a:xfrm>
            <a:custGeom>
              <a:rect b="b" l="l" r="r" t="t"/>
              <a:pathLst>
                <a:path extrusionOk="0" h="13931" w="7787">
                  <a:moveTo>
                    <a:pt x="7787" y="13931"/>
                  </a:moveTo>
                  <a:lnTo>
                    <a:pt x="0" y="13931"/>
                  </a:lnTo>
                  <a:lnTo>
                    <a:pt x="1822" y="0"/>
                  </a:lnTo>
                  <a:lnTo>
                    <a:pt x="5965" y="0"/>
                  </a:lnTo>
                  <a:close/>
                </a:path>
              </a:pathLst>
            </a:custGeom>
            <a:gradFill>
              <a:gsLst>
                <a:gs pos="0">
                  <a:srgbClr val="5C698E"/>
                </a:gs>
                <a:gs pos="100000">
                  <a:srgbClr val="2C303B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3" name="Google Shape;753;p24"/>
            <p:cNvSpPr/>
            <p:nvPr/>
          </p:nvSpPr>
          <p:spPr>
            <a:xfrm>
              <a:off x="2874288" y="4047441"/>
              <a:ext cx="1125018" cy="273083"/>
            </a:xfrm>
            <a:custGeom>
              <a:rect b="b" l="l" r="r" t="t"/>
              <a:pathLst>
                <a:path extrusionOk="0" h="6893" w="28397">
                  <a:moveTo>
                    <a:pt x="7184" y="0"/>
                  </a:moveTo>
                  <a:cubicBezTo>
                    <a:pt x="5583" y="0"/>
                    <a:pt x="4036" y="99"/>
                    <a:pt x="2656" y="344"/>
                  </a:cubicBezTo>
                  <a:cubicBezTo>
                    <a:pt x="941" y="915"/>
                    <a:pt x="1" y="1487"/>
                    <a:pt x="1" y="2118"/>
                  </a:cubicBezTo>
                  <a:cubicBezTo>
                    <a:pt x="1" y="4332"/>
                    <a:pt x="11871" y="6214"/>
                    <a:pt x="28397" y="6892"/>
                  </a:cubicBezTo>
                  <a:lnTo>
                    <a:pt x="22003" y="1844"/>
                  </a:lnTo>
                  <a:cubicBezTo>
                    <a:pt x="22003" y="1844"/>
                    <a:pt x="14087" y="0"/>
                    <a:pt x="718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54" name="Google Shape;754;p24"/>
          <p:cNvGrpSpPr/>
          <p:nvPr/>
        </p:nvGrpSpPr>
        <p:grpSpPr>
          <a:xfrm>
            <a:off x="6668636" y="1230153"/>
            <a:ext cx="2000973" cy="884386"/>
            <a:chOff x="6392361" y="1230153"/>
            <a:chExt cx="2000973" cy="884386"/>
          </a:xfrm>
        </p:grpSpPr>
        <p:grpSp>
          <p:nvGrpSpPr>
            <p:cNvPr id="755" name="Google Shape;755;p24"/>
            <p:cNvGrpSpPr/>
            <p:nvPr/>
          </p:nvGrpSpPr>
          <p:grpSpPr>
            <a:xfrm>
              <a:off x="6392361" y="1230153"/>
              <a:ext cx="2000973" cy="884386"/>
              <a:chOff x="6392361" y="1420390"/>
              <a:chExt cx="2000973" cy="884386"/>
            </a:xfrm>
          </p:grpSpPr>
          <p:sp>
            <p:nvSpPr>
              <p:cNvPr id="756" name="Google Shape;756;p24"/>
              <p:cNvSpPr/>
              <p:nvPr/>
            </p:nvSpPr>
            <p:spPr>
              <a:xfrm>
                <a:off x="6392361" y="1460200"/>
                <a:ext cx="1688762" cy="844576"/>
              </a:xfrm>
              <a:custGeom>
                <a:rect b="b" l="l" r="r" t="t"/>
                <a:pathLst>
                  <a:path extrusionOk="0" h="24516" w="39137">
                    <a:moveTo>
                      <a:pt x="0" y="0"/>
                    </a:moveTo>
                    <a:lnTo>
                      <a:pt x="0" y="24515"/>
                    </a:lnTo>
                    <a:lnTo>
                      <a:pt x="39136" y="24515"/>
                    </a:lnTo>
                    <a:lnTo>
                      <a:pt x="3913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757" name="Google Shape;757;p24"/>
              <p:cNvGrpSpPr/>
              <p:nvPr/>
            </p:nvGrpSpPr>
            <p:grpSpPr>
              <a:xfrm>
                <a:off x="7804721" y="1420390"/>
                <a:ext cx="588613" cy="696510"/>
                <a:chOff x="7804721" y="1420390"/>
                <a:chExt cx="588613" cy="696510"/>
              </a:xfrm>
            </p:grpSpPr>
            <p:sp>
              <p:nvSpPr>
                <p:cNvPr id="758" name="Google Shape;758;p24"/>
                <p:cNvSpPr/>
                <p:nvPr/>
              </p:nvSpPr>
              <p:spPr>
                <a:xfrm>
                  <a:off x="7804721" y="1528253"/>
                  <a:ext cx="588613" cy="588647"/>
                </a:xfrm>
                <a:custGeom>
                  <a:rect b="b" l="l" r="r" t="t"/>
                  <a:pathLst>
                    <a:path extrusionOk="0" h="17087" w="17086">
                      <a:moveTo>
                        <a:pt x="17086" y="8537"/>
                      </a:moveTo>
                      <a:cubicBezTo>
                        <a:pt x="17086" y="13252"/>
                        <a:pt x="13264" y="17086"/>
                        <a:pt x="8549" y="17086"/>
                      </a:cubicBezTo>
                      <a:cubicBezTo>
                        <a:pt x="3822" y="17086"/>
                        <a:pt x="0" y="13252"/>
                        <a:pt x="0" y="8537"/>
                      </a:cubicBezTo>
                      <a:cubicBezTo>
                        <a:pt x="0" y="3823"/>
                        <a:pt x="3822" y="1"/>
                        <a:pt x="8549" y="1"/>
                      </a:cubicBezTo>
                      <a:cubicBezTo>
                        <a:pt x="13264" y="1"/>
                        <a:pt x="17086" y="3823"/>
                        <a:pt x="17086" y="8537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59" name="Google Shape;759;p24"/>
                <p:cNvSpPr/>
                <p:nvPr/>
              </p:nvSpPr>
              <p:spPr>
                <a:xfrm>
                  <a:off x="7935562" y="1658681"/>
                  <a:ext cx="326930" cy="327378"/>
                </a:xfrm>
                <a:custGeom>
                  <a:rect b="b" l="l" r="r" t="t"/>
                  <a:pathLst>
                    <a:path extrusionOk="0" h="9503" w="9490">
                      <a:moveTo>
                        <a:pt x="9490" y="4751"/>
                      </a:moveTo>
                      <a:cubicBezTo>
                        <a:pt x="9490" y="7371"/>
                        <a:pt x="7370" y="9502"/>
                        <a:pt x="4751" y="9502"/>
                      </a:cubicBezTo>
                      <a:cubicBezTo>
                        <a:pt x="2132" y="9502"/>
                        <a:pt x="0" y="7371"/>
                        <a:pt x="0" y="4751"/>
                      </a:cubicBezTo>
                      <a:cubicBezTo>
                        <a:pt x="0" y="2132"/>
                        <a:pt x="2132" y="1"/>
                        <a:pt x="4751" y="1"/>
                      </a:cubicBezTo>
                      <a:cubicBezTo>
                        <a:pt x="7370" y="1"/>
                        <a:pt x="9490" y="2132"/>
                        <a:pt x="9490" y="4751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60" name="Google Shape;760;p24"/>
                <p:cNvSpPr/>
                <p:nvPr/>
              </p:nvSpPr>
              <p:spPr>
                <a:xfrm>
                  <a:off x="8021687" y="1658681"/>
                  <a:ext cx="154680" cy="327378"/>
                </a:xfrm>
                <a:custGeom>
                  <a:rect b="b" l="l" r="r" t="t"/>
                  <a:pathLst>
                    <a:path extrusionOk="0" fill="none" h="9503" w="4490">
                      <a:moveTo>
                        <a:pt x="4489" y="4751"/>
                      </a:moveTo>
                      <a:cubicBezTo>
                        <a:pt x="4489" y="7371"/>
                        <a:pt x="3489" y="9502"/>
                        <a:pt x="2251" y="9502"/>
                      </a:cubicBezTo>
                      <a:cubicBezTo>
                        <a:pt x="1013" y="9502"/>
                        <a:pt x="1" y="7371"/>
                        <a:pt x="1" y="4751"/>
                      </a:cubicBezTo>
                      <a:cubicBezTo>
                        <a:pt x="1" y="2132"/>
                        <a:pt x="1013" y="1"/>
                        <a:pt x="2251" y="1"/>
                      </a:cubicBezTo>
                      <a:cubicBezTo>
                        <a:pt x="3489" y="1"/>
                        <a:pt x="4489" y="2132"/>
                        <a:pt x="4489" y="4751"/>
                      </a:cubicBezTo>
                      <a:close/>
                    </a:path>
                  </a:pathLst>
                </a:custGeom>
                <a:noFill/>
                <a:ln cap="flat" cmpd="sng" w="2675">
                  <a:solidFill>
                    <a:srgbClr val="FFFFFF"/>
                  </a:solidFill>
                  <a:prstDash val="solid"/>
                  <a:miter lim="1190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61" name="Google Shape;761;p24"/>
                <p:cNvSpPr/>
                <p:nvPr/>
              </p:nvSpPr>
              <p:spPr>
                <a:xfrm>
                  <a:off x="7935562" y="1744840"/>
                  <a:ext cx="326930" cy="155059"/>
                </a:xfrm>
                <a:custGeom>
                  <a:rect b="b" l="l" r="r" t="t"/>
                  <a:pathLst>
                    <a:path extrusionOk="0" fill="none" h="4501" w="9490">
                      <a:moveTo>
                        <a:pt x="9490" y="2250"/>
                      </a:moveTo>
                      <a:cubicBezTo>
                        <a:pt x="9490" y="3489"/>
                        <a:pt x="7370" y="4501"/>
                        <a:pt x="4751" y="4501"/>
                      </a:cubicBezTo>
                      <a:cubicBezTo>
                        <a:pt x="2132" y="4501"/>
                        <a:pt x="0" y="3489"/>
                        <a:pt x="0" y="2250"/>
                      </a:cubicBezTo>
                      <a:cubicBezTo>
                        <a:pt x="0" y="1012"/>
                        <a:pt x="2132" y="0"/>
                        <a:pt x="4751" y="0"/>
                      </a:cubicBezTo>
                      <a:cubicBezTo>
                        <a:pt x="7370" y="0"/>
                        <a:pt x="9490" y="1012"/>
                        <a:pt x="9490" y="2250"/>
                      </a:cubicBezTo>
                      <a:close/>
                    </a:path>
                  </a:pathLst>
                </a:custGeom>
                <a:noFill/>
                <a:ln cap="flat" cmpd="sng" w="2675">
                  <a:solidFill>
                    <a:srgbClr val="FFFFFF"/>
                  </a:solidFill>
                  <a:prstDash val="solid"/>
                  <a:miter lim="1190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62" name="Google Shape;762;p24"/>
                <p:cNvSpPr/>
                <p:nvPr/>
              </p:nvSpPr>
              <p:spPr>
                <a:xfrm>
                  <a:off x="8099200" y="1822353"/>
                  <a:ext cx="210868" cy="210455"/>
                </a:xfrm>
                <a:custGeom>
                  <a:rect b="b" l="l" r="r" t="t"/>
                  <a:pathLst>
                    <a:path extrusionOk="0" h="6109" w="6121">
                      <a:moveTo>
                        <a:pt x="1" y="0"/>
                      </a:moveTo>
                      <a:lnTo>
                        <a:pt x="1323" y="4918"/>
                      </a:lnTo>
                      <a:lnTo>
                        <a:pt x="2096" y="4144"/>
                      </a:lnTo>
                      <a:lnTo>
                        <a:pt x="4061" y="6108"/>
                      </a:lnTo>
                      <a:lnTo>
                        <a:pt x="6121" y="4049"/>
                      </a:lnTo>
                      <a:lnTo>
                        <a:pt x="4156" y="2084"/>
                      </a:lnTo>
                      <a:lnTo>
                        <a:pt x="4906" y="1310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63" name="Google Shape;763;p24"/>
                <p:cNvSpPr/>
                <p:nvPr/>
              </p:nvSpPr>
              <p:spPr>
                <a:xfrm>
                  <a:off x="7826459" y="1420390"/>
                  <a:ext cx="305193" cy="264163"/>
                </a:xfrm>
                <a:custGeom>
                  <a:rect b="b" l="l" r="r" t="t"/>
                  <a:pathLst>
                    <a:path extrusionOk="0" h="7668" w="8859">
                      <a:moveTo>
                        <a:pt x="298" y="6549"/>
                      </a:moveTo>
                      <a:lnTo>
                        <a:pt x="3798" y="489"/>
                      </a:lnTo>
                      <a:cubicBezTo>
                        <a:pt x="4072" y="0"/>
                        <a:pt x="4787" y="0"/>
                        <a:pt x="5072" y="489"/>
                      </a:cubicBezTo>
                      <a:lnTo>
                        <a:pt x="8573" y="6549"/>
                      </a:lnTo>
                      <a:cubicBezTo>
                        <a:pt x="8859" y="7037"/>
                        <a:pt x="8501" y="7668"/>
                        <a:pt x="7930" y="7668"/>
                      </a:cubicBezTo>
                      <a:lnTo>
                        <a:pt x="941" y="7668"/>
                      </a:lnTo>
                      <a:cubicBezTo>
                        <a:pt x="357" y="7668"/>
                        <a:pt x="0" y="7037"/>
                        <a:pt x="298" y="6549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64" name="Google Shape;764;p24"/>
                <p:cNvSpPr/>
                <p:nvPr/>
              </p:nvSpPr>
              <p:spPr>
                <a:xfrm>
                  <a:off x="7826873" y="1424490"/>
                  <a:ext cx="304779" cy="260063"/>
                </a:xfrm>
                <a:custGeom>
                  <a:rect b="b" l="l" r="r" t="t"/>
                  <a:pathLst>
                    <a:path extrusionOk="0" h="7549" w="8847">
                      <a:moveTo>
                        <a:pt x="4417" y="155"/>
                      </a:moveTo>
                      <a:cubicBezTo>
                        <a:pt x="4632" y="155"/>
                        <a:pt x="4822" y="250"/>
                        <a:pt x="4929" y="453"/>
                      </a:cubicBezTo>
                      <a:lnTo>
                        <a:pt x="8430" y="6501"/>
                      </a:lnTo>
                      <a:cubicBezTo>
                        <a:pt x="8525" y="6680"/>
                        <a:pt x="8525" y="6906"/>
                        <a:pt x="8430" y="7097"/>
                      </a:cubicBezTo>
                      <a:cubicBezTo>
                        <a:pt x="8323" y="7275"/>
                        <a:pt x="8132" y="7394"/>
                        <a:pt x="7918" y="7394"/>
                      </a:cubicBezTo>
                      <a:lnTo>
                        <a:pt x="929" y="7394"/>
                      </a:lnTo>
                      <a:cubicBezTo>
                        <a:pt x="715" y="7394"/>
                        <a:pt x="524" y="7299"/>
                        <a:pt x="417" y="7097"/>
                      </a:cubicBezTo>
                      <a:cubicBezTo>
                        <a:pt x="310" y="6918"/>
                        <a:pt x="310" y="6704"/>
                        <a:pt x="417" y="6501"/>
                      </a:cubicBezTo>
                      <a:lnTo>
                        <a:pt x="3917" y="453"/>
                      </a:lnTo>
                      <a:cubicBezTo>
                        <a:pt x="4001" y="250"/>
                        <a:pt x="4203" y="155"/>
                        <a:pt x="4417" y="155"/>
                      </a:cubicBezTo>
                      <a:close/>
                      <a:moveTo>
                        <a:pt x="4417" y="0"/>
                      </a:moveTo>
                      <a:cubicBezTo>
                        <a:pt x="4167" y="0"/>
                        <a:pt x="3917" y="119"/>
                        <a:pt x="3786" y="370"/>
                      </a:cubicBezTo>
                      <a:lnTo>
                        <a:pt x="286" y="6430"/>
                      </a:lnTo>
                      <a:cubicBezTo>
                        <a:pt x="0" y="6918"/>
                        <a:pt x="357" y="7549"/>
                        <a:pt x="929" y="7549"/>
                      </a:cubicBezTo>
                      <a:lnTo>
                        <a:pt x="7918" y="7549"/>
                      </a:lnTo>
                      <a:cubicBezTo>
                        <a:pt x="8489" y="7549"/>
                        <a:pt x="8847" y="6942"/>
                        <a:pt x="8561" y="6430"/>
                      </a:cubicBezTo>
                      <a:lnTo>
                        <a:pt x="5060" y="370"/>
                      </a:lnTo>
                      <a:cubicBezTo>
                        <a:pt x="4917" y="119"/>
                        <a:pt x="4656" y="0"/>
                        <a:pt x="441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65" name="Google Shape;765;p24"/>
                <p:cNvSpPr/>
                <p:nvPr/>
              </p:nvSpPr>
              <p:spPr>
                <a:xfrm>
                  <a:off x="7963846" y="1607006"/>
                  <a:ext cx="30385" cy="31212"/>
                </a:xfrm>
                <a:custGeom>
                  <a:rect b="b" l="l" r="r" t="t"/>
                  <a:pathLst>
                    <a:path extrusionOk="0" h="906" w="882">
                      <a:moveTo>
                        <a:pt x="429" y="1"/>
                      </a:moveTo>
                      <a:cubicBezTo>
                        <a:pt x="179" y="1"/>
                        <a:pt x="1" y="179"/>
                        <a:pt x="1" y="453"/>
                      </a:cubicBezTo>
                      <a:cubicBezTo>
                        <a:pt x="1" y="715"/>
                        <a:pt x="179" y="906"/>
                        <a:pt x="429" y="906"/>
                      </a:cubicBezTo>
                      <a:cubicBezTo>
                        <a:pt x="703" y="906"/>
                        <a:pt x="882" y="715"/>
                        <a:pt x="882" y="453"/>
                      </a:cubicBezTo>
                      <a:cubicBezTo>
                        <a:pt x="882" y="179"/>
                        <a:pt x="703" y="1"/>
                        <a:pt x="429" y="1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66" name="Google Shape;766;p24"/>
                <p:cNvSpPr/>
                <p:nvPr/>
              </p:nvSpPr>
              <p:spPr>
                <a:xfrm>
                  <a:off x="7965499" y="1494630"/>
                  <a:ext cx="27526" cy="102558"/>
                </a:xfrm>
                <a:custGeom>
                  <a:rect b="b" l="l" r="r" t="t"/>
                  <a:pathLst>
                    <a:path extrusionOk="0" h="2977" w="799">
                      <a:moveTo>
                        <a:pt x="393" y="0"/>
                      </a:moveTo>
                      <a:cubicBezTo>
                        <a:pt x="179" y="0"/>
                        <a:pt x="0" y="179"/>
                        <a:pt x="0" y="405"/>
                      </a:cubicBezTo>
                      <a:lnTo>
                        <a:pt x="0" y="1120"/>
                      </a:lnTo>
                      <a:lnTo>
                        <a:pt x="120" y="2727"/>
                      </a:lnTo>
                      <a:cubicBezTo>
                        <a:pt x="131" y="2858"/>
                        <a:pt x="251" y="2977"/>
                        <a:pt x="393" y="2977"/>
                      </a:cubicBezTo>
                      <a:cubicBezTo>
                        <a:pt x="548" y="2977"/>
                        <a:pt x="667" y="2882"/>
                        <a:pt x="679" y="2727"/>
                      </a:cubicBezTo>
                      <a:lnTo>
                        <a:pt x="798" y="1120"/>
                      </a:lnTo>
                      <a:lnTo>
                        <a:pt x="798" y="405"/>
                      </a:lnTo>
                      <a:cubicBezTo>
                        <a:pt x="798" y="179"/>
                        <a:pt x="608" y="0"/>
                        <a:pt x="393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767" name="Google Shape;767;p24"/>
            <p:cNvGrpSpPr/>
            <p:nvPr/>
          </p:nvGrpSpPr>
          <p:grpSpPr>
            <a:xfrm>
              <a:off x="6432510" y="1335038"/>
              <a:ext cx="1296003" cy="666258"/>
              <a:chOff x="7486972" y="1296675"/>
              <a:chExt cx="1296003" cy="666258"/>
            </a:xfrm>
          </p:grpSpPr>
          <p:sp>
            <p:nvSpPr>
              <p:cNvPr id="768" name="Google Shape;768;p24"/>
              <p:cNvSpPr txBox="1"/>
              <p:nvPr/>
            </p:nvSpPr>
            <p:spPr>
              <a:xfrm>
                <a:off x="7486976" y="1296675"/>
                <a:ext cx="1296000" cy="200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0" spcFirstLastPara="1" rIns="0" wrap="square" tIns="91425">
                <a:noAutofit/>
              </a:bodyPr>
              <a:lstStyle/>
              <a:p>
                <a:pPr indent="0" lvl="0" marL="0" rtl="0" algn="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1000">
                    <a:solidFill>
                      <a:schemeClr val="dk1"/>
                    </a:solidFill>
                    <a:latin typeface="Fira Sans"/>
                    <a:ea typeface="Fira Sans"/>
                    <a:cs typeface="Fira Sans"/>
                    <a:sym typeface="Fira Sans"/>
                  </a:rPr>
                  <a:t>Biometric Verification</a:t>
                </a:r>
                <a:endParaRPr b="1" sz="900">
                  <a:solidFill>
                    <a:schemeClr val="dk1"/>
                  </a:solidFill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  <p:sp>
            <p:nvSpPr>
              <p:cNvPr id="769" name="Google Shape;769;p24"/>
              <p:cNvSpPr txBox="1"/>
              <p:nvPr/>
            </p:nvSpPr>
            <p:spPr>
              <a:xfrm>
                <a:off x="7486972" y="1520733"/>
                <a:ext cx="1296000" cy="442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0" spcFirstLastPara="1" rIns="0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900">
                    <a:solidFill>
                      <a:schemeClr val="dk1"/>
                    </a:solidFill>
                    <a:latin typeface="Fira Sans"/>
                    <a:ea typeface="Fira Sans"/>
                    <a:cs typeface="Fira Sans"/>
                    <a:sym typeface="Fira Sans"/>
                  </a:rPr>
                  <a:t>Incorporating facial recognition, fingerprints, or voice ID</a:t>
                </a:r>
                <a:r>
                  <a:rPr lang="en-GB" sz="900">
                    <a:solidFill>
                      <a:schemeClr val="dk1"/>
                    </a:solidFill>
                    <a:latin typeface="Fira Sans"/>
                    <a:ea typeface="Fira Sans"/>
                    <a:cs typeface="Fira Sans"/>
                    <a:sym typeface="Fira Sans"/>
                  </a:rPr>
                  <a:t>is actually a cold place</a:t>
                </a:r>
                <a:endParaRPr sz="900">
                  <a:solidFill>
                    <a:schemeClr val="dk1"/>
                  </a:solidFill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</p:grpSp>
      </p:grpSp>
      <p:grpSp>
        <p:nvGrpSpPr>
          <p:cNvPr id="770" name="Google Shape;770;p24"/>
          <p:cNvGrpSpPr/>
          <p:nvPr/>
        </p:nvGrpSpPr>
        <p:grpSpPr>
          <a:xfrm>
            <a:off x="755447" y="3745438"/>
            <a:ext cx="1978437" cy="844576"/>
            <a:chOff x="499635" y="2527113"/>
            <a:chExt cx="1978437" cy="844576"/>
          </a:xfrm>
        </p:grpSpPr>
        <p:grpSp>
          <p:nvGrpSpPr>
            <p:cNvPr id="771" name="Google Shape;771;p24"/>
            <p:cNvGrpSpPr/>
            <p:nvPr/>
          </p:nvGrpSpPr>
          <p:grpSpPr>
            <a:xfrm>
              <a:off x="499635" y="2527113"/>
              <a:ext cx="1978437" cy="844576"/>
              <a:chOff x="499635" y="2717350"/>
              <a:chExt cx="1978437" cy="844576"/>
            </a:xfrm>
          </p:grpSpPr>
          <p:sp>
            <p:nvSpPr>
              <p:cNvPr id="772" name="Google Shape;772;p24"/>
              <p:cNvSpPr/>
              <p:nvPr/>
            </p:nvSpPr>
            <p:spPr>
              <a:xfrm>
                <a:off x="789212" y="2717350"/>
                <a:ext cx="1688859" cy="844576"/>
              </a:xfrm>
              <a:custGeom>
                <a:rect b="b" l="l" r="r" t="t"/>
                <a:pathLst>
                  <a:path extrusionOk="0" h="24516" w="39137">
                    <a:moveTo>
                      <a:pt x="1" y="1"/>
                    </a:moveTo>
                    <a:lnTo>
                      <a:pt x="1" y="24516"/>
                    </a:lnTo>
                    <a:lnTo>
                      <a:pt x="39137" y="24516"/>
                    </a:lnTo>
                    <a:lnTo>
                      <a:pt x="39137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773" name="Google Shape;773;p24"/>
              <p:cNvGrpSpPr/>
              <p:nvPr/>
            </p:nvGrpSpPr>
            <p:grpSpPr>
              <a:xfrm>
                <a:off x="499635" y="2807598"/>
                <a:ext cx="588613" cy="588613"/>
                <a:chOff x="499635" y="2807598"/>
                <a:chExt cx="588613" cy="588613"/>
              </a:xfrm>
            </p:grpSpPr>
            <p:sp>
              <p:nvSpPr>
                <p:cNvPr id="774" name="Google Shape;774;p24"/>
                <p:cNvSpPr/>
                <p:nvPr/>
              </p:nvSpPr>
              <p:spPr>
                <a:xfrm>
                  <a:off x="499635" y="2807598"/>
                  <a:ext cx="588613" cy="588613"/>
                </a:xfrm>
                <a:custGeom>
                  <a:rect b="b" l="l" r="r" t="t"/>
                  <a:pathLst>
                    <a:path extrusionOk="0" h="17086" w="17086">
                      <a:moveTo>
                        <a:pt x="17086" y="8549"/>
                      </a:moveTo>
                      <a:cubicBezTo>
                        <a:pt x="17086" y="13264"/>
                        <a:pt x="13252" y="17086"/>
                        <a:pt x="8537" y="17086"/>
                      </a:cubicBezTo>
                      <a:cubicBezTo>
                        <a:pt x="3822" y="17086"/>
                        <a:pt x="1" y="13264"/>
                        <a:pt x="1" y="8549"/>
                      </a:cubicBezTo>
                      <a:cubicBezTo>
                        <a:pt x="1" y="3822"/>
                        <a:pt x="3822" y="0"/>
                        <a:pt x="8537" y="0"/>
                      </a:cubicBezTo>
                      <a:cubicBezTo>
                        <a:pt x="13252" y="0"/>
                        <a:pt x="17086" y="3822"/>
                        <a:pt x="17086" y="8549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75" name="Google Shape;775;p24"/>
                <p:cNvSpPr/>
                <p:nvPr/>
              </p:nvSpPr>
              <p:spPr>
                <a:xfrm>
                  <a:off x="554204" y="3132840"/>
                  <a:ext cx="478269" cy="199810"/>
                </a:xfrm>
                <a:custGeom>
                  <a:rect b="b" l="l" r="r" t="t"/>
                  <a:pathLst>
                    <a:path extrusionOk="0" h="5800" w="13883">
                      <a:moveTo>
                        <a:pt x="0" y="1"/>
                      </a:moveTo>
                      <a:lnTo>
                        <a:pt x="0" y="5799"/>
                      </a:lnTo>
                      <a:lnTo>
                        <a:pt x="13883" y="5799"/>
                      </a:lnTo>
                      <a:lnTo>
                        <a:pt x="13883" y="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76" name="Google Shape;776;p24"/>
                <p:cNvSpPr/>
                <p:nvPr/>
              </p:nvSpPr>
              <p:spPr>
                <a:xfrm>
                  <a:off x="597266" y="3195195"/>
                  <a:ext cx="69348" cy="72242"/>
                </a:xfrm>
                <a:custGeom>
                  <a:rect b="b" l="l" r="r" t="t"/>
                  <a:pathLst>
                    <a:path extrusionOk="0" h="2097" w="2013">
                      <a:moveTo>
                        <a:pt x="774" y="1"/>
                      </a:moveTo>
                      <a:lnTo>
                        <a:pt x="774" y="656"/>
                      </a:lnTo>
                      <a:lnTo>
                        <a:pt x="215" y="310"/>
                      </a:lnTo>
                      <a:lnTo>
                        <a:pt x="0" y="727"/>
                      </a:lnTo>
                      <a:lnTo>
                        <a:pt x="584" y="1048"/>
                      </a:lnTo>
                      <a:lnTo>
                        <a:pt x="0" y="1370"/>
                      </a:lnTo>
                      <a:lnTo>
                        <a:pt x="215" y="1775"/>
                      </a:lnTo>
                      <a:lnTo>
                        <a:pt x="798" y="1441"/>
                      </a:lnTo>
                      <a:lnTo>
                        <a:pt x="798" y="1441"/>
                      </a:lnTo>
                      <a:lnTo>
                        <a:pt x="774" y="2096"/>
                      </a:lnTo>
                      <a:lnTo>
                        <a:pt x="1227" y="2096"/>
                      </a:lnTo>
                      <a:lnTo>
                        <a:pt x="1215" y="1441"/>
                      </a:lnTo>
                      <a:lnTo>
                        <a:pt x="1786" y="1787"/>
                      </a:lnTo>
                      <a:lnTo>
                        <a:pt x="2012" y="1370"/>
                      </a:lnTo>
                      <a:lnTo>
                        <a:pt x="1429" y="1048"/>
                      </a:lnTo>
                      <a:lnTo>
                        <a:pt x="2012" y="727"/>
                      </a:lnTo>
                      <a:lnTo>
                        <a:pt x="1786" y="322"/>
                      </a:lnTo>
                      <a:lnTo>
                        <a:pt x="1227" y="656"/>
                      </a:lnTo>
                      <a:lnTo>
                        <a:pt x="1227" y="1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77" name="Google Shape;777;p24"/>
                <p:cNvSpPr/>
                <p:nvPr/>
              </p:nvSpPr>
              <p:spPr>
                <a:xfrm>
                  <a:off x="677225" y="3195195"/>
                  <a:ext cx="69382" cy="72242"/>
                </a:xfrm>
                <a:custGeom>
                  <a:rect b="b" l="l" r="r" t="t"/>
                  <a:pathLst>
                    <a:path extrusionOk="0" h="2097" w="2014">
                      <a:moveTo>
                        <a:pt x="775" y="1"/>
                      </a:moveTo>
                      <a:lnTo>
                        <a:pt x="775" y="656"/>
                      </a:lnTo>
                      <a:lnTo>
                        <a:pt x="215" y="310"/>
                      </a:lnTo>
                      <a:lnTo>
                        <a:pt x="1" y="727"/>
                      </a:lnTo>
                      <a:lnTo>
                        <a:pt x="584" y="1048"/>
                      </a:lnTo>
                      <a:lnTo>
                        <a:pt x="1" y="1370"/>
                      </a:lnTo>
                      <a:lnTo>
                        <a:pt x="215" y="1775"/>
                      </a:lnTo>
                      <a:lnTo>
                        <a:pt x="799" y="1441"/>
                      </a:lnTo>
                      <a:lnTo>
                        <a:pt x="799" y="1441"/>
                      </a:lnTo>
                      <a:lnTo>
                        <a:pt x="775" y="2096"/>
                      </a:lnTo>
                      <a:lnTo>
                        <a:pt x="1227" y="2096"/>
                      </a:lnTo>
                      <a:lnTo>
                        <a:pt x="1215" y="1441"/>
                      </a:lnTo>
                      <a:lnTo>
                        <a:pt x="1787" y="1787"/>
                      </a:lnTo>
                      <a:lnTo>
                        <a:pt x="2013" y="1370"/>
                      </a:lnTo>
                      <a:lnTo>
                        <a:pt x="1430" y="1048"/>
                      </a:lnTo>
                      <a:lnTo>
                        <a:pt x="2013" y="727"/>
                      </a:lnTo>
                      <a:lnTo>
                        <a:pt x="1787" y="322"/>
                      </a:lnTo>
                      <a:lnTo>
                        <a:pt x="1227" y="656"/>
                      </a:lnTo>
                      <a:lnTo>
                        <a:pt x="1227" y="1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78" name="Google Shape;778;p24"/>
                <p:cNvSpPr/>
                <p:nvPr/>
              </p:nvSpPr>
              <p:spPr>
                <a:xfrm>
                  <a:off x="757218" y="3195195"/>
                  <a:ext cx="69348" cy="72242"/>
                </a:xfrm>
                <a:custGeom>
                  <a:rect b="b" l="l" r="r" t="t"/>
                  <a:pathLst>
                    <a:path extrusionOk="0" h="2097" w="2013">
                      <a:moveTo>
                        <a:pt x="775" y="1"/>
                      </a:moveTo>
                      <a:lnTo>
                        <a:pt x="775" y="656"/>
                      </a:lnTo>
                      <a:lnTo>
                        <a:pt x="215" y="310"/>
                      </a:lnTo>
                      <a:lnTo>
                        <a:pt x="1" y="727"/>
                      </a:lnTo>
                      <a:lnTo>
                        <a:pt x="584" y="1048"/>
                      </a:lnTo>
                      <a:lnTo>
                        <a:pt x="1" y="1370"/>
                      </a:lnTo>
                      <a:lnTo>
                        <a:pt x="215" y="1775"/>
                      </a:lnTo>
                      <a:lnTo>
                        <a:pt x="798" y="1441"/>
                      </a:lnTo>
                      <a:lnTo>
                        <a:pt x="798" y="1441"/>
                      </a:lnTo>
                      <a:lnTo>
                        <a:pt x="775" y="2096"/>
                      </a:lnTo>
                      <a:lnTo>
                        <a:pt x="1227" y="2096"/>
                      </a:lnTo>
                      <a:lnTo>
                        <a:pt x="1215" y="1441"/>
                      </a:lnTo>
                      <a:lnTo>
                        <a:pt x="1787" y="1787"/>
                      </a:lnTo>
                      <a:lnTo>
                        <a:pt x="2013" y="1370"/>
                      </a:lnTo>
                      <a:lnTo>
                        <a:pt x="1429" y="1048"/>
                      </a:lnTo>
                      <a:lnTo>
                        <a:pt x="2013" y="727"/>
                      </a:lnTo>
                      <a:lnTo>
                        <a:pt x="1787" y="322"/>
                      </a:lnTo>
                      <a:lnTo>
                        <a:pt x="1227" y="656"/>
                      </a:lnTo>
                      <a:lnTo>
                        <a:pt x="1227" y="1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79" name="Google Shape;779;p24"/>
                <p:cNvSpPr/>
                <p:nvPr/>
              </p:nvSpPr>
              <p:spPr>
                <a:xfrm>
                  <a:off x="838037" y="3195195"/>
                  <a:ext cx="68934" cy="72242"/>
                </a:xfrm>
                <a:custGeom>
                  <a:rect b="b" l="l" r="r" t="t"/>
                  <a:pathLst>
                    <a:path extrusionOk="0" h="2097" w="2001">
                      <a:moveTo>
                        <a:pt x="774" y="1"/>
                      </a:moveTo>
                      <a:lnTo>
                        <a:pt x="774" y="656"/>
                      </a:lnTo>
                      <a:lnTo>
                        <a:pt x="203" y="310"/>
                      </a:lnTo>
                      <a:lnTo>
                        <a:pt x="0" y="727"/>
                      </a:lnTo>
                      <a:lnTo>
                        <a:pt x="572" y="1048"/>
                      </a:lnTo>
                      <a:lnTo>
                        <a:pt x="0" y="1370"/>
                      </a:lnTo>
                      <a:lnTo>
                        <a:pt x="203" y="1775"/>
                      </a:lnTo>
                      <a:lnTo>
                        <a:pt x="786" y="1441"/>
                      </a:lnTo>
                      <a:lnTo>
                        <a:pt x="786" y="1441"/>
                      </a:lnTo>
                      <a:lnTo>
                        <a:pt x="774" y="2096"/>
                      </a:lnTo>
                      <a:lnTo>
                        <a:pt x="1215" y="2096"/>
                      </a:lnTo>
                      <a:lnTo>
                        <a:pt x="1203" y="1441"/>
                      </a:lnTo>
                      <a:lnTo>
                        <a:pt x="1203" y="1441"/>
                      </a:lnTo>
                      <a:lnTo>
                        <a:pt x="1786" y="1787"/>
                      </a:lnTo>
                      <a:lnTo>
                        <a:pt x="2000" y="1370"/>
                      </a:lnTo>
                      <a:lnTo>
                        <a:pt x="1429" y="1048"/>
                      </a:lnTo>
                      <a:lnTo>
                        <a:pt x="2000" y="727"/>
                      </a:lnTo>
                      <a:lnTo>
                        <a:pt x="1786" y="322"/>
                      </a:lnTo>
                      <a:lnTo>
                        <a:pt x="1215" y="656"/>
                      </a:lnTo>
                      <a:lnTo>
                        <a:pt x="1215" y="1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80" name="Google Shape;780;p24"/>
                <p:cNvSpPr/>
                <p:nvPr/>
              </p:nvSpPr>
              <p:spPr>
                <a:xfrm>
                  <a:off x="917996" y="3195195"/>
                  <a:ext cx="68969" cy="72242"/>
                </a:xfrm>
                <a:custGeom>
                  <a:rect b="b" l="l" r="r" t="t"/>
                  <a:pathLst>
                    <a:path extrusionOk="0" h="2097" w="2002">
                      <a:moveTo>
                        <a:pt x="775" y="1"/>
                      </a:moveTo>
                      <a:lnTo>
                        <a:pt x="775" y="656"/>
                      </a:lnTo>
                      <a:lnTo>
                        <a:pt x="203" y="310"/>
                      </a:lnTo>
                      <a:lnTo>
                        <a:pt x="1" y="727"/>
                      </a:lnTo>
                      <a:lnTo>
                        <a:pt x="572" y="1048"/>
                      </a:lnTo>
                      <a:lnTo>
                        <a:pt x="1" y="1370"/>
                      </a:lnTo>
                      <a:lnTo>
                        <a:pt x="203" y="1775"/>
                      </a:lnTo>
                      <a:lnTo>
                        <a:pt x="787" y="1441"/>
                      </a:lnTo>
                      <a:lnTo>
                        <a:pt x="787" y="1441"/>
                      </a:lnTo>
                      <a:lnTo>
                        <a:pt x="775" y="2096"/>
                      </a:lnTo>
                      <a:lnTo>
                        <a:pt x="1215" y="2096"/>
                      </a:lnTo>
                      <a:lnTo>
                        <a:pt x="1203" y="1441"/>
                      </a:lnTo>
                      <a:lnTo>
                        <a:pt x="1775" y="1787"/>
                      </a:lnTo>
                      <a:lnTo>
                        <a:pt x="2001" y="1370"/>
                      </a:lnTo>
                      <a:lnTo>
                        <a:pt x="1430" y="1048"/>
                      </a:lnTo>
                      <a:lnTo>
                        <a:pt x="2001" y="727"/>
                      </a:lnTo>
                      <a:lnTo>
                        <a:pt x="1775" y="322"/>
                      </a:lnTo>
                      <a:lnTo>
                        <a:pt x="1215" y="656"/>
                      </a:lnTo>
                      <a:lnTo>
                        <a:pt x="1215" y="1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81" name="Google Shape;781;p24"/>
                <p:cNvSpPr/>
                <p:nvPr/>
              </p:nvSpPr>
              <p:spPr>
                <a:xfrm>
                  <a:off x="682564" y="2836708"/>
                  <a:ext cx="222340" cy="185031"/>
                </a:xfrm>
                <a:custGeom>
                  <a:rect b="b" l="l" r="r" t="t"/>
                  <a:pathLst>
                    <a:path extrusionOk="0" fill="none" h="5371" w="6454">
                      <a:moveTo>
                        <a:pt x="4549" y="1"/>
                      </a:moveTo>
                      <a:lnTo>
                        <a:pt x="1906" y="1"/>
                      </a:lnTo>
                      <a:cubicBezTo>
                        <a:pt x="846" y="1"/>
                        <a:pt x="1" y="858"/>
                        <a:pt x="1" y="1906"/>
                      </a:cubicBezTo>
                      <a:lnTo>
                        <a:pt x="1" y="5370"/>
                      </a:lnTo>
                      <a:lnTo>
                        <a:pt x="6454" y="5370"/>
                      </a:lnTo>
                      <a:lnTo>
                        <a:pt x="6454" y="1906"/>
                      </a:lnTo>
                      <a:cubicBezTo>
                        <a:pt x="6454" y="858"/>
                        <a:pt x="5597" y="1"/>
                        <a:pt x="4549" y="1"/>
                      </a:cubicBezTo>
                      <a:close/>
                    </a:path>
                  </a:pathLst>
                </a:custGeom>
                <a:noFill/>
                <a:ln cap="flat" cmpd="sng" w="16675">
                  <a:solidFill>
                    <a:schemeClr val="accent6"/>
                  </a:solidFill>
                  <a:prstDash val="solid"/>
                  <a:miter lim="1190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82" name="Google Shape;782;p24"/>
                <p:cNvSpPr/>
                <p:nvPr/>
              </p:nvSpPr>
              <p:spPr>
                <a:xfrm>
                  <a:off x="629236" y="2974543"/>
                  <a:ext cx="328997" cy="207975"/>
                </a:xfrm>
                <a:custGeom>
                  <a:rect b="b" l="l" r="r" t="t"/>
                  <a:pathLst>
                    <a:path extrusionOk="0" h="6037" w="9550">
                      <a:moveTo>
                        <a:pt x="9157" y="6037"/>
                      </a:moveTo>
                      <a:lnTo>
                        <a:pt x="406" y="6037"/>
                      </a:lnTo>
                      <a:cubicBezTo>
                        <a:pt x="180" y="6037"/>
                        <a:pt x="1" y="5858"/>
                        <a:pt x="1" y="5632"/>
                      </a:cubicBezTo>
                      <a:lnTo>
                        <a:pt x="1" y="405"/>
                      </a:lnTo>
                      <a:cubicBezTo>
                        <a:pt x="1" y="179"/>
                        <a:pt x="180" y="0"/>
                        <a:pt x="406" y="0"/>
                      </a:cubicBezTo>
                      <a:lnTo>
                        <a:pt x="9157" y="0"/>
                      </a:lnTo>
                      <a:cubicBezTo>
                        <a:pt x="9371" y="0"/>
                        <a:pt x="9550" y="179"/>
                        <a:pt x="9550" y="405"/>
                      </a:cubicBezTo>
                      <a:lnTo>
                        <a:pt x="9550" y="5632"/>
                      </a:lnTo>
                      <a:cubicBezTo>
                        <a:pt x="9550" y="5858"/>
                        <a:pt x="9371" y="6037"/>
                        <a:pt x="9157" y="6037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83" name="Google Shape;783;p24"/>
                <p:cNvSpPr/>
                <p:nvPr/>
              </p:nvSpPr>
              <p:spPr>
                <a:xfrm>
                  <a:off x="767070" y="3036863"/>
                  <a:ext cx="53363" cy="76341"/>
                </a:xfrm>
                <a:custGeom>
                  <a:rect b="b" l="l" r="r" t="t"/>
                  <a:pathLst>
                    <a:path extrusionOk="0" h="2216" w="1549">
                      <a:moveTo>
                        <a:pt x="774" y="1"/>
                      </a:moveTo>
                      <a:cubicBezTo>
                        <a:pt x="346" y="1"/>
                        <a:pt x="0" y="334"/>
                        <a:pt x="0" y="775"/>
                      </a:cubicBezTo>
                      <a:cubicBezTo>
                        <a:pt x="0" y="1037"/>
                        <a:pt x="131" y="1263"/>
                        <a:pt x="334" y="1418"/>
                      </a:cubicBezTo>
                      <a:lnTo>
                        <a:pt x="334" y="1775"/>
                      </a:lnTo>
                      <a:cubicBezTo>
                        <a:pt x="334" y="2025"/>
                        <a:pt x="536" y="2215"/>
                        <a:pt x="774" y="2215"/>
                      </a:cubicBezTo>
                      <a:cubicBezTo>
                        <a:pt x="1024" y="2215"/>
                        <a:pt x="1227" y="2013"/>
                        <a:pt x="1227" y="1775"/>
                      </a:cubicBezTo>
                      <a:lnTo>
                        <a:pt x="1227" y="1418"/>
                      </a:lnTo>
                      <a:cubicBezTo>
                        <a:pt x="1417" y="1263"/>
                        <a:pt x="1548" y="1037"/>
                        <a:pt x="1548" y="775"/>
                      </a:cubicBezTo>
                      <a:cubicBezTo>
                        <a:pt x="1548" y="346"/>
                        <a:pt x="1203" y="1"/>
                        <a:pt x="774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784" name="Google Shape;784;p24"/>
            <p:cNvGrpSpPr/>
            <p:nvPr/>
          </p:nvGrpSpPr>
          <p:grpSpPr>
            <a:xfrm>
              <a:off x="1164515" y="2616281"/>
              <a:ext cx="1296010" cy="719708"/>
              <a:chOff x="314352" y="2651768"/>
              <a:chExt cx="1296010" cy="719708"/>
            </a:xfrm>
          </p:grpSpPr>
          <p:sp>
            <p:nvSpPr>
              <p:cNvPr id="785" name="Google Shape;785;p24"/>
              <p:cNvSpPr txBox="1"/>
              <p:nvPr/>
            </p:nvSpPr>
            <p:spPr>
              <a:xfrm>
                <a:off x="314352" y="2651768"/>
                <a:ext cx="1296000" cy="200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0" spcFirstLastPara="1" rIns="0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1200">
                    <a:solidFill>
                      <a:schemeClr val="dk1"/>
                    </a:solidFill>
                    <a:latin typeface="Fira Sans"/>
                    <a:ea typeface="Fira Sans"/>
                    <a:cs typeface="Fira Sans"/>
                    <a:sym typeface="Fira Sans"/>
                  </a:rPr>
                  <a:t>Accessibility Improvements</a:t>
                </a:r>
                <a:endParaRPr b="1" sz="1200">
                  <a:solidFill>
                    <a:schemeClr val="dk1"/>
                  </a:solidFill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  <p:sp>
            <p:nvSpPr>
              <p:cNvPr id="786" name="Google Shape;786;p24"/>
              <p:cNvSpPr txBox="1"/>
              <p:nvPr/>
            </p:nvSpPr>
            <p:spPr>
              <a:xfrm>
                <a:off x="314362" y="2929277"/>
                <a:ext cx="1296000" cy="442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0" spcFirstLastPara="1" rIns="0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900">
                    <a:solidFill>
                      <a:schemeClr val="dk1"/>
                    </a:solidFill>
                    <a:latin typeface="Fira Sans"/>
                    <a:ea typeface="Fira Sans"/>
                    <a:cs typeface="Fira Sans"/>
                    <a:sym typeface="Fira Sans"/>
                  </a:rPr>
                  <a:t>More inclusive designs for visually and hearing-impaired users</a:t>
                </a:r>
                <a:endParaRPr sz="800">
                  <a:solidFill>
                    <a:schemeClr val="dk1"/>
                  </a:solidFill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</p:grpSp>
      </p:grpSp>
      <p:grpSp>
        <p:nvGrpSpPr>
          <p:cNvPr id="787" name="Google Shape;787;p24"/>
          <p:cNvGrpSpPr/>
          <p:nvPr/>
        </p:nvGrpSpPr>
        <p:grpSpPr>
          <a:xfrm>
            <a:off x="6693861" y="3745438"/>
            <a:ext cx="1950510" cy="844576"/>
            <a:chOff x="6693861" y="2491413"/>
            <a:chExt cx="1950510" cy="844576"/>
          </a:xfrm>
        </p:grpSpPr>
        <p:grpSp>
          <p:nvGrpSpPr>
            <p:cNvPr id="788" name="Google Shape;788;p24"/>
            <p:cNvGrpSpPr/>
            <p:nvPr/>
          </p:nvGrpSpPr>
          <p:grpSpPr>
            <a:xfrm>
              <a:off x="6693861" y="2491413"/>
              <a:ext cx="1950510" cy="844576"/>
              <a:chOff x="6693861" y="2681650"/>
              <a:chExt cx="1950510" cy="844576"/>
            </a:xfrm>
          </p:grpSpPr>
          <p:sp>
            <p:nvSpPr>
              <p:cNvPr id="789" name="Google Shape;789;p24"/>
              <p:cNvSpPr/>
              <p:nvPr/>
            </p:nvSpPr>
            <p:spPr>
              <a:xfrm>
                <a:off x="6693861" y="2681650"/>
                <a:ext cx="1688859" cy="844576"/>
              </a:xfrm>
              <a:custGeom>
                <a:rect b="b" l="l" r="r" t="t"/>
                <a:pathLst>
                  <a:path extrusionOk="0" h="24516" w="39137">
                    <a:moveTo>
                      <a:pt x="0" y="1"/>
                    </a:moveTo>
                    <a:lnTo>
                      <a:pt x="0" y="24516"/>
                    </a:lnTo>
                    <a:lnTo>
                      <a:pt x="39136" y="24516"/>
                    </a:lnTo>
                    <a:lnTo>
                      <a:pt x="3913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790" name="Google Shape;790;p24"/>
              <p:cNvGrpSpPr/>
              <p:nvPr/>
            </p:nvGrpSpPr>
            <p:grpSpPr>
              <a:xfrm>
                <a:off x="8046319" y="2771898"/>
                <a:ext cx="598052" cy="590680"/>
                <a:chOff x="8046319" y="2771898"/>
                <a:chExt cx="598052" cy="590680"/>
              </a:xfrm>
            </p:grpSpPr>
            <p:sp>
              <p:nvSpPr>
                <p:cNvPr id="791" name="Google Shape;791;p24"/>
                <p:cNvSpPr/>
                <p:nvPr/>
              </p:nvSpPr>
              <p:spPr>
                <a:xfrm>
                  <a:off x="8046319" y="2771898"/>
                  <a:ext cx="588613" cy="588613"/>
                </a:xfrm>
                <a:custGeom>
                  <a:rect b="b" l="l" r="r" t="t"/>
                  <a:pathLst>
                    <a:path extrusionOk="0" h="17086" w="17086">
                      <a:moveTo>
                        <a:pt x="17085" y="8549"/>
                      </a:moveTo>
                      <a:cubicBezTo>
                        <a:pt x="17085" y="13264"/>
                        <a:pt x="13264" y="17086"/>
                        <a:pt x="8549" y="17086"/>
                      </a:cubicBezTo>
                      <a:cubicBezTo>
                        <a:pt x="3822" y="17086"/>
                        <a:pt x="0" y="13264"/>
                        <a:pt x="0" y="8549"/>
                      </a:cubicBezTo>
                      <a:cubicBezTo>
                        <a:pt x="0" y="3822"/>
                        <a:pt x="3822" y="0"/>
                        <a:pt x="8549" y="0"/>
                      </a:cubicBezTo>
                      <a:cubicBezTo>
                        <a:pt x="13264" y="0"/>
                        <a:pt x="17085" y="3822"/>
                        <a:pt x="17085" y="8549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92" name="Google Shape;792;p24"/>
                <p:cNvSpPr/>
                <p:nvPr/>
              </p:nvSpPr>
              <p:spPr>
                <a:xfrm>
                  <a:off x="8139816" y="2922031"/>
                  <a:ext cx="401997" cy="288794"/>
                </a:xfrm>
                <a:custGeom>
                  <a:rect b="b" l="l" r="r" t="t"/>
                  <a:pathLst>
                    <a:path extrusionOk="0" h="8383" w="11669">
                      <a:moveTo>
                        <a:pt x="11169" y="8382"/>
                      </a:moveTo>
                      <a:lnTo>
                        <a:pt x="489" y="8382"/>
                      </a:lnTo>
                      <a:cubicBezTo>
                        <a:pt x="215" y="8382"/>
                        <a:pt x="1" y="8156"/>
                        <a:pt x="1" y="7894"/>
                      </a:cubicBezTo>
                      <a:lnTo>
                        <a:pt x="1" y="500"/>
                      </a:lnTo>
                      <a:cubicBezTo>
                        <a:pt x="1" y="226"/>
                        <a:pt x="215" y="0"/>
                        <a:pt x="489" y="0"/>
                      </a:cubicBezTo>
                      <a:lnTo>
                        <a:pt x="11169" y="0"/>
                      </a:lnTo>
                      <a:cubicBezTo>
                        <a:pt x="11443" y="0"/>
                        <a:pt x="11669" y="226"/>
                        <a:pt x="11669" y="500"/>
                      </a:cubicBezTo>
                      <a:lnTo>
                        <a:pt x="11669" y="7894"/>
                      </a:lnTo>
                      <a:cubicBezTo>
                        <a:pt x="11669" y="8156"/>
                        <a:pt x="11443" y="8382"/>
                        <a:pt x="11169" y="8382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93" name="Google Shape;793;p24"/>
                <p:cNvSpPr/>
                <p:nvPr/>
              </p:nvSpPr>
              <p:spPr>
                <a:xfrm>
                  <a:off x="8139816" y="2921618"/>
                  <a:ext cx="402410" cy="61941"/>
                </a:xfrm>
                <a:custGeom>
                  <a:rect b="b" l="l" r="r" t="t"/>
                  <a:pathLst>
                    <a:path extrusionOk="0" h="1798" w="11681">
                      <a:moveTo>
                        <a:pt x="10835" y="0"/>
                      </a:moveTo>
                      <a:lnTo>
                        <a:pt x="846" y="0"/>
                      </a:lnTo>
                      <a:cubicBezTo>
                        <a:pt x="382" y="0"/>
                        <a:pt x="1" y="369"/>
                        <a:pt x="1" y="845"/>
                      </a:cubicBezTo>
                      <a:lnTo>
                        <a:pt x="1" y="1798"/>
                      </a:lnTo>
                      <a:lnTo>
                        <a:pt x="11681" y="1798"/>
                      </a:lnTo>
                      <a:lnTo>
                        <a:pt x="11681" y="845"/>
                      </a:lnTo>
                      <a:cubicBezTo>
                        <a:pt x="11669" y="393"/>
                        <a:pt x="11288" y="0"/>
                        <a:pt x="10835" y="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94" name="Google Shape;794;p24"/>
                <p:cNvSpPr/>
                <p:nvPr/>
              </p:nvSpPr>
              <p:spPr>
                <a:xfrm>
                  <a:off x="8444186" y="2938016"/>
                  <a:ext cx="28766" cy="28731"/>
                </a:xfrm>
                <a:custGeom>
                  <a:rect b="b" l="l" r="r" t="t"/>
                  <a:pathLst>
                    <a:path extrusionOk="0" h="834" w="835">
                      <a:moveTo>
                        <a:pt x="418" y="0"/>
                      </a:moveTo>
                      <a:cubicBezTo>
                        <a:pt x="191" y="0"/>
                        <a:pt x="1" y="191"/>
                        <a:pt x="1" y="417"/>
                      </a:cubicBezTo>
                      <a:cubicBezTo>
                        <a:pt x="1" y="643"/>
                        <a:pt x="191" y="834"/>
                        <a:pt x="418" y="834"/>
                      </a:cubicBezTo>
                      <a:cubicBezTo>
                        <a:pt x="656" y="834"/>
                        <a:pt x="834" y="643"/>
                        <a:pt x="834" y="417"/>
                      </a:cubicBezTo>
                      <a:cubicBezTo>
                        <a:pt x="834" y="191"/>
                        <a:pt x="656" y="0"/>
                        <a:pt x="418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95" name="Google Shape;795;p24"/>
                <p:cNvSpPr/>
                <p:nvPr/>
              </p:nvSpPr>
              <p:spPr>
                <a:xfrm>
                  <a:off x="8491796" y="2938016"/>
                  <a:ext cx="28731" cy="28731"/>
                </a:xfrm>
                <a:custGeom>
                  <a:rect b="b" l="l" r="r" t="t"/>
                  <a:pathLst>
                    <a:path extrusionOk="0" h="834" w="834">
                      <a:moveTo>
                        <a:pt x="417" y="0"/>
                      </a:moveTo>
                      <a:cubicBezTo>
                        <a:pt x="191" y="0"/>
                        <a:pt x="0" y="191"/>
                        <a:pt x="0" y="417"/>
                      </a:cubicBezTo>
                      <a:cubicBezTo>
                        <a:pt x="0" y="643"/>
                        <a:pt x="191" y="834"/>
                        <a:pt x="417" y="834"/>
                      </a:cubicBezTo>
                      <a:cubicBezTo>
                        <a:pt x="655" y="834"/>
                        <a:pt x="834" y="643"/>
                        <a:pt x="834" y="417"/>
                      </a:cubicBezTo>
                      <a:cubicBezTo>
                        <a:pt x="834" y="191"/>
                        <a:pt x="655" y="0"/>
                        <a:pt x="417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96" name="Google Shape;796;p24"/>
                <p:cNvSpPr/>
                <p:nvPr/>
              </p:nvSpPr>
              <p:spPr>
                <a:xfrm>
                  <a:off x="8182879" y="3009775"/>
                  <a:ext cx="101765" cy="163706"/>
                </a:xfrm>
                <a:custGeom>
                  <a:rect b="b" l="l" r="r" t="t"/>
                  <a:pathLst>
                    <a:path extrusionOk="0" h="4752" w="2954">
                      <a:moveTo>
                        <a:pt x="1" y="1"/>
                      </a:moveTo>
                      <a:lnTo>
                        <a:pt x="1" y="4752"/>
                      </a:lnTo>
                      <a:lnTo>
                        <a:pt x="2954" y="4752"/>
                      </a:lnTo>
                      <a:lnTo>
                        <a:pt x="2954" y="1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97" name="Google Shape;797;p24"/>
                <p:cNvSpPr/>
                <p:nvPr/>
              </p:nvSpPr>
              <p:spPr>
                <a:xfrm>
                  <a:off x="8318646" y="3009775"/>
                  <a:ext cx="187477" cy="34898"/>
                </a:xfrm>
                <a:custGeom>
                  <a:rect b="b" l="l" r="r" t="t"/>
                  <a:pathLst>
                    <a:path extrusionOk="0" h="1013" w="5442">
                      <a:moveTo>
                        <a:pt x="1" y="1"/>
                      </a:moveTo>
                      <a:lnTo>
                        <a:pt x="1" y="1013"/>
                      </a:lnTo>
                      <a:lnTo>
                        <a:pt x="5442" y="1013"/>
                      </a:lnTo>
                      <a:lnTo>
                        <a:pt x="5442" y="1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98" name="Google Shape;798;p24"/>
                <p:cNvSpPr/>
                <p:nvPr/>
              </p:nvSpPr>
              <p:spPr>
                <a:xfrm>
                  <a:off x="8318646" y="3074197"/>
                  <a:ext cx="187477" cy="34898"/>
                </a:xfrm>
                <a:custGeom>
                  <a:rect b="b" l="l" r="r" t="t"/>
                  <a:pathLst>
                    <a:path extrusionOk="0" h="1013" w="5442">
                      <a:moveTo>
                        <a:pt x="1" y="0"/>
                      </a:moveTo>
                      <a:lnTo>
                        <a:pt x="1" y="1012"/>
                      </a:lnTo>
                      <a:lnTo>
                        <a:pt x="5442" y="1012"/>
                      </a:lnTo>
                      <a:lnTo>
                        <a:pt x="5442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99" name="Google Shape;799;p24"/>
                <p:cNvSpPr/>
                <p:nvPr/>
              </p:nvSpPr>
              <p:spPr>
                <a:xfrm>
                  <a:off x="8318646" y="3138584"/>
                  <a:ext cx="187477" cy="34898"/>
                </a:xfrm>
                <a:custGeom>
                  <a:rect b="b" l="l" r="r" t="t"/>
                  <a:pathLst>
                    <a:path extrusionOk="0" h="1013" w="5442">
                      <a:moveTo>
                        <a:pt x="1" y="1"/>
                      </a:moveTo>
                      <a:lnTo>
                        <a:pt x="1" y="1013"/>
                      </a:lnTo>
                      <a:lnTo>
                        <a:pt x="5442" y="1013"/>
                      </a:lnTo>
                      <a:lnTo>
                        <a:pt x="5442" y="1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00" name="Google Shape;800;p24"/>
                <p:cNvSpPr/>
                <p:nvPr/>
              </p:nvSpPr>
              <p:spPr>
                <a:xfrm>
                  <a:off x="8411351" y="3104134"/>
                  <a:ext cx="233020" cy="258444"/>
                </a:xfrm>
                <a:custGeom>
                  <a:rect b="b" l="l" r="r" t="t"/>
                  <a:pathLst>
                    <a:path extrusionOk="0" h="7502" w="6764">
                      <a:moveTo>
                        <a:pt x="4644" y="6775"/>
                      </a:moveTo>
                      <a:lnTo>
                        <a:pt x="3382" y="7501"/>
                      </a:lnTo>
                      <a:lnTo>
                        <a:pt x="2120" y="6775"/>
                      </a:lnTo>
                      <a:cubicBezTo>
                        <a:pt x="810" y="6025"/>
                        <a:pt x="1" y="4632"/>
                        <a:pt x="1" y="3132"/>
                      </a:cubicBezTo>
                      <a:lnTo>
                        <a:pt x="1" y="1167"/>
                      </a:lnTo>
                      <a:lnTo>
                        <a:pt x="3382" y="0"/>
                      </a:lnTo>
                      <a:lnTo>
                        <a:pt x="6763" y="1167"/>
                      </a:lnTo>
                      <a:lnTo>
                        <a:pt x="6763" y="3132"/>
                      </a:lnTo>
                      <a:cubicBezTo>
                        <a:pt x="6763" y="4632"/>
                        <a:pt x="5954" y="6013"/>
                        <a:pt x="4644" y="6775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01" name="Google Shape;801;p24"/>
                <p:cNvSpPr/>
                <p:nvPr/>
              </p:nvSpPr>
              <p:spPr>
                <a:xfrm>
                  <a:off x="8431061" y="3126285"/>
                  <a:ext cx="191611" cy="212074"/>
                </a:xfrm>
                <a:custGeom>
                  <a:rect b="b" l="l" r="r" t="t"/>
                  <a:pathLst>
                    <a:path extrusionOk="0" fill="none" h="6156" w="5562">
                      <a:moveTo>
                        <a:pt x="2799" y="0"/>
                      </a:moveTo>
                      <a:lnTo>
                        <a:pt x="5561" y="953"/>
                      </a:lnTo>
                      <a:lnTo>
                        <a:pt x="5561" y="2477"/>
                      </a:lnTo>
                      <a:cubicBezTo>
                        <a:pt x="5561" y="3763"/>
                        <a:pt x="4859" y="4965"/>
                        <a:pt x="3751" y="5608"/>
                      </a:cubicBezTo>
                      <a:lnTo>
                        <a:pt x="2775" y="6156"/>
                      </a:lnTo>
                      <a:lnTo>
                        <a:pt x="1811" y="5608"/>
                      </a:lnTo>
                      <a:cubicBezTo>
                        <a:pt x="692" y="4965"/>
                        <a:pt x="1" y="3775"/>
                        <a:pt x="1" y="2477"/>
                      </a:cubicBezTo>
                      <a:lnTo>
                        <a:pt x="1" y="953"/>
                      </a:lnTo>
                      <a:close/>
                    </a:path>
                  </a:pathLst>
                </a:custGeom>
                <a:noFill/>
                <a:ln cap="flat" cmpd="sng" w="3875">
                  <a:solidFill>
                    <a:srgbClr val="FFFFFF"/>
                  </a:solidFill>
                  <a:prstDash val="solid"/>
                  <a:miter lim="1190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02" name="Google Shape;802;p24"/>
                <p:cNvSpPr/>
                <p:nvPr/>
              </p:nvSpPr>
              <p:spPr>
                <a:xfrm>
                  <a:off x="8461825" y="3173447"/>
                  <a:ext cx="140315" cy="84127"/>
                </a:xfrm>
                <a:custGeom>
                  <a:rect b="b" l="l" r="r" t="t"/>
                  <a:pathLst>
                    <a:path extrusionOk="0" fill="none" h="2442" w="4073">
                      <a:moveTo>
                        <a:pt x="1" y="798"/>
                      </a:moveTo>
                      <a:lnTo>
                        <a:pt x="1632" y="2441"/>
                      </a:lnTo>
                      <a:lnTo>
                        <a:pt x="4073" y="1"/>
                      </a:lnTo>
                    </a:path>
                  </a:pathLst>
                </a:custGeom>
                <a:noFill/>
                <a:ln cap="flat" cmpd="sng" w="11300">
                  <a:solidFill>
                    <a:srgbClr val="FFFFFF"/>
                  </a:solidFill>
                  <a:prstDash val="solid"/>
                  <a:miter lim="1190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803" name="Google Shape;803;p24"/>
            <p:cNvGrpSpPr/>
            <p:nvPr/>
          </p:nvGrpSpPr>
          <p:grpSpPr>
            <a:xfrm>
              <a:off x="6711388" y="2616285"/>
              <a:ext cx="1471936" cy="666265"/>
              <a:chOff x="7537251" y="2651772"/>
              <a:chExt cx="1471936" cy="666265"/>
            </a:xfrm>
          </p:grpSpPr>
          <p:sp>
            <p:nvSpPr>
              <p:cNvPr id="804" name="Google Shape;804;p24"/>
              <p:cNvSpPr txBox="1"/>
              <p:nvPr/>
            </p:nvSpPr>
            <p:spPr>
              <a:xfrm>
                <a:off x="7537251" y="2651772"/>
                <a:ext cx="1296000" cy="200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0" spcFirstLastPara="1" rIns="0" wrap="square" tIns="91425">
                <a:noAutofit/>
              </a:bodyPr>
              <a:lstStyle/>
              <a:p>
                <a:pPr indent="0" lvl="0" marL="0" rtl="0" algn="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1200">
                    <a:solidFill>
                      <a:schemeClr val="accent6"/>
                    </a:solidFill>
                    <a:latin typeface="Fira Sans"/>
                    <a:ea typeface="Fira Sans"/>
                    <a:cs typeface="Fira Sans"/>
                    <a:sym typeface="Fira Sans"/>
                  </a:rPr>
                  <a:t>Invisible CAPTCHA</a:t>
                </a:r>
                <a:endParaRPr b="1" sz="1100">
                  <a:solidFill>
                    <a:schemeClr val="accent6"/>
                  </a:solidFill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  <p:sp>
            <p:nvSpPr>
              <p:cNvPr id="805" name="Google Shape;805;p24"/>
              <p:cNvSpPr txBox="1"/>
              <p:nvPr/>
            </p:nvSpPr>
            <p:spPr>
              <a:xfrm>
                <a:off x="7581187" y="2875838"/>
                <a:ext cx="1428000" cy="442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0" spcFirstLastPara="1" rIns="0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900">
                    <a:solidFill>
                      <a:schemeClr val="dk1"/>
                    </a:solidFill>
                    <a:latin typeface="Fira Sans"/>
                    <a:ea typeface="Fira Sans"/>
                    <a:cs typeface="Fira Sans"/>
                    <a:sym typeface="Fira Sans"/>
                  </a:rPr>
                  <a:t>Fully hidden tests that evaluate interactions</a:t>
                </a:r>
                <a:r>
                  <a:rPr lang="en-GB" sz="900">
                    <a:solidFill>
                      <a:schemeClr val="dk1"/>
                    </a:solidFill>
                    <a:latin typeface="Fira Sans"/>
                    <a:ea typeface="Fira Sans"/>
                    <a:cs typeface="Fira Sans"/>
                    <a:sym typeface="Fira Sans"/>
                  </a:rPr>
                  <a:t> </a:t>
                </a:r>
                <a:r>
                  <a:rPr lang="en-GB" sz="900">
                    <a:solidFill>
                      <a:schemeClr val="dk1"/>
                    </a:solidFill>
                    <a:latin typeface="Fira Sans"/>
                    <a:ea typeface="Fira Sans"/>
                    <a:cs typeface="Fira Sans"/>
                    <a:sym typeface="Fira Sans"/>
                  </a:rPr>
                  <a:t>without user input</a:t>
                </a:r>
                <a:endParaRPr sz="900">
                  <a:solidFill>
                    <a:schemeClr val="dk1"/>
                  </a:solidFill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</p:grp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9" name="Shape 8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0" name="Google Shape;810;p25"/>
          <p:cNvSpPr txBox="1"/>
          <p:nvPr>
            <p:ph type="title"/>
          </p:nvPr>
        </p:nvSpPr>
        <p:spPr>
          <a:xfrm>
            <a:off x="0" y="1674425"/>
            <a:ext cx="2172300" cy="104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/>
              <a:t>CAPTCHA -Text Type- Python Code</a:t>
            </a:r>
            <a:endParaRPr sz="2200"/>
          </a:p>
        </p:txBody>
      </p:sp>
      <p:pic>
        <p:nvPicPr>
          <p:cNvPr id="811" name="Google Shape;811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00125" y="45200"/>
            <a:ext cx="6876775" cy="5053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5" name="Shape 8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6" name="Google Shape;816;p26"/>
          <p:cNvSpPr txBox="1"/>
          <p:nvPr/>
        </p:nvSpPr>
        <p:spPr>
          <a:xfrm>
            <a:off x="2685750" y="2375850"/>
            <a:ext cx="3772500" cy="11673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5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Any Question?</a:t>
            </a:r>
            <a:endParaRPr b="1" sz="3500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817" name="Google Shape;817;p26"/>
          <p:cNvSpPr txBox="1"/>
          <p:nvPr/>
        </p:nvSpPr>
        <p:spPr>
          <a:xfrm>
            <a:off x="3299550" y="1600350"/>
            <a:ext cx="2544900" cy="7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5000">
                <a:solidFill>
                  <a:schemeClr val="accent4"/>
                </a:solidFill>
                <a:latin typeface="Fira Sans"/>
                <a:ea typeface="Fira Sans"/>
                <a:cs typeface="Fira Sans"/>
                <a:sym typeface="Fira Sans"/>
              </a:rPr>
              <a:t>Thanks</a:t>
            </a:r>
            <a:endParaRPr b="1" sz="5000">
              <a:solidFill>
                <a:schemeClr val="accent4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ybersecurity Infographics by Slidesgo">
  <a:themeElements>
    <a:clrScheme name="Simple Light">
      <a:dk1>
        <a:srgbClr val="000000"/>
      </a:dk1>
      <a:lt1>
        <a:srgbClr val="FFFFFF"/>
      </a:lt1>
      <a:dk2>
        <a:srgbClr val="E0E0E0"/>
      </a:dk2>
      <a:lt2>
        <a:srgbClr val="43B6E5"/>
      </a:lt2>
      <a:accent1>
        <a:srgbClr val="2E294E"/>
      </a:accent1>
      <a:accent2>
        <a:srgbClr val="DD90B6"/>
      </a:accent2>
      <a:accent3>
        <a:srgbClr val="A060AD"/>
      </a:accent3>
      <a:accent4>
        <a:srgbClr val="8058BE"/>
      </a:accent4>
      <a:accent5>
        <a:srgbClr val="424B66"/>
      </a:accent5>
      <a:accent6>
        <a:srgbClr val="1C1C66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