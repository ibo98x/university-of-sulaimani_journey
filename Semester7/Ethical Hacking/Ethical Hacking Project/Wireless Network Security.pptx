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98878" y="713257"/>
            <a:ext cx="4711065" cy="3717290"/>
          </a:xfrm>
          <a:custGeom>
            <a:avLst/>
            <a:gdLst/>
            <a:ahLst/>
            <a:cxnLst/>
            <a:rect l="l" t="t" r="r" b="b"/>
            <a:pathLst>
              <a:path w="4711065" h="3717290">
                <a:moveTo>
                  <a:pt x="4710481" y="1520710"/>
                </a:moveTo>
                <a:lnTo>
                  <a:pt x="4710201" y="1507566"/>
                </a:lnTo>
                <a:lnTo>
                  <a:pt x="4710201" y="1496898"/>
                </a:lnTo>
                <a:lnTo>
                  <a:pt x="4709757" y="1486395"/>
                </a:lnTo>
                <a:lnTo>
                  <a:pt x="4709465" y="1471879"/>
                </a:lnTo>
                <a:lnTo>
                  <a:pt x="4708576" y="1457693"/>
                </a:lnTo>
                <a:lnTo>
                  <a:pt x="4708233" y="1449298"/>
                </a:lnTo>
                <a:lnTo>
                  <a:pt x="4707471" y="1439913"/>
                </a:lnTo>
                <a:lnTo>
                  <a:pt x="4706417" y="1422996"/>
                </a:lnTo>
                <a:lnTo>
                  <a:pt x="4704931" y="1408645"/>
                </a:lnTo>
                <a:lnTo>
                  <a:pt x="4704372" y="1401699"/>
                </a:lnTo>
                <a:lnTo>
                  <a:pt x="4703305" y="1392859"/>
                </a:lnTo>
                <a:lnTo>
                  <a:pt x="4701375" y="1374140"/>
                </a:lnTo>
                <a:lnTo>
                  <a:pt x="4699330" y="1359928"/>
                </a:lnTo>
                <a:lnTo>
                  <a:pt x="4698644" y="1354175"/>
                </a:lnTo>
                <a:lnTo>
                  <a:pt x="4697361" y="1346187"/>
                </a:lnTo>
                <a:lnTo>
                  <a:pt x="4694390" y="1325410"/>
                </a:lnTo>
                <a:lnTo>
                  <a:pt x="4691773" y="1311186"/>
                </a:lnTo>
                <a:lnTo>
                  <a:pt x="4691075" y="1306791"/>
                </a:lnTo>
                <a:lnTo>
                  <a:pt x="4689691" y="1299845"/>
                </a:lnTo>
                <a:lnTo>
                  <a:pt x="4685474" y="1276870"/>
                </a:lnTo>
                <a:lnTo>
                  <a:pt x="4682350" y="1262938"/>
                </a:lnTo>
                <a:lnTo>
                  <a:pt x="4681702" y="1259636"/>
                </a:lnTo>
                <a:lnTo>
                  <a:pt x="4680305" y="1253807"/>
                </a:lnTo>
                <a:lnTo>
                  <a:pt x="4674679" y="1228598"/>
                </a:lnTo>
                <a:lnTo>
                  <a:pt x="4671098" y="1215059"/>
                </a:lnTo>
                <a:lnTo>
                  <a:pt x="4670564" y="1212773"/>
                </a:lnTo>
                <a:lnTo>
                  <a:pt x="4669282" y="1208176"/>
                </a:lnTo>
                <a:lnTo>
                  <a:pt x="4662043" y="1180693"/>
                </a:lnTo>
                <a:lnTo>
                  <a:pt x="4658118" y="1167828"/>
                </a:lnTo>
                <a:lnTo>
                  <a:pt x="4657699" y="1166279"/>
                </a:lnTo>
                <a:lnTo>
                  <a:pt x="4656582" y="1162773"/>
                </a:lnTo>
                <a:lnTo>
                  <a:pt x="4647590" y="1133195"/>
                </a:lnTo>
                <a:lnTo>
                  <a:pt x="4643323" y="1120876"/>
                </a:lnTo>
                <a:lnTo>
                  <a:pt x="4643120" y="1120203"/>
                </a:lnTo>
                <a:lnTo>
                  <a:pt x="4642472" y="1118425"/>
                </a:lnTo>
                <a:lnTo>
                  <a:pt x="4631360" y="1086231"/>
                </a:lnTo>
                <a:lnTo>
                  <a:pt x="4626915" y="1074762"/>
                </a:lnTo>
                <a:lnTo>
                  <a:pt x="4626737" y="1074318"/>
                </a:lnTo>
                <a:lnTo>
                  <a:pt x="4613389" y="1039837"/>
                </a:lnTo>
                <a:lnTo>
                  <a:pt x="4609008" y="1029677"/>
                </a:lnTo>
                <a:lnTo>
                  <a:pt x="4593717" y="994117"/>
                </a:lnTo>
                <a:lnTo>
                  <a:pt x="4572368" y="949147"/>
                </a:lnTo>
                <a:lnTo>
                  <a:pt x="4549381" y="905002"/>
                </a:lnTo>
                <a:lnTo>
                  <a:pt x="4524807" y="861758"/>
                </a:lnTo>
                <a:lnTo>
                  <a:pt x="4498657" y="819505"/>
                </a:lnTo>
                <a:lnTo>
                  <a:pt x="4470984" y="778306"/>
                </a:lnTo>
                <a:lnTo>
                  <a:pt x="4441812" y="738251"/>
                </a:lnTo>
                <a:lnTo>
                  <a:pt x="4440936" y="737158"/>
                </a:lnTo>
                <a:lnTo>
                  <a:pt x="4411192" y="699427"/>
                </a:lnTo>
                <a:lnTo>
                  <a:pt x="4378960" y="661555"/>
                </a:lnTo>
                <a:lnTo>
                  <a:pt x="4345597" y="624890"/>
                </a:lnTo>
                <a:lnTo>
                  <a:pt x="4311116" y="589419"/>
                </a:lnTo>
                <a:lnTo>
                  <a:pt x="4275569" y="555104"/>
                </a:lnTo>
                <a:lnTo>
                  <a:pt x="4239006" y="521957"/>
                </a:lnTo>
                <a:lnTo>
                  <a:pt x="4201464" y="489966"/>
                </a:lnTo>
                <a:lnTo>
                  <a:pt x="4162971" y="459117"/>
                </a:lnTo>
                <a:lnTo>
                  <a:pt x="4123575" y="429399"/>
                </a:lnTo>
                <a:lnTo>
                  <a:pt x="4083329" y="400799"/>
                </a:lnTo>
                <a:lnTo>
                  <a:pt x="4042245" y="373303"/>
                </a:lnTo>
                <a:lnTo>
                  <a:pt x="4000398" y="346913"/>
                </a:lnTo>
                <a:lnTo>
                  <a:pt x="3957802" y="321602"/>
                </a:lnTo>
                <a:lnTo>
                  <a:pt x="3914508" y="297370"/>
                </a:lnTo>
                <a:lnTo>
                  <a:pt x="3870553" y="274205"/>
                </a:lnTo>
                <a:lnTo>
                  <a:pt x="3825976" y="252095"/>
                </a:lnTo>
                <a:lnTo>
                  <a:pt x="3780828" y="231025"/>
                </a:lnTo>
                <a:lnTo>
                  <a:pt x="3735146" y="210997"/>
                </a:lnTo>
                <a:lnTo>
                  <a:pt x="3688969" y="191973"/>
                </a:lnTo>
                <a:lnTo>
                  <a:pt x="3642322" y="173977"/>
                </a:lnTo>
                <a:lnTo>
                  <a:pt x="3595268" y="156972"/>
                </a:lnTo>
                <a:lnTo>
                  <a:pt x="3547846" y="140957"/>
                </a:lnTo>
                <a:lnTo>
                  <a:pt x="3500082" y="125920"/>
                </a:lnTo>
                <a:lnTo>
                  <a:pt x="3452025" y="111848"/>
                </a:lnTo>
                <a:lnTo>
                  <a:pt x="3403714" y="98742"/>
                </a:lnTo>
                <a:lnTo>
                  <a:pt x="3355187" y="86575"/>
                </a:lnTo>
                <a:lnTo>
                  <a:pt x="3306495" y="75349"/>
                </a:lnTo>
                <a:lnTo>
                  <a:pt x="3257664" y="65036"/>
                </a:lnTo>
                <a:lnTo>
                  <a:pt x="3208756" y="55651"/>
                </a:lnTo>
                <a:lnTo>
                  <a:pt x="3158845" y="47104"/>
                </a:lnTo>
                <a:lnTo>
                  <a:pt x="3108845" y="39395"/>
                </a:lnTo>
                <a:lnTo>
                  <a:pt x="3058782" y="32486"/>
                </a:lnTo>
                <a:lnTo>
                  <a:pt x="3008655" y="26339"/>
                </a:lnTo>
                <a:lnTo>
                  <a:pt x="2958439" y="20929"/>
                </a:lnTo>
                <a:lnTo>
                  <a:pt x="2908173" y="16230"/>
                </a:lnTo>
                <a:lnTo>
                  <a:pt x="2857855" y="12204"/>
                </a:lnTo>
                <a:lnTo>
                  <a:pt x="2807474" y="8813"/>
                </a:lnTo>
                <a:lnTo>
                  <a:pt x="2757043" y="6032"/>
                </a:lnTo>
                <a:lnTo>
                  <a:pt x="2706573" y="3822"/>
                </a:lnTo>
                <a:lnTo>
                  <a:pt x="2656052" y="2171"/>
                </a:lnTo>
                <a:lnTo>
                  <a:pt x="2653271" y="2120"/>
                </a:lnTo>
                <a:lnTo>
                  <a:pt x="2638450" y="1778"/>
                </a:lnTo>
                <a:lnTo>
                  <a:pt x="2602319" y="927"/>
                </a:lnTo>
                <a:lnTo>
                  <a:pt x="2551303" y="228"/>
                </a:lnTo>
                <a:lnTo>
                  <a:pt x="2500249" y="0"/>
                </a:lnTo>
                <a:lnTo>
                  <a:pt x="2447988" y="228"/>
                </a:lnTo>
                <a:lnTo>
                  <a:pt x="2395728" y="889"/>
                </a:lnTo>
                <a:lnTo>
                  <a:pt x="2343480" y="1943"/>
                </a:lnTo>
                <a:lnTo>
                  <a:pt x="2291219" y="3340"/>
                </a:lnTo>
                <a:lnTo>
                  <a:pt x="2238959" y="5054"/>
                </a:lnTo>
                <a:lnTo>
                  <a:pt x="2186698" y="7035"/>
                </a:lnTo>
                <a:lnTo>
                  <a:pt x="2162632" y="8064"/>
                </a:lnTo>
                <a:lnTo>
                  <a:pt x="2136216" y="9144"/>
                </a:lnTo>
                <a:lnTo>
                  <a:pt x="2083625" y="11518"/>
                </a:lnTo>
                <a:lnTo>
                  <a:pt x="2031034" y="14058"/>
                </a:lnTo>
                <a:lnTo>
                  <a:pt x="1978469" y="16738"/>
                </a:lnTo>
                <a:lnTo>
                  <a:pt x="1925916" y="19494"/>
                </a:lnTo>
                <a:lnTo>
                  <a:pt x="1873389" y="22326"/>
                </a:lnTo>
                <a:lnTo>
                  <a:pt x="1820887" y="25171"/>
                </a:lnTo>
                <a:lnTo>
                  <a:pt x="1770519" y="28028"/>
                </a:lnTo>
                <a:lnTo>
                  <a:pt x="1720088" y="30975"/>
                </a:lnTo>
                <a:lnTo>
                  <a:pt x="1669618" y="34061"/>
                </a:lnTo>
                <a:lnTo>
                  <a:pt x="1619110" y="37376"/>
                </a:lnTo>
                <a:lnTo>
                  <a:pt x="1568615" y="40970"/>
                </a:lnTo>
                <a:lnTo>
                  <a:pt x="1518132" y="44907"/>
                </a:lnTo>
                <a:lnTo>
                  <a:pt x="1467700" y="49263"/>
                </a:lnTo>
                <a:lnTo>
                  <a:pt x="1417332" y="54089"/>
                </a:lnTo>
                <a:lnTo>
                  <a:pt x="1367053" y="59474"/>
                </a:lnTo>
                <a:lnTo>
                  <a:pt x="1316875" y="65468"/>
                </a:lnTo>
                <a:lnTo>
                  <a:pt x="1266837" y="72148"/>
                </a:lnTo>
                <a:lnTo>
                  <a:pt x="1216952" y="79565"/>
                </a:lnTo>
                <a:lnTo>
                  <a:pt x="1167244" y="87795"/>
                </a:lnTo>
                <a:lnTo>
                  <a:pt x="1117739" y="96901"/>
                </a:lnTo>
                <a:lnTo>
                  <a:pt x="1068463" y="106946"/>
                </a:lnTo>
                <a:lnTo>
                  <a:pt x="1019416" y="118008"/>
                </a:lnTo>
                <a:lnTo>
                  <a:pt x="970648" y="130149"/>
                </a:lnTo>
                <a:lnTo>
                  <a:pt x="922159" y="143421"/>
                </a:lnTo>
                <a:lnTo>
                  <a:pt x="873988" y="157899"/>
                </a:lnTo>
                <a:lnTo>
                  <a:pt x="826147" y="173659"/>
                </a:lnTo>
                <a:lnTo>
                  <a:pt x="778675" y="190766"/>
                </a:lnTo>
                <a:lnTo>
                  <a:pt x="733882" y="208495"/>
                </a:lnTo>
                <a:lnTo>
                  <a:pt x="689521" y="227711"/>
                </a:lnTo>
                <a:lnTo>
                  <a:pt x="645693" y="248412"/>
                </a:lnTo>
                <a:lnTo>
                  <a:pt x="602475" y="270573"/>
                </a:lnTo>
                <a:lnTo>
                  <a:pt x="559968" y="294182"/>
                </a:lnTo>
                <a:lnTo>
                  <a:pt x="518287" y="319214"/>
                </a:lnTo>
                <a:lnTo>
                  <a:pt x="477507" y="345643"/>
                </a:lnTo>
                <a:lnTo>
                  <a:pt x="437730" y="373468"/>
                </a:lnTo>
                <a:lnTo>
                  <a:pt x="399072" y="402666"/>
                </a:lnTo>
                <a:lnTo>
                  <a:pt x="361607" y="433222"/>
                </a:lnTo>
                <a:lnTo>
                  <a:pt x="325437" y="465124"/>
                </a:lnTo>
                <a:lnTo>
                  <a:pt x="290664" y="498335"/>
                </a:lnTo>
                <a:lnTo>
                  <a:pt x="257390" y="532866"/>
                </a:lnTo>
                <a:lnTo>
                  <a:pt x="225704" y="568667"/>
                </a:lnTo>
                <a:lnTo>
                  <a:pt x="195694" y="605751"/>
                </a:lnTo>
                <a:lnTo>
                  <a:pt x="167474" y="644080"/>
                </a:lnTo>
                <a:lnTo>
                  <a:pt x="141147" y="683653"/>
                </a:lnTo>
                <a:lnTo>
                  <a:pt x="116776" y="724446"/>
                </a:lnTo>
                <a:lnTo>
                  <a:pt x="94488" y="766432"/>
                </a:lnTo>
                <a:lnTo>
                  <a:pt x="74371" y="809612"/>
                </a:lnTo>
                <a:lnTo>
                  <a:pt x="56527" y="853948"/>
                </a:lnTo>
                <a:lnTo>
                  <a:pt x="41046" y="899439"/>
                </a:lnTo>
                <a:lnTo>
                  <a:pt x="27889" y="947242"/>
                </a:lnTo>
                <a:lnTo>
                  <a:pt x="17449" y="995260"/>
                </a:lnTo>
                <a:lnTo>
                  <a:pt x="9588" y="1043508"/>
                </a:lnTo>
                <a:lnTo>
                  <a:pt x="9436" y="1044829"/>
                </a:lnTo>
                <a:lnTo>
                  <a:pt x="9220" y="1046772"/>
                </a:lnTo>
                <a:lnTo>
                  <a:pt x="4165" y="1091958"/>
                </a:lnTo>
                <a:lnTo>
                  <a:pt x="4102" y="1092847"/>
                </a:lnTo>
                <a:lnTo>
                  <a:pt x="4000" y="1093812"/>
                </a:lnTo>
                <a:lnTo>
                  <a:pt x="2260" y="1121410"/>
                </a:lnTo>
                <a:lnTo>
                  <a:pt x="1016" y="1140637"/>
                </a:lnTo>
                <a:lnTo>
                  <a:pt x="990" y="1141387"/>
                </a:lnTo>
                <a:lnTo>
                  <a:pt x="901" y="1142949"/>
                </a:lnTo>
                <a:lnTo>
                  <a:pt x="406" y="1169631"/>
                </a:lnTo>
                <a:lnTo>
                  <a:pt x="0" y="1189545"/>
                </a:lnTo>
                <a:lnTo>
                  <a:pt x="25" y="1190815"/>
                </a:lnTo>
                <a:lnTo>
                  <a:pt x="0" y="1192250"/>
                </a:lnTo>
                <a:lnTo>
                  <a:pt x="457" y="1212011"/>
                </a:lnTo>
                <a:lnTo>
                  <a:pt x="1028" y="1239037"/>
                </a:lnTo>
                <a:lnTo>
                  <a:pt x="1143" y="1241120"/>
                </a:lnTo>
                <a:lnTo>
                  <a:pt x="1168" y="1241691"/>
                </a:lnTo>
                <a:lnTo>
                  <a:pt x="1714" y="1250391"/>
                </a:lnTo>
                <a:lnTo>
                  <a:pt x="4038" y="1288669"/>
                </a:lnTo>
                <a:lnTo>
                  <a:pt x="8890" y="1338376"/>
                </a:lnTo>
                <a:lnTo>
                  <a:pt x="15455" y="1388148"/>
                </a:lnTo>
                <a:lnTo>
                  <a:pt x="23583" y="1437932"/>
                </a:lnTo>
                <a:lnTo>
                  <a:pt x="23939" y="1439837"/>
                </a:lnTo>
                <a:lnTo>
                  <a:pt x="23990" y="1440078"/>
                </a:lnTo>
                <a:lnTo>
                  <a:pt x="25933" y="1450200"/>
                </a:lnTo>
                <a:lnTo>
                  <a:pt x="33172" y="1487716"/>
                </a:lnTo>
                <a:lnTo>
                  <a:pt x="33388" y="1488732"/>
                </a:lnTo>
                <a:lnTo>
                  <a:pt x="33578" y="1489684"/>
                </a:lnTo>
                <a:lnTo>
                  <a:pt x="43688" y="1535823"/>
                </a:lnTo>
                <a:lnTo>
                  <a:pt x="44056" y="1537449"/>
                </a:lnTo>
                <a:lnTo>
                  <a:pt x="56476" y="1588719"/>
                </a:lnTo>
                <a:lnTo>
                  <a:pt x="69532" y="1638071"/>
                </a:lnTo>
                <a:lnTo>
                  <a:pt x="83489" y="1687283"/>
                </a:lnTo>
                <a:lnTo>
                  <a:pt x="98221" y="1736305"/>
                </a:lnTo>
                <a:lnTo>
                  <a:pt x="113576" y="1785137"/>
                </a:lnTo>
                <a:lnTo>
                  <a:pt x="129438" y="1833714"/>
                </a:lnTo>
                <a:lnTo>
                  <a:pt x="145681" y="1882025"/>
                </a:lnTo>
                <a:lnTo>
                  <a:pt x="162166" y="1930044"/>
                </a:lnTo>
                <a:lnTo>
                  <a:pt x="178777" y="1977732"/>
                </a:lnTo>
                <a:lnTo>
                  <a:pt x="195707" y="2025624"/>
                </a:lnTo>
                <a:lnTo>
                  <a:pt x="212763" y="2073630"/>
                </a:lnTo>
                <a:lnTo>
                  <a:pt x="229997" y="2121700"/>
                </a:lnTo>
                <a:lnTo>
                  <a:pt x="247459" y="2169769"/>
                </a:lnTo>
                <a:lnTo>
                  <a:pt x="265188" y="2217826"/>
                </a:lnTo>
                <a:lnTo>
                  <a:pt x="283222" y="2265794"/>
                </a:lnTo>
                <a:lnTo>
                  <a:pt x="301625" y="2313648"/>
                </a:lnTo>
                <a:lnTo>
                  <a:pt x="320433" y="2361336"/>
                </a:lnTo>
                <a:lnTo>
                  <a:pt x="339699" y="2408809"/>
                </a:lnTo>
                <a:lnTo>
                  <a:pt x="359460" y="2456015"/>
                </a:lnTo>
                <a:lnTo>
                  <a:pt x="379768" y="2502928"/>
                </a:lnTo>
                <a:lnTo>
                  <a:pt x="400672" y="2549487"/>
                </a:lnTo>
                <a:lnTo>
                  <a:pt x="422224" y="2595651"/>
                </a:lnTo>
                <a:lnTo>
                  <a:pt x="444461" y="2641371"/>
                </a:lnTo>
                <a:lnTo>
                  <a:pt x="467436" y="2686608"/>
                </a:lnTo>
                <a:lnTo>
                  <a:pt x="491185" y="2731312"/>
                </a:lnTo>
                <a:lnTo>
                  <a:pt x="515759" y="2775445"/>
                </a:lnTo>
                <a:lnTo>
                  <a:pt x="541223" y="2818942"/>
                </a:lnTo>
                <a:lnTo>
                  <a:pt x="567601" y="2861780"/>
                </a:lnTo>
                <a:lnTo>
                  <a:pt x="594944" y="2903905"/>
                </a:lnTo>
                <a:lnTo>
                  <a:pt x="623303" y="2945257"/>
                </a:lnTo>
                <a:lnTo>
                  <a:pt x="652729" y="2985808"/>
                </a:lnTo>
                <a:lnTo>
                  <a:pt x="683260" y="3025508"/>
                </a:lnTo>
                <a:lnTo>
                  <a:pt x="714933" y="3064319"/>
                </a:lnTo>
                <a:lnTo>
                  <a:pt x="747826" y="3102178"/>
                </a:lnTo>
                <a:lnTo>
                  <a:pt x="781964" y="3139059"/>
                </a:lnTo>
                <a:lnTo>
                  <a:pt x="817384" y="3174898"/>
                </a:lnTo>
                <a:lnTo>
                  <a:pt x="854163" y="3209658"/>
                </a:lnTo>
                <a:lnTo>
                  <a:pt x="885291" y="3237255"/>
                </a:lnTo>
                <a:lnTo>
                  <a:pt x="918349" y="3264725"/>
                </a:lnTo>
                <a:lnTo>
                  <a:pt x="953223" y="3291992"/>
                </a:lnTo>
                <a:lnTo>
                  <a:pt x="989812" y="3318980"/>
                </a:lnTo>
                <a:lnTo>
                  <a:pt x="1028001" y="3345650"/>
                </a:lnTo>
                <a:lnTo>
                  <a:pt x="1067701" y="3371913"/>
                </a:lnTo>
                <a:lnTo>
                  <a:pt x="1108798" y="3397720"/>
                </a:lnTo>
                <a:lnTo>
                  <a:pt x="1151204" y="3422993"/>
                </a:lnTo>
                <a:lnTo>
                  <a:pt x="1194790" y="3447669"/>
                </a:lnTo>
                <a:lnTo>
                  <a:pt x="1239469" y="3471684"/>
                </a:lnTo>
                <a:lnTo>
                  <a:pt x="1285125" y="3494989"/>
                </a:lnTo>
                <a:lnTo>
                  <a:pt x="1331671" y="3517481"/>
                </a:lnTo>
                <a:lnTo>
                  <a:pt x="1378991" y="3539134"/>
                </a:lnTo>
                <a:lnTo>
                  <a:pt x="1426984" y="3559848"/>
                </a:lnTo>
                <a:lnTo>
                  <a:pt x="1475549" y="3579584"/>
                </a:lnTo>
                <a:lnTo>
                  <a:pt x="1524584" y="3598265"/>
                </a:lnTo>
                <a:lnTo>
                  <a:pt x="1573974" y="3615829"/>
                </a:lnTo>
                <a:lnTo>
                  <a:pt x="1623631" y="3632212"/>
                </a:lnTo>
                <a:lnTo>
                  <a:pt x="1673428" y="3647351"/>
                </a:lnTo>
                <a:lnTo>
                  <a:pt x="1723288" y="3661168"/>
                </a:lnTo>
                <a:lnTo>
                  <a:pt x="1724393" y="3661448"/>
                </a:lnTo>
                <a:lnTo>
                  <a:pt x="1725002" y="3661613"/>
                </a:lnTo>
                <a:lnTo>
                  <a:pt x="1774875" y="3674059"/>
                </a:lnTo>
                <a:lnTo>
                  <a:pt x="1824570" y="3685057"/>
                </a:lnTo>
                <a:lnTo>
                  <a:pt x="1874012" y="3694544"/>
                </a:lnTo>
                <a:lnTo>
                  <a:pt x="1923072" y="3702456"/>
                </a:lnTo>
                <a:lnTo>
                  <a:pt x="1971675" y="3708730"/>
                </a:lnTo>
                <a:lnTo>
                  <a:pt x="2019681" y="3713276"/>
                </a:lnTo>
                <a:lnTo>
                  <a:pt x="2067013" y="3716058"/>
                </a:lnTo>
                <a:lnTo>
                  <a:pt x="2113559" y="3717010"/>
                </a:lnTo>
                <a:lnTo>
                  <a:pt x="2155787" y="3716223"/>
                </a:lnTo>
                <a:lnTo>
                  <a:pt x="2197150" y="3713696"/>
                </a:lnTo>
                <a:lnTo>
                  <a:pt x="2237778" y="3709174"/>
                </a:lnTo>
                <a:lnTo>
                  <a:pt x="2277770" y="3702418"/>
                </a:lnTo>
                <a:lnTo>
                  <a:pt x="2324570" y="3692385"/>
                </a:lnTo>
                <a:lnTo>
                  <a:pt x="2371026" y="3678847"/>
                </a:lnTo>
                <a:lnTo>
                  <a:pt x="2417114" y="3662134"/>
                </a:lnTo>
                <a:lnTo>
                  <a:pt x="2462796" y="3642588"/>
                </a:lnTo>
                <a:lnTo>
                  <a:pt x="2508072" y="3620503"/>
                </a:lnTo>
                <a:lnTo>
                  <a:pt x="2552916" y="3596233"/>
                </a:lnTo>
                <a:lnTo>
                  <a:pt x="2597302" y="3570084"/>
                </a:lnTo>
                <a:lnTo>
                  <a:pt x="2641206" y="3542398"/>
                </a:lnTo>
                <a:lnTo>
                  <a:pt x="2684615" y="3513480"/>
                </a:lnTo>
                <a:lnTo>
                  <a:pt x="2727502" y="3483673"/>
                </a:lnTo>
                <a:lnTo>
                  <a:pt x="2769844" y="3453282"/>
                </a:lnTo>
                <a:lnTo>
                  <a:pt x="2811640" y="3422662"/>
                </a:lnTo>
                <a:lnTo>
                  <a:pt x="2852839" y="3392106"/>
                </a:lnTo>
                <a:lnTo>
                  <a:pt x="2893441" y="3361969"/>
                </a:lnTo>
                <a:lnTo>
                  <a:pt x="2933420" y="3332556"/>
                </a:lnTo>
                <a:lnTo>
                  <a:pt x="2972752" y="3304197"/>
                </a:lnTo>
                <a:lnTo>
                  <a:pt x="3011424" y="3277209"/>
                </a:lnTo>
                <a:lnTo>
                  <a:pt x="3052419" y="3248850"/>
                </a:lnTo>
                <a:lnTo>
                  <a:pt x="3093440" y="3220491"/>
                </a:lnTo>
                <a:lnTo>
                  <a:pt x="3134461" y="3192132"/>
                </a:lnTo>
                <a:lnTo>
                  <a:pt x="3175508" y="3163773"/>
                </a:lnTo>
                <a:lnTo>
                  <a:pt x="3216567" y="3135414"/>
                </a:lnTo>
                <a:lnTo>
                  <a:pt x="3257626" y="3107055"/>
                </a:lnTo>
                <a:lnTo>
                  <a:pt x="3298685" y="3078683"/>
                </a:lnTo>
                <a:lnTo>
                  <a:pt x="3339769" y="3050324"/>
                </a:lnTo>
                <a:lnTo>
                  <a:pt x="3380841" y="3021965"/>
                </a:lnTo>
                <a:lnTo>
                  <a:pt x="3421926" y="2993606"/>
                </a:lnTo>
                <a:lnTo>
                  <a:pt x="3504095" y="2936887"/>
                </a:lnTo>
                <a:lnTo>
                  <a:pt x="3545167" y="2908528"/>
                </a:lnTo>
                <a:lnTo>
                  <a:pt x="3586251" y="2880169"/>
                </a:lnTo>
                <a:lnTo>
                  <a:pt x="3627323" y="2851810"/>
                </a:lnTo>
                <a:lnTo>
                  <a:pt x="3668395" y="2823451"/>
                </a:lnTo>
                <a:lnTo>
                  <a:pt x="3709454" y="2795092"/>
                </a:lnTo>
                <a:lnTo>
                  <a:pt x="3750500" y="2766733"/>
                </a:lnTo>
                <a:lnTo>
                  <a:pt x="3791547" y="2738374"/>
                </a:lnTo>
                <a:lnTo>
                  <a:pt x="3832568" y="2710015"/>
                </a:lnTo>
                <a:lnTo>
                  <a:pt x="3873589" y="2681655"/>
                </a:lnTo>
                <a:lnTo>
                  <a:pt x="3914584" y="2653296"/>
                </a:lnTo>
                <a:lnTo>
                  <a:pt x="3956050" y="2624747"/>
                </a:lnTo>
                <a:lnTo>
                  <a:pt x="3997541" y="2595930"/>
                </a:lnTo>
                <a:lnTo>
                  <a:pt x="4038968" y="2566771"/>
                </a:lnTo>
                <a:lnTo>
                  <a:pt x="4080192" y="2537218"/>
                </a:lnTo>
                <a:lnTo>
                  <a:pt x="4121112" y="2507196"/>
                </a:lnTo>
                <a:lnTo>
                  <a:pt x="4161599" y="2476639"/>
                </a:lnTo>
                <a:lnTo>
                  <a:pt x="4201553" y="2445486"/>
                </a:lnTo>
                <a:lnTo>
                  <a:pt x="4240847" y="2413660"/>
                </a:lnTo>
                <a:lnTo>
                  <a:pt x="4279366" y="2381097"/>
                </a:lnTo>
                <a:lnTo>
                  <a:pt x="4317009" y="2347734"/>
                </a:lnTo>
                <a:lnTo>
                  <a:pt x="4353636" y="2313508"/>
                </a:lnTo>
                <a:lnTo>
                  <a:pt x="4389145" y="2278329"/>
                </a:lnTo>
                <a:lnTo>
                  <a:pt x="4423410" y="2242159"/>
                </a:lnTo>
                <a:lnTo>
                  <a:pt x="4456328" y="2204910"/>
                </a:lnTo>
                <a:lnTo>
                  <a:pt x="4487786" y="2166518"/>
                </a:lnTo>
                <a:lnTo>
                  <a:pt x="4517656" y="2126932"/>
                </a:lnTo>
                <a:lnTo>
                  <a:pt x="4545825" y="2086063"/>
                </a:lnTo>
                <a:lnTo>
                  <a:pt x="4572178" y="2043861"/>
                </a:lnTo>
                <a:lnTo>
                  <a:pt x="4596600" y="2000250"/>
                </a:lnTo>
                <a:lnTo>
                  <a:pt x="4617783" y="1957349"/>
                </a:lnTo>
                <a:lnTo>
                  <a:pt x="4618126" y="1956549"/>
                </a:lnTo>
                <a:lnTo>
                  <a:pt x="4618774" y="1955241"/>
                </a:lnTo>
                <a:lnTo>
                  <a:pt x="4625860" y="1938680"/>
                </a:lnTo>
                <a:lnTo>
                  <a:pt x="4636694" y="1913661"/>
                </a:lnTo>
                <a:lnTo>
                  <a:pt x="4637532" y="1911426"/>
                </a:lnTo>
                <a:lnTo>
                  <a:pt x="4638446" y="1909292"/>
                </a:lnTo>
                <a:lnTo>
                  <a:pt x="4643882" y="1894522"/>
                </a:lnTo>
                <a:lnTo>
                  <a:pt x="4653369" y="1869262"/>
                </a:lnTo>
                <a:lnTo>
                  <a:pt x="4654677" y="1865198"/>
                </a:lnTo>
                <a:lnTo>
                  <a:pt x="4655655" y="1862531"/>
                </a:lnTo>
                <a:lnTo>
                  <a:pt x="4659604" y="1849831"/>
                </a:lnTo>
                <a:lnTo>
                  <a:pt x="4667834" y="1824215"/>
                </a:lnTo>
                <a:lnTo>
                  <a:pt x="4669447" y="1818220"/>
                </a:lnTo>
                <a:lnTo>
                  <a:pt x="4670437" y="1815045"/>
                </a:lnTo>
                <a:lnTo>
                  <a:pt x="4673371" y="1803666"/>
                </a:lnTo>
                <a:lnTo>
                  <a:pt x="4680128" y="1778596"/>
                </a:lnTo>
                <a:lnTo>
                  <a:pt x="4681829" y="1770849"/>
                </a:lnTo>
                <a:lnTo>
                  <a:pt x="4682845" y="1766925"/>
                </a:lnTo>
                <a:lnTo>
                  <a:pt x="4685119" y="1755927"/>
                </a:lnTo>
                <a:lnTo>
                  <a:pt x="4690288" y="1732470"/>
                </a:lnTo>
                <a:lnTo>
                  <a:pt x="4691875" y="1723224"/>
                </a:lnTo>
                <a:lnTo>
                  <a:pt x="4692904" y="1718310"/>
                </a:lnTo>
                <a:lnTo>
                  <a:pt x="4694656" y="1707210"/>
                </a:lnTo>
                <a:lnTo>
                  <a:pt x="4698339" y="1685925"/>
                </a:lnTo>
                <a:lnTo>
                  <a:pt x="4699686" y="1675358"/>
                </a:lnTo>
                <a:lnTo>
                  <a:pt x="4700651" y="1669275"/>
                </a:lnTo>
                <a:lnTo>
                  <a:pt x="4701895" y="1658086"/>
                </a:lnTo>
                <a:lnTo>
                  <a:pt x="4704334" y="1639023"/>
                </a:lnTo>
                <a:lnTo>
                  <a:pt x="4705274" y="1627759"/>
                </a:lnTo>
                <a:lnTo>
                  <a:pt x="4706150" y="1619923"/>
                </a:lnTo>
                <a:lnTo>
                  <a:pt x="4706925" y="1607947"/>
                </a:lnTo>
                <a:lnTo>
                  <a:pt x="4708283" y="1591843"/>
                </a:lnTo>
                <a:lnTo>
                  <a:pt x="4708766" y="1580007"/>
                </a:lnTo>
                <a:lnTo>
                  <a:pt x="4709401" y="1570367"/>
                </a:lnTo>
                <a:lnTo>
                  <a:pt x="4709668" y="1558061"/>
                </a:lnTo>
                <a:lnTo>
                  <a:pt x="4710227" y="1544447"/>
                </a:lnTo>
                <a:lnTo>
                  <a:pt x="4710214" y="1532686"/>
                </a:lnTo>
                <a:lnTo>
                  <a:pt x="4710481" y="1520710"/>
                </a:lnTo>
                <a:close/>
              </a:path>
            </a:pathLst>
          </a:custGeom>
          <a:solidFill>
            <a:srgbClr val="FF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415512" y="2664299"/>
            <a:ext cx="9525" cy="2479675"/>
          </a:xfrm>
          <a:custGeom>
            <a:avLst/>
            <a:gdLst/>
            <a:ahLst/>
            <a:cxnLst/>
            <a:rect l="l" t="t" r="r" b="b"/>
            <a:pathLst>
              <a:path w="9525" h="2479675">
                <a:moveTo>
                  <a:pt x="9524" y="2479200"/>
                </a:moveTo>
                <a:lnTo>
                  <a:pt x="0" y="2479200"/>
                </a:lnTo>
                <a:lnTo>
                  <a:pt x="0" y="0"/>
                </a:lnTo>
                <a:lnTo>
                  <a:pt x="9524" y="0"/>
                </a:lnTo>
                <a:lnTo>
                  <a:pt x="9524" y="247920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133825" y="4297200"/>
            <a:ext cx="573405" cy="572770"/>
          </a:xfrm>
          <a:custGeom>
            <a:avLst/>
            <a:gdLst/>
            <a:ahLst/>
            <a:cxnLst/>
            <a:rect l="l" t="t" r="r" b="b"/>
            <a:pathLst>
              <a:path w="573404" h="572770">
                <a:moveTo>
                  <a:pt x="286424" y="572299"/>
                </a:moveTo>
                <a:lnTo>
                  <a:pt x="239950" y="568553"/>
                </a:lnTo>
                <a:lnTo>
                  <a:pt x="195868" y="557706"/>
                </a:lnTo>
                <a:lnTo>
                  <a:pt x="154768" y="540346"/>
                </a:lnTo>
                <a:lnTo>
                  <a:pt x="117239" y="517061"/>
                </a:lnTo>
                <a:lnTo>
                  <a:pt x="83868" y="488440"/>
                </a:lnTo>
                <a:lnTo>
                  <a:pt x="55245" y="455071"/>
                </a:lnTo>
                <a:lnTo>
                  <a:pt x="31958" y="417542"/>
                </a:lnTo>
                <a:lnTo>
                  <a:pt x="14596" y="376440"/>
                </a:lnTo>
                <a:lnTo>
                  <a:pt x="3747" y="332355"/>
                </a:lnTo>
                <a:lnTo>
                  <a:pt x="0" y="285874"/>
                </a:lnTo>
                <a:lnTo>
                  <a:pt x="3747" y="239549"/>
                </a:lnTo>
                <a:lnTo>
                  <a:pt x="14596" y="195587"/>
                </a:lnTo>
                <a:lnTo>
                  <a:pt x="31958" y="154580"/>
                </a:lnTo>
                <a:lnTo>
                  <a:pt x="55245" y="117120"/>
                </a:lnTo>
                <a:lnTo>
                  <a:pt x="83868" y="83799"/>
                </a:lnTo>
                <a:lnTo>
                  <a:pt x="117239" y="55210"/>
                </a:lnTo>
                <a:lnTo>
                  <a:pt x="154768" y="31943"/>
                </a:lnTo>
                <a:lnTo>
                  <a:pt x="195868" y="14591"/>
                </a:lnTo>
                <a:lnTo>
                  <a:pt x="239950" y="3746"/>
                </a:lnTo>
                <a:lnTo>
                  <a:pt x="286424" y="0"/>
                </a:lnTo>
                <a:lnTo>
                  <a:pt x="332905" y="3746"/>
                </a:lnTo>
                <a:lnTo>
                  <a:pt x="376990" y="14591"/>
                </a:lnTo>
                <a:lnTo>
                  <a:pt x="418092" y="31943"/>
                </a:lnTo>
                <a:lnTo>
                  <a:pt x="455621" y="55210"/>
                </a:lnTo>
                <a:lnTo>
                  <a:pt x="488990" y="83799"/>
                </a:lnTo>
                <a:lnTo>
                  <a:pt x="517611" y="117120"/>
                </a:lnTo>
                <a:lnTo>
                  <a:pt x="540896" y="154580"/>
                </a:lnTo>
                <a:lnTo>
                  <a:pt x="558256" y="195587"/>
                </a:lnTo>
                <a:lnTo>
                  <a:pt x="569103" y="239549"/>
                </a:lnTo>
                <a:lnTo>
                  <a:pt x="572849" y="285874"/>
                </a:lnTo>
                <a:lnTo>
                  <a:pt x="569103" y="332355"/>
                </a:lnTo>
                <a:lnTo>
                  <a:pt x="558256" y="376440"/>
                </a:lnTo>
                <a:lnTo>
                  <a:pt x="540896" y="417542"/>
                </a:lnTo>
                <a:lnTo>
                  <a:pt x="517611" y="455071"/>
                </a:lnTo>
                <a:lnTo>
                  <a:pt x="488990" y="488440"/>
                </a:lnTo>
                <a:lnTo>
                  <a:pt x="455621" y="517061"/>
                </a:lnTo>
                <a:lnTo>
                  <a:pt x="418092" y="540346"/>
                </a:lnTo>
                <a:lnTo>
                  <a:pt x="376990" y="557706"/>
                </a:lnTo>
                <a:lnTo>
                  <a:pt x="332905" y="568553"/>
                </a:lnTo>
                <a:lnTo>
                  <a:pt x="286424" y="572299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129375" y="4292200"/>
            <a:ext cx="582295" cy="582930"/>
          </a:xfrm>
          <a:custGeom>
            <a:avLst/>
            <a:gdLst/>
            <a:ahLst/>
            <a:cxnLst/>
            <a:rect l="l" t="t" r="r" b="b"/>
            <a:pathLst>
              <a:path w="582295" h="582929">
                <a:moveTo>
                  <a:pt x="290874" y="582324"/>
                </a:moveTo>
                <a:lnTo>
                  <a:pt x="243735" y="578512"/>
                </a:lnTo>
                <a:lnTo>
                  <a:pt x="199001" y="567474"/>
                </a:lnTo>
                <a:lnTo>
                  <a:pt x="157276" y="549810"/>
                </a:lnTo>
                <a:lnTo>
                  <a:pt x="119161" y="526116"/>
                </a:lnTo>
                <a:lnTo>
                  <a:pt x="85259" y="496993"/>
                </a:lnTo>
                <a:lnTo>
                  <a:pt x="56171" y="463038"/>
                </a:lnTo>
                <a:lnTo>
                  <a:pt x="32499" y="424851"/>
                </a:lnTo>
                <a:lnTo>
                  <a:pt x="14845" y="383028"/>
                </a:lnTo>
                <a:lnTo>
                  <a:pt x="3811" y="338170"/>
                </a:lnTo>
                <a:lnTo>
                  <a:pt x="0" y="290874"/>
                </a:lnTo>
                <a:lnTo>
                  <a:pt x="3811" y="243735"/>
                </a:lnTo>
                <a:lnTo>
                  <a:pt x="14845" y="199001"/>
                </a:lnTo>
                <a:lnTo>
                  <a:pt x="32499" y="157276"/>
                </a:lnTo>
                <a:lnTo>
                  <a:pt x="56171" y="119161"/>
                </a:lnTo>
                <a:lnTo>
                  <a:pt x="85259" y="85259"/>
                </a:lnTo>
                <a:lnTo>
                  <a:pt x="119161" y="56171"/>
                </a:lnTo>
                <a:lnTo>
                  <a:pt x="157276" y="32499"/>
                </a:lnTo>
                <a:lnTo>
                  <a:pt x="199001" y="14845"/>
                </a:lnTo>
                <a:lnTo>
                  <a:pt x="243735" y="3811"/>
                </a:lnTo>
                <a:lnTo>
                  <a:pt x="290874" y="0"/>
                </a:lnTo>
                <a:lnTo>
                  <a:pt x="338021" y="3811"/>
                </a:lnTo>
                <a:lnTo>
                  <a:pt x="360985" y="9474"/>
                </a:lnTo>
                <a:lnTo>
                  <a:pt x="290874" y="9474"/>
                </a:lnTo>
                <a:lnTo>
                  <a:pt x="234007" y="15151"/>
                </a:lnTo>
                <a:lnTo>
                  <a:pt x="181106" y="31484"/>
                </a:lnTo>
                <a:lnTo>
                  <a:pt x="133220" y="57431"/>
                </a:lnTo>
                <a:lnTo>
                  <a:pt x="91399" y="91949"/>
                </a:lnTo>
                <a:lnTo>
                  <a:pt x="57113" y="133529"/>
                </a:lnTo>
                <a:lnTo>
                  <a:pt x="31140" y="181381"/>
                </a:lnTo>
                <a:lnTo>
                  <a:pt x="14678" y="234248"/>
                </a:lnTo>
                <a:lnTo>
                  <a:pt x="8924" y="290874"/>
                </a:lnTo>
                <a:lnTo>
                  <a:pt x="14678" y="347753"/>
                </a:lnTo>
                <a:lnTo>
                  <a:pt x="31140" y="400656"/>
                </a:lnTo>
                <a:lnTo>
                  <a:pt x="57113" y="448543"/>
                </a:lnTo>
                <a:lnTo>
                  <a:pt x="91399" y="490374"/>
                </a:lnTo>
                <a:lnTo>
                  <a:pt x="133220" y="524650"/>
                </a:lnTo>
                <a:lnTo>
                  <a:pt x="181106" y="550624"/>
                </a:lnTo>
                <a:lnTo>
                  <a:pt x="234007" y="567092"/>
                </a:lnTo>
                <a:lnTo>
                  <a:pt x="290874" y="572849"/>
                </a:lnTo>
                <a:lnTo>
                  <a:pt x="360974" y="572849"/>
                </a:lnTo>
                <a:lnTo>
                  <a:pt x="338021" y="578512"/>
                </a:lnTo>
                <a:lnTo>
                  <a:pt x="290874" y="582324"/>
                </a:lnTo>
                <a:close/>
              </a:path>
              <a:path w="582295" h="582929">
                <a:moveTo>
                  <a:pt x="360974" y="572849"/>
                </a:moveTo>
                <a:lnTo>
                  <a:pt x="290874" y="572849"/>
                </a:lnTo>
                <a:lnTo>
                  <a:pt x="347748" y="567092"/>
                </a:lnTo>
                <a:lnTo>
                  <a:pt x="400596" y="550624"/>
                </a:lnTo>
                <a:lnTo>
                  <a:pt x="448322" y="524650"/>
                </a:lnTo>
                <a:lnTo>
                  <a:pt x="489824" y="490374"/>
                </a:lnTo>
                <a:lnTo>
                  <a:pt x="524343" y="448543"/>
                </a:lnTo>
                <a:lnTo>
                  <a:pt x="550290" y="400656"/>
                </a:lnTo>
                <a:lnTo>
                  <a:pt x="566623" y="347753"/>
                </a:lnTo>
                <a:lnTo>
                  <a:pt x="572299" y="290874"/>
                </a:lnTo>
                <a:lnTo>
                  <a:pt x="566623" y="234248"/>
                </a:lnTo>
                <a:lnTo>
                  <a:pt x="550290" y="181381"/>
                </a:lnTo>
                <a:lnTo>
                  <a:pt x="524343" y="133529"/>
                </a:lnTo>
                <a:lnTo>
                  <a:pt x="489824" y="91949"/>
                </a:lnTo>
                <a:lnTo>
                  <a:pt x="448322" y="57431"/>
                </a:lnTo>
                <a:lnTo>
                  <a:pt x="400596" y="31484"/>
                </a:lnTo>
                <a:lnTo>
                  <a:pt x="347748" y="15151"/>
                </a:lnTo>
                <a:lnTo>
                  <a:pt x="290874" y="9474"/>
                </a:lnTo>
                <a:lnTo>
                  <a:pt x="360985" y="9474"/>
                </a:lnTo>
                <a:lnTo>
                  <a:pt x="424489" y="32499"/>
                </a:lnTo>
                <a:lnTo>
                  <a:pt x="462607" y="56171"/>
                </a:lnTo>
                <a:lnTo>
                  <a:pt x="496512" y="85259"/>
                </a:lnTo>
                <a:lnTo>
                  <a:pt x="525602" y="119161"/>
                </a:lnTo>
                <a:lnTo>
                  <a:pt x="549275" y="157276"/>
                </a:lnTo>
                <a:lnTo>
                  <a:pt x="566929" y="199001"/>
                </a:lnTo>
                <a:lnTo>
                  <a:pt x="577963" y="243735"/>
                </a:lnTo>
                <a:lnTo>
                  <a:pt x="581774" y="290874"/>
                </a:lnTo>
                <a:lnTo>
                  <a:pt x="577963" y="338170"/>
                </a:lnTo>
                <a:lnTo>
                  <a:pt x="566929" y="383028"/>
                </a:lnTo>
                <a:lnTo>
                  <a:pt x="549275" y="424851"/>
                </a:lnTo>
                <a:lnTo>
                  <a:pt x="525602" y="463038"/>
                </a:lnTo>
                <a:lnTo>
                  <a:pt x="496512" y="496993"/>
                </a:lnTo>
                <a:lnTo>
                  <a:pt x="462607" y="526116"/>
                </a:lnTo>
                <a:lnTo>
                  <a:pt x="424489" y="549810"/>
                </a:lnTo>
                <a:lnTo>
                  <a:pt x="382760" y="567474"/>
                </a:lnTo>
                <a:lnTo>
                  <a:pt x="360974" y="57284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206275" y="4369649"/>
            <a:ext cx="427990" cy="427990"/>
          </a:xfrm>
          <a:custGeom>
            <a:avLst/>
            <a:gdLst/>
            <a:ahLst/>
            <a:cxnLst/>
            <a:rect l="l" t="t" r="r" b="b"/>
            <a:pathLst>
              <a:path w="427990" h="427989">
                <a:moveTo>
                  <a:pt x="213974" y="427424"/>
                </a:moveTo>
                <a:lnTo>
                  <a:pt x="164928" y="421771"/>
                </a:lnTo>
                <a:lnTo>
                  <a:pt x="119896" y="405666"/>
                </a:lnTo>
                <a:lnTo>
                  <a:pt x="80165" y="380399"/>
                </a:lnTo>
                <a:lnTo>
                  <a:pt x="47023" y="347254"/>
                </a:lnTo>
                <a:lnTo>
                  <a:pt x="21757" y="307519"/>
                </a:lnTo>
                <a:lnTo>
                  <a:pt x="5653" y="262480"/>
                </a:lnTo>
                <a:lnTo>
                  <a:pt x="0" y="213424"/>
                </a:lnTo>
                <a:lnTo>
                  <a:pt x="5653" y="164408"/>
                </a:lnTo>
                <a:lnTo>
                  <a:pt x="21757" y="119455"/>
                </a:lnTo>
                <a:lnTo>
                  <a:pt x="47023" y="79832"/>
                </a:lnTo>
                <a:lnTo>
                  <a:pt x="80165" y="46807"/>
                </a:lnTo>
                <a:lnTo>
                  <a:pt x="119896" y="21648"/>
                </a:lnTo>
                <a:lnTo>
                  <a:pt x="164928" y="5623"/>
                </a:lnTo>
                <a:lnTo>
                  <a:pt x="213974" y="0"/>
                </a:lnTo>
                <a:lnTo>
                  <a:pt x="263030" y="5623"/>
                </a:lnTo>
                <a:lnTo>
                  <a:pt x="308069" y="21648"/>
                </a:lnTo>
                <a:lnTo>
                  <a:pt x="347804" y="46807"/>
                </a:lnTo>
                <a:lnTo>
                  <a:pt x="380949" y="79832"/>
                </a:lnTo>
                <a:lnTo>
                  <a:pt x="406216" y="119455"/>
                </a:lnTo>
                <a:lnTo>
                  <a:pt x="422321" y="164408"/>
                </a:lnTo>
                <a:lnTo>
                  <a:pt x="427974" y="213424"/>
                </a:lnTo>
                <a:lnTo>
                  <a:pt x="422321" y="262480"/>
                </a:lnTo>
                <a:lnTo>
                  <a:pt x="406216" y="307519"/>
                </a:lnTo>
                <a:lnTo>
                  <a:pt x="380949" y="347254"/>
                </a:lnTo>
                <a:lnTo>
                  <a:pt x="347804" y="380399"/>
                </a:lnTo>
                <a:lnTo>
                  <a:pt x="308069" y="405666"/>
                </a:lnTo>
                <a:lnTo>
                  <a:pt x="263030" y="421771"/>
                </a:lnTo>
                <a:lnTo>
                  <a:pt x="213974" y="427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201825" y="4364625"/>
            <a:ext cx="436880" cy="437515"/>
          </a:xfrm>
          <a:custGeom>
            <a:avLst/>
            <a:gdLst/>
            <a:ahLst/>
            <a:cxnLst/>
            <a:rect l="l" t="t" r="r" b="b"/>
            <a:pathLst>
              <a:path w="436879" h="437514">
                <a:moveTo>
                  <a:pt x="218424" y="437449"/>
                </a:moveTo>
                <a:lnTo>
                  <a:pt x="168250" y="431664"/>
                </a:lnTo>
                <a:lnTo>
                  <a:pt x="122239" y="415186"/>
                </a:lnTo>
                <a:lnTo>
                  <a:pt x="81688" y="389330"/>
                </a:lnTo>
                <a:lnTo>
                  <a:pt x="47893" y="355412"/>
                </a:lnTo>
                <a:lnTo>
                  <a:pt x="22149" y="314749"/>
                </a:lnTo>
                <a:lnTo>
                  <a:pt x="5753" y="268656"/>
                </a:lnTo>
                <a:lnTo>
                  <a:pt x="0" y="218449"/>
                </a:lnTo>
                <a:lnTo>
                  <a:pt x="5753" y="168454"/>
                </a:lnTo>
                <a:lnTo>
                  <a:pt x="22149" y="122510"/>
                </a:lnTo>
                <a:lnTo>
                  <a:pt x="47893" y="81945"/>
                </a:lnTo>
                <a:lnTo>
                  <a:pt x="81688" y="48084"/>
                </a:lnTo>
                <a:lnTo>
                  <a:pt x="122239" y="22255"/>
                </a:lnTo>
                <a:lnTo>
                  <a:pt x="168250" y="5784"/>
                </a:lnTo>
                <a:lnTo>
                  <a:pt x="218424" y="0"/>
                </a:lnTo>
                <a:lnTo>
                  <a:pt x="268428" y="5784"/>
                </a:lnTo>
                <a:lnTo>
                  <a:pt x="278721" y="9474"/>
                </a:lnTo>
                <a:lnTo>
                  <a:pt x="218424" y="9474"/>
                </a:lnTo>
                <a:lnTo>
                  <a:pt x="176146" y="13726"/>
                </a:lnTo>
                <a:lnTo>
                  <a:pt x="136793" y="25921"/>
                </a:lnTo>
                <a:lnTo>
                  <a:pt x="101199" y="45218"/>
                </a:lnTo>
                <a:lnTo>
                  <a:pt x="70199" y="70774"/>
                </a:lnTo>
                <a:lnTo>
                  <a:pt x="44632" y="101766"/>
                </a:lnTo>
                <a:lnTo>
                  <a:pt x="25337" y="137299"/>
                </a:lnTo>
                <a:lnTo>
                  <a:pt x="13148" y="176489"/>
                </a:lnTo>
                <a:lnTo>
                  <a:pt x="8899" y="218449"/>
                </a:lnTo>
                <a:lnTo>
                  <a:pt x="13148" y="260731"/>
                </a:lnTo>
                <a:lnTo>
                  <a:pt x="25337" y="300090"/>
                </a:lnTo>
                <a:lnTo>
                  <a:pt x="44632" y="335685"/>
                </a:lnTo>
                <a:lnTo>
                  <a:pt x="70199" y="366674"/>
                </a:lnTo>
                <a:lnTo>
                  <a:pt x="101199" y="392242"/>
                </a:lnTo>
                <a:lnTo>
                  <a:pt x="136793" y="411537"/>
                </a:lnTo>
                <a:lnTo>
                  <a:pt x="176146" y="423726"/>
                </a:lnTo>
                <a:lnTo>
                  <a:pt x="218424" y="427974"/>
                </a:lnTo>
                <a:lnTo>
                  <a:pt x="278716" y="427974"/>
                </a:lnTo>
                <a:lnTo>
                  <a:pt x="268428" y="431664"/>
                </a:lnTo>
                <a:lnTo>
                  <a:pt x="218424" y="437449"/>
                </a:lnTo>
                <a:close/>
              </a:path>
              <a:path w="436879" h="437514">
                <a:moveTo>
                  <a:pt x="278716" y="427974"/>
                </a:moveTo>
                <a:lnTo>
                  <a:pt x="218424" y="427974"/>
                </a:lnTo>
                <a:lnTo>
                  <a:pt x="260631" y="423726"/>
                </a:lnTo>
                <a:lnTo>
                  <a:pt x="299799" y="411537"/>
                </a:lnTo>
                <a:lnTo>
                  <a:pt x="335199" y="392242"/>
                </a:lnTo>
                <a:lnTo>
                  <a:pt x="366099" y="366674"/>
                </a:lnTo>
                <a:lnTo>
                  <a:pt x="391667" y="335685"/>
                </a:lnTo>
                <a:lnTo>
                  <a:pt x="410962" y="300090"/>
                </a:lnTo>
                <a:lnTo>
                  <a:pt x="423151" y="260731"/>
                </a:lnTo>
                <a:lnTo>
                  <a:pt x="427399" y="218449"/>
                </a:lnTo>
                <a:lnTo>
                  <a:pt x="423151" y="176489"/>
                </a:lnTo>
                <a:lnTo>
                  <a:pt x="410962" y="137299"/>
                </a:lnTo>
                <a:lnTo>
                  <a:pt x="391667" y="101766"/>
                </a:lnTo>
                <a:lnTo>
                  <a:pt x="366099" y="70774"/>
                </a:lnTo>
                <a:lnTo>
                  <a:pt x="335199" y="45218"/>
                </a:lnTo>
                <a:lnTo>
                  <a:pt x="299799" y="25921"/>
                </a:lnTo>
                <a:lnTo>
                  <a:pt x="260631" y="13726"/>
                </a:lnTo>
                <a:lnTo>
                  <a:pt x="218424" y="9474"/>
                </a:lnTo>
                <a:lnTo>
                  <a:pt x="278721" y="9474"/>
                </a:lnTo>
                <a:lnTo>
                  <a:pt x="354940" y="48084"/>
                </a:lnTo>
                <a:lnTo>
                  <a:pt x="388798" y="81945"/>
                </a:lnTo>
                <a:lnTo>
                  <a:pt x="414623" y="122510"/>
                </a:lnTo>
                <a:lnTo>
                  <a:pt x="431091" y="168454"/>
                </a:lnTo>
                <a:lnTo>
                  <a:pt x="436874" y="218449"/>
                </a:lnTo>
                <a:lnTo>
                  <a:pt x="431091" y="268656"/>
                </a:lnTo>
                <a:lnTo>
                  <a:pt x="414623" y="314749"/>
                </a:lnTo>
                <a:lnTo>
                  <a:pt x="388798" y="355412"/>
                </a:lnTo>
                <a:lnTo>
                  <a:pt x="354940" y="389330"/>
                </a:lnTo>
                <a:lnTo>
                  <a:pt x="314374" y="415186"/>
                </a:lnTo>
                <a:lnTo>
                  <a:pt x="278716" y="4279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284850" y="4448224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10">
                <a:moveTo>
                  <a:pt x="135399" y="270274"/>
                </a:moveTo>
                <a:lnTo>
                  <a:pt x="92643" y="263359"/>
                </a:lnTo>
                <a:lnTo>
                  <a:pt x="55479" y="244111"/>
                </a:lnTo>
                <a:lnTo>
                  <a:pt x="26154" y="214779"/>
                </a:lnTo>
                <a:lnTo>
                  <a:pt x="6912" y="177609"/>
                </a:lnTo>
                <a:lnTo>
                  <a:pt x="0" y="134849"/>
                </a:lnTo>
                <a:lnTo>
                  <a:pt x="6912" y="92371"/>
                </a:lnTo>
                <a:lnTo>
                  <a:pt x="26154" y="55371"/>
                </a:lnTo>
                <a:lnTo>
                  <a:pt x="55479" y="26126"/>
                </a:lnTo>
                <a:lnTo>
                  <a:pt x="92643" y="6910"/>
                </a:lnTo>
                <a:lnTo>
                  <a:pt x="135399" y="0"/>
                </a:lnTo>
                <a:lnTo>
                  <a:pt x="178102" y="6910"/>
                </a:lnTo>
                <a:lnTo>
                  <a:pt x="215135" y="26126"/>
                </a:lnTo>
                <a:lnTo>
                  <a:pt x="244305" y="55371"/>
                </a:lnTo>
                <a:lnTo>
                  <a:pt x="263416" y="92371"/>
                </a:lnTo>
                <a:lnTo>
                  <a:pt x="270274" y="134849"/>
                </a:lnTo>
                <a:lnTo>
                  <a:pt x="263416" y="177609"/>
                </a:lnTo>
                <a:lnTo>
                  <a:pt x="244305" y="214779"/>
                </a:lnTo>
                <a:lnTo>
                  <a:pt x="215135" y="244111"/>
                </a:lnTo>
                <a:lnTo>
                  <a:pt x="178102" y="263359"/>
                </a:lnTo>
                <a:lnTo>
                  <a:pt x="135399" y="270274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280400" y="4443775"/>
            <a:ext cx="280035" cy="279400"/>
          </a:xfrm>
          <a:custGeom>
            <a:avLst/>
            <a:gdLst/>
            <a:ahLst/>
            <a:cxnLst/>
            <a:rect l="l" t="t" r="r" b="b"/>
            <a:pathLst>
              <a:path w="280034" h="279400">
                <a:moveTo>
                  <a:pt x="139849" y="279174"/>
                </a:moveTo>
                <a:lnTo>
                  <a:pt x="95564" y="272065"/>
                </a:lnTo>
                <a:lnTo>
                  <a:pt x="57164" y="252251"/>
                </a:lnTo>
                <a:lnTo>
                  <a:pt x="26921" y="222005"/>
                </a:lnTo>
                <a:lnTo>
                  <a:pt x="7109" y="183597"/>
                </a:lnTo>
                <a:lnTo>
                  <a:pt x="0" y="139299"/>
                </a:lnTo>
                <a:lnTo>
                  <a:pt x="7109" y="95283"/>
                </a:lnTo>
                <a:lnTo>
                  <a:pt x="26921" y="57045"/>
                </a:lnTo>
                <a:lnTo>
                  <a:pt x="57164" y="26886"/>
                </a:lnTo>
                <a:lnTo>
                  <a:pt x="95564" y="7104"/>
                </a:lnTo>
                <a:lnTo>
                  <a:pt x="139849" y="0"/>
                </a:lnTo>
                <a:lnTo>
                  <a:pt x="183926" y="7104"/>
                </a:lnTo>
                <a:lnTo>
                  <a:pt x="187409" y="8899"/>
                </a:lnTo>
                <a:lnTo>
                  <a:pt x="139849" y="8899"/>
                </a:lnTo>
                <a:lnTo>
                  <a:pt x="113496" y="11539"/>
                </a:lnTo>
                <a:lnTo>
                  <a:pt x="66826" y="31238"/>
                </a:lnTo>
                <a:lnTo>
                  <a:pt x="31556" y="66586"/>
                </a:lnTo>
                <a:lnTo>
                  <a:pt x="12081" y="113187"/>
                </a:lnTo>
                <a:lnTo>
                  <a:pt x="9449" y="139299"/>
                </a:lnTo>
                <a:lnTo>
                  <a:pt x="12081" y="165744"/>
                </a:lnTo>
                <a:lnTo>
                  <a:pt x="31556" y="212569"/>
                </a:lnTo>
                <a:lnTo>
                  <a:pt x="66826" y="247604"/>
                </a:lnTo>
                <a:lnTo>
                  <a:pt x="113496" y="267072"/>
                </a:lnTo>
                <a:lnTo>
                  <a:pt x="139849" y="269699"/>
                </a:lnTo>
                <a:lnTo>
                  <a:pt x="188508" y="269699"/>
                </a:lnTo>
                <a:lnTo>
                  <a:pt x="183926" y="272065"/>
                </a:lnTo>
                <a:lnTo>
                  <a:pt x="139849" y="279174"/>
                </a:lnTo>
                <a:close/>
              </a:path>
              <a:path w="280034" h="279400">
                <a:moveTo>
                  <a:pt x="188508" y="269699"/>
                </a:moveTo>
                <a:lnTo>
                  <a:pt x="139849" y="269699"/>
                </a:lnTo>
                <a:lnTo>
                  <a:pt x="166208" y="267072"/>
                </a:lnTo>
                <a:lnTo>
                  <a:pt x="190634" y="259534"/>
                </a:lnTo>
                <a:lnTo>
                  <a:pt x="231799" y="231799"/>
                </a:lnTo>
                <a:lnTo>
                  <a:pt x="260015" y="190359"/>
                </a:lnTo>
                <a:lnTo>
                  <a:pt x="270249" y="139299"/>
                </a:lnTo>
                <a:lnTo>
                  <a:pt x="267613" y="113187"/>
                </a:lnTo>
                <a:lnTo>
                  <a:pt x="247922" y="66586"/>
                </a:lnTo>
                <a:lnTo>
                  <a:pt x="212655" y="31238"/>
                </a:lnTo>
                <a:lnTo>
                  <a:pt x="166208" y="11539"/>
                </a:lnTo>
                <a:lnTo>
                  <a:pt x="139849" y="8899"/>
                </a:lnTo>
                <a:lnTo>
                  <a:pt x="187409" y="8899"/>
                </a:lnTo>
                <a:lnTo>
                  <a:pt x="222306" y="26886"/>
                </a:lnTo>
                <a:lnTo>
                  <a:pt x="252636" y="57045"/>
                </a:lnTo>
                <a:lnTo>
                  <a:pt x="272560" y="95283"/>
                </a:lnTo>
                <a:lnTo>
                  <a:pt x="279724" y="139299"/>
                </a:lnTo>
                <a:lnTo>
                  <a:pt x="272560" y="183597"/>
                </a:lnTo>
                <a:lnTo>
                  <a:pt x="252636" y="222005"/>
                </a:lnTo>
                <a:lnTo>
                  <a:pt x="222306" y="252251"/>
                </a:lnTo>
                <a:lnTo>
                  <a:pt x="188508" y="2696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279262" y="3725625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0999" y="282524"/>
                </a:moveTo>
                <a:lnTo>
                  <a:pt x="96374" y="275346"/>
                </a:lnTo>
                <a:lnTo>
                  <a:pt x="57661" y="255328"/>
                </a:lnTo>
                <a:lnTo>
                  <a:pt x="27160" y="224744"/>
                </a:lnTo>
                <a:lnTo>
                  <a:pt x="7173" y="185868"/>
                </a:lnTo>
                <a:lnTo>
                  <a:pt x="0" y="140974"/>
                </a:lnTo>
                <a:lnTo>
                  <a:pt x="7173" y="96361"/>
                </a:lnTo>
                <a:lnTo>
                  <a:pt x="27160" y="57655"/>
                </a:lnTo>
                <a:lnTo>
                  <a:pt x="57661" y="27159"/>
                </a:lnTo>
                <a:lnTo>
                  <a:pt x="96374" y="7173"/>
                </a:lnTo>
                <a:lnTo>
                  <a:pt x="140999" y="0"/>
                </a:lnTo>
                <a:lnTo>
                  <a:pt x="185891" y="7173"/>
                </a:lnTo>
                <a:lnTo>
                  <a:pt x="224761" y="27159"/>
                </a:lnTo>
                <a:lnTo>
                  <a:pt x="255337" y="57655"/>
                </a:lnTo>
                <a:lnTo>
                  <a:pt x="275349" y="96361"/>
                </a:lnTo>
                <a:lnTo>
                  <a:pt x="282524" y="140974"/>
                </a:lnTo>
                <a:lnTo>
                  <a:pt x="275349" y="185868"/>
                </a:lnTo>
                <a:lnTo>
                  <a:pt x="255337" y="224744"/>
                </a:lnTo>
                <a:lnTo>
                  <a:pt x="224761" y="255328"/>
                </a:lnTo>
                <a:lnTo>
                  <a:pt x="185891" y="275346"/>
                </a:lnTo>
                <a:lnTo>
                  <a:pt x="140999" y="282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274262" y="3720600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5">
                <a:moveTo>
                  <a:pt x="145999" y="292574"/>
                </a:moveTo>
                <a:lnTo>
                  <a:pt x="99999" y="285087"/>
                </a:lnTo>
                <a:lnTo>
                  <a:pt x="59939" y="264250"/>
                </a:lnTo>
                <a:lnTo>
                  <a:pt x="28279" y="232499"/>
                </a:lnTo>
                <a:lnTo>
                  <a:pt x="7479" y="192270"/>
                </a:lnTo>
                <a:lnTo>
                  <a:pt x="0" y="145999"/>
                </a:lnTo>
                <a:lnTo>
                  <a:pt x="7479" y="99999"/>
                </a:lnTo>
                <a:lnTo>
                  <a:pt x="28279" y="59939"/>
                </a:lnTo>
                <a:lnTo>
                  <a:pt x="59939" y="28279"/>
                </a:lnTo>
                <a:lnTo>
                  <a:pt x="99999" y="7479"/>
                </a:lnTo>
                <a:lnTo>
                  <a:pt x="145999" y="0"/>
                </a:lnTo>
                <a:lnTo>
                  <a:pt x="192211" y="7479"/>
                </a:lnTo>
                <a:lnTo>
                  <a:pt x="196056" y="9474"/>
                </a:lnTo>
                <a:lnTo>
                  <a:pt x="145999" y="9474"/>
                </a:lnTo>
                <a:lnTo>
                  <a:pt x="118625" y="12218"/>
                </a:lnTo>
                <a:lnTo>
                  <a:pt x="69735" y="32751"/>
                </a:lnTo>
                <a:lnTo>
                  <a:pt x="32730" y="69760"/>
                </a:lnTo>
                <a:lnTo>
                  <a:pt x="12214" y="118639"/>
                </a:lnTo>
                <a:lnTo>
                  <a:pt x="9474" y="145999"/>
                </a:lnTo>
                <a:lnTo>
                  <a:pt x="12214" y="173692"/>
                </a:lnTo>
                <a:lnTo>
                  <a:pt x="32730" y="222805"/>
                </a:lnTo>
                <a:lnTo>
                  <a:pt x="69735" y="259580"/>
                </a:lnTo>
                <a:lnTo>
                  <a:pt x="118625" y="280275"/>
                </a:lnTo>
                <a:lnTo>
                  <a:pt x="145999" y="283099"/>
                </a:lnTo>
                <a:lnTo>
                  <a:pt x="196035" y="283099"/>
                </a:lnTo>
                <a:lnTo>
                  <a:pt x="192211" y="285087"/>
                </a:lnTo>
                <a:lnTo>
                  <a:pt x="145999" y="292574"/>
                </a:lnTo>
                <a:close/>
              </a:path>
              <a:path w="292100" h="292735">
                <a:moveTo>
                  <a:pt x="196035" y="283099"/>
                </a:moveTo>
                <a:lnTo>
                  <a:pt x="145999" y="283099"/>
                </a:lnTo>
                <a:lnTo>
                  <a:pt x="173600" y="280275"/>
                </a:lnTo>
                <a:lnTo>
                  <a:pt x="199274" y="272224"/>
                </a:lnTo>
                <a:lnTo>
                  <a:pt x="242949" y="242974"/>
                </a:lnTo>
                <a:lnTo>
                  <a:pt x="272209" y="199503"/>
                </a:lnTo>
                <a:lnTo>
                  <a:pt x="283074" y="145999"/>
                </a:lnTo>
                <a:lnTo>
                  <a:pt x="280254" y="118639"/>
                </a:lnTo>
                <a:lnTo>
                  <a:pt x="259566" y="69760"/>
                </a:lnTo>
                <a:lnTo>
                  <a:pt x="222549" y="32751"/>
                </a:lnTo>
                <a:lnTo>
                  <a:pt x="173600" y="12218"/>
                </a:lnTo>
                <a:lnTo>
                  <a:pt x="145999" y="9474"/>
                </a:lnTo>
                <a:lnTo>
                  <a:pt x="196056" y="9474"/>
                </a:lnTo>
                <a:lnTo>
                  <a:pt x="232297" y="28279"/>
                </a:lnTo>
                <a:lnTo>
                  <a:pt x="263878" y="59939"/>
                </a:lnTo>
                <a:lnTo>
                  <a:pt x="284572" y="99999"/>
                </a:lnTo>
                <a:lnTo>
                  <a:pt x="291999" y="145999"/>
                </a:lnTo>
                <a:lnTo>
                  <a:pt x="284572" y="192270"/>
                </a:lnTo>
                <a:lnTo>
                  <a:pt x="263878" y="232499"/>
                </a:lnTo>
                <a:lnTo>
                  <a:pt x="232297" y="264250"/>
                </a:lnTo>
                <a:lnTo>
                  <a:pt x="196035" y="2830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662" y="3783024"/>
            <a:ext cx="167724" cy="16772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2762" y="3212500"/>
            <a:ext cx="174999" cy="17497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723724" y="612"/>
            <a:ext cx="0" cy="2501900"/>
          </a:xfrm>
          <a:custGeom>
            <a:avLst/>
            <a:gdLst/>
            <a:ahLst/>
            <a:cxnLst/>
            <a:rect l="l" t="t" r="r" b="b"/>
            <a:pathLst>
              <a:path w="0" h="2501900">
                <a:moveTo>
                  <a:pt x="0" y="0"/>
                </a:moveTo>
                <a:lnTo>
                  <a:pt x="0" y="25013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37324" y="296812"/>
            <a:ext cx="573405" cy="572770"/>
          </a:xfrm>
          <a:custGeom>
            <a:avLst/>
            <a:gdLst/>
            <a:ahLst/>
            <a:cxnLst/>
            <a:rect l="l" t="t" r="r" b="b"/>
            <a:pathLst>
              <a:path w="573405" h="572769">
                <a:moveTo>
                  <a:pt x="286424" y="572299"/>
                </a:moveTo>
                <a:lnTo>
                  <a:pt x="239944" y="568553"/>
                </a:lnTo>
                <a:lnTo>
                  <a:pt x="195859" y="557708"/>
                </a:lnTo>
                <a:lnTo>
                  <a:pt x="154757" y="540356"/>
                </a:lnTo>
                <a:lnTo>
                  <a:pt x="117228" y="517089"/>
                </a:lnTo>
                <a:lnTo>
                  <a:pt x="83859" y="488499"/>
                </a:lnTo>
                <a:lnTo>
                  <a:pt x="55238" y="455179"/>
                </a:lnTo>
                <a:lnTo>
                  <a:pt x="31953" y="417719"/>
                </a:lnTo>
                <a:lnTo>
                  <a:pt x="14593" y="376712"/>
                </a:lnTo>
                <a:lnTo>
                  <a:pt x="3746" y="332750"/>
                </a:lnTo>
                <a:lnTo>
                  <a:pt x="0" y="286424"/>
                </a:lnTo>
                <a:lnTo>
                  <a:pt x="3746" y="239944"/>
                </a:lnTo>
                <a:lnTo>
                  <a:pt x="14593" y="195859"/>
                </a:lnTo>
                <a:lnTo>
                  <a:pt x="31953" y="154757"/>
                </a:lnTo>
                <a:lnTo>
                  <a:pt x="55238" y="117228"/>
                </a:lnTo>
                <a:lnTo>
                  <a:pt x="83859" y="83859"/>
                </a:lnTo>
                <a:lnTo>
                  <a:pt x="117228" y="55238"/>
                </a:lnTo>
                <a:lnTo>
                  <a:pt x="154757" y="31953"/>
                </a:lnTo>
                <a:lnTo>
                  <a:pt x="195859" y="14593"/>
                </a:lnTo>
                <a:lnTo>
                  <a:pt x="239944" y="3746"/>
                </a:lnTo>
                <a:lnTo>
                  <a:pt x="286424" y="0"/>
                </a:lnTo>
                <a:lnTo>
                  <a:pt x="332899" y="3746"/>
                </a:lnTo>
                <a:lnTo>
                  <a:pt x="376981" y="14593"/>
                </a:lnTo>
                <a:lnTo>
                  <a:pt x="418081" y="31953"/>
                </a:lnTo>
                <a:lnTo>
                  <a:pt x="455610" y="55238"/>
                </a:lnTo>
                <a:lnTo>
                  <a:pt x="488981" y="83859"/>
                </a:lnTo>
                <a:lnTo>
                  <a:pt x="517604" y="117228"/>
                </a:lnTo>
                <a:lnTo>
                  <a:pt x="540891" y="154757"/>
                </a:lnTo>
                <a:lnTo>
                  <a:pt x="558253" y="195859"/>
                </a:lnTo>
                <a:lnTo>
                  <a:pt x="569102" y="239944"/>
                </a:lnTo>
                <a:lnTo>
                  <a:pt x="572849" y="286424"/>
                </a:lnTo>
                <a:lnTo>
                  <a:pt x="569102" y="332750"/>
                </a:lnTo>
                <a:lnTo>
                  <a:pt x="558253" y="376712"/>
                </a:lnTo>
                <a:lnTo>
                  <a:pt x="540891" y="417719"/>
                </a:lnTo>
                <a:lnTo>
                  <a:pt x="517604" y="455179"/>
                </a:lnTo>
                <a:lnTo>
                  <a:pt x="488981" y="488499"/>
                </a:lnTo>
                <a:lnTo>
                  <a:pt x="455610" y="517089"/>
                </a:lnTo>
                <a:lnTo>
                  <a:pt x="418081" y="540356"/>
                </a:lnTo>
                <a:lnTo>
                  <a:pt x="376981" y="557708"/>
                </a:lnTo>
                <a:lnTo>
                  <a:pt x="332899" y="568553"/>
                </a:lnTo>
                <a:lnTo>
                  <a:pt x="286424" y="572299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849" y="291787"/>
            <a:ext cx="582295" cy="582930"/>
          </a:xfrm>
          <a:custGeom>
            <a:avLst/>
            <a:gdLst/>
            <a:ahLst/>
            <a:cxnLst/>
            <a:rect l="l" t="t" r="r" b="b"/>
            <a:pathLst>
              <a:path w="582294" h="582930">
                <a:moveTo>
                  <a:pt x="290899" y="582324"/>
                </a:moveTo>
                <a:lnTo>
                  <a:pt x="243753" y="578513"/>
                </a:lnTo>
                <a:lnTo>
                  <a:pt x="199014" y="567479"/>
                </a:lnTo>
                <a:lnTo>
                  <a:pt x="157285" y="549825"/>
                </a:lnTo>
                <a:lnTo>
                  <a:pt x="119167" y="526153"/>
                </a:lnTo>
                <a:lnTo>
                  <a:pt x="85262" y="497065"/>
                </a:lnTo>
                <a:lnTo>
                  <a:pt x="56172" y="463163"/>
                </a:lnTo>
                <a:lnTo>
                  <a:pt x="32499" y="425048"/>
                </a:lnTo>
                <a:lnTo>
                  <a:pt x="14845" y="383323"/>
                </a:lnTo>
                <a:lnTo>
                  <a:pt x="3811" y="338589"/>
                </a:lnTo>
                <a:lnTo>
                  <a:pt x="0" y="291449"/>
                </a:lnTo>
                <a:lnTo>
                  <a:pt x="3811" y="244154"/>
                </a:lnTo>
                <a:lnTo>
                  <a:pt x="14845" y="199295"/>
                </a:lnTo>
                <a:lnTo>
                  <a:pt x="32499" y="157473"/>
                </a:lnTo>
                <a:lnTo>
                  <a:pt x="56172" y="119285"/>
                </a:lnTo>
                <a:lnTo>
                  <a:pt x="85262" y="85331"/>
                </a:lnTo>
                <a:lnTo>
                  <a:pt x="119167" y="56207"/>
                </a:lnTo>
                <a:lnTo>
                  <a:pt x="157285" y="32514"/>
                </a:lnTo>
                <a:lnTo>
                  <a:pt x="199014" y="14849"/>
                </a:lnTo>
                <a:lnTo>
                  <a:pt x="243753" y="3812"/>
                </a:lnTo>
                <a:lnTo>
                  <a:pt x="290899" y="0"/>
                </a:lnTo>
                <a:lnTo>
                  <a:pt x="338039" y="3812"/>
                </a:lnTo>
                <a:lnTo>
                  <a:pt x="360989" y="9474"/>
                </a:lnTo>
                <a:lnTo>
                  <a:pt x="290899" y="9474"/>
                </a:lnTo>
                <a:lnTo>
                  <a:pt x="234026" y="15232"/>
                </a:lnTo>
                <a:lnTo>
                  <a:pt x="181178" y="31699"/>
                </a:lnTo>
                <a:lnTo>
                  <a:pt x="133452" y="57674"/>
                </a:lnTo>
                <a:lnTo>
                  <a:pt x="91949" y="91949"/>
                </a:lnTo>
                <a:lnTo>
                  <a:pt x="57431" y="133781"/>
                </a:lnTo>
                <a:lnTo>
                  <a:pt x="31484" y="181668"/>
                </a:lnTo>
                <a:lnTo>
                  <a:pt x="15151" y="234571"/>
                </a:lnTo>
                <a:lnTo>
                  <a:pt x="9474" y="291449"/>
                </a:lnTo>
                <a:lnTo>
                  <a:pt x="15151" y="348076"/>
                </a:lnTo>
                <a:lnTo>
                  <a:pt x="31484" y="400943"/>
                </a:lnTo>
                <a:lnTo>
                  <a:pt x="57431" y="448795"/>
                </a:lnTo>
                <a:lnTo>
                  <a:pt x="91949" y="490374"/>
                </a:lnTo>
                <a:lnTo>
                  <a:pt x="133452" y="524893"/>
                </a:lnTo>
                <a:lnTo>
                  <a:pt x="181178" y="550840"/>
                </a:lnTo>
                <a:lnTo>
                  <a:pt x="234026" y="567173"/>
                </a:lnTo>
                <a:lnTo>
                  <a:pt x="290899" y="572849"/>
                </a:lnTo>
                <a:lnTo>
                  <a:pt x="361000" y="572849"/>
                </a:lnTo>
                <a:lnTo>
                  <a:pt x="338039" y="578513"/>
                </a:lnTo>
                <a:lnTo>
                  <a:pt x="290899" y="582324"/>
                </a:lnTo>
                <a:close/>
              </a:path>
              <a:path w="582294" h="582930">
                <a:moveTo>
                  <a:pt x="361000" y="572849"/>
                </a:moveTo>
                <a:lnTo>
                  <a:pt x="290899" y="572849"/>
                </a:lnTo>
                <a:lnTo>
                  <a:pt x="347767" y="567173"/>
                </a:lnTo>
                <a:lnTo>
                  <a:pt x="400668" y="550840"/>
                </a:lnTo>
                <a:lnTo>
                  <a:pt x="448554" y="524893"/>
                </a:lnTo>
                <a:lnTo>
                  <a:pt x="490374" y="490374"/>
                </a:lnTo>
                <a:lnTo>
                  <a:pt x="524661" y="448795"/>
                </a:lnTo>
                <a:lnTo>
                  <a:pt x="550634" y="400943"/>
                </a:lnTo>
                <a:lnTo>
                  <a:pt x="567096" y="348076"/>
                </a:lnTo>
                <a:lnTo>
                  <a:pt x="572849" y="291449"/>
                </a:lnTo>
                <a:lnTo>
                  <a:pt x="567096" y="234571"/>
                </a:lnTo>
                <a:lnTo>
                  <a:pt x="550634" y="181668"/>
                </a:lnTo>
                <a:lnTo>
                  <a:pt x="524661" y="133781"/>
                </a:lnTo>
                <a:lnTo>
                  <a:pt x="490374" y="91949"/>
                </a:lnTo>
                <a:lnTo>
                  <a:pt x="448554" y="57674"/>
                </a:lnTo>
                <a:lnTo>
                  <a:pt x="400668" y="31699"/>
                </a:lnTo>
                <a:lnTo>
                  <a:pt x="347767" y="15232"/>
                </a:lnTo>
                <a:lnTo>
                  <a:pt x="290899" y="9474"/>
                </a:lnTo>
                <a:lnTo>
                  <a:pt x="360989" y="9474"/>
                </a:lnTo>
                <a:lnTo>
                  <a:pt x="424498" y="32514"/>
                </a:lnTo>
                <a:lnTo>
                  <a:pt x="462613" y="56207"/>
                </a:lnTo>
                <a:lnTo>
                  <a:pt x="496515" y="85331"/>
                </a:lnTo>
                <a:lnTo>
                  <a:pt x="525603" y="119285"/>
                </a:lnTo>
                <a:lnTo>
                  <a:pt x="549275" y="157473"/>
                </a:lnTo>
                <a:lnTo>
                  <a:pt x="566929" y="199295"/>
                </a:lnTo>
                <a:lnTo>
                  <a:pt x="577963" y="244154"/>
                </a:lnTo>
                <a:lnTo>
                  <a:pt x="581774" y="291449"/>
                </a:lnTo>
                <a:lnTo>
                  <a:pt x="577963" y="338589"/>
                </a:lnTo>
                <a:lnTo>
                  <a:pt x="566929" y="383323"/>
                </a:lnTo>
                <a:lnTo>
                  <a:pt x="549275" y="425048"/>
                </a:lnTo>
                <a:lnTo>
                  <a:pt x="525603" y="463163"/>
                </a:lnTo>
                <a:lnTo>
                  <a:pt x="496515" y="497065"/>
                </a:lnTo>
                <a:lnTo>
                  <a:pt x="462613" y="526153"/>
                </a:lnTo>
                <a:lnTo>
                  <a:pt x="424498" y="549825"/>
                </a:lnTo>
                <a:lnTo>
                  <a:pt x="382773" y="567479"/>
                </a:lnTo>
                <a:lnTo>
                  <a:pt x="361000" y="57284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509749" y="369237"/>
            <a:ext cx="427990" cy="427990"/>
          </a:xfrm>
          <a:custGeom>
            <a:avLst/>
            <a:gdLst/>
            <a:ahLst/>
            <a:cxnLst/>
            <a:rect l="l" t="t" r="r" b="b"/>
            <a:pathLst>
              <a:path w="427990" h="427990">
                <a:moveTo>
                  <a:pt x="213999" y="427424"/>
                </a:moveTo>
                <a:lnTo>
                  <a:pt x="164944" y="421801"/>
                </a:lnTo>
                <a:lnTo>
                  <a:pt x="119905" y="405776"/>
                </a:lnTo>
                <a:lnTo>
                  <a:pt x="80170" y="380617"/>
                </a:lnTo>
                <a:lnTo>
                  <a:pt x="47025" y="347592"/>
                </a:lnTo>
                <a:lnTo>
                  <a:pt x="21758" y="307969"/>
                </a:lnTo>
                <a:lnTo>
                  <a:pt x="5653" y="263016"/>
                </a:lnTo>
                <a:lnTo>
                  <a:pt x="0" y="213999"/>
                </a:lnTo>
                <a:lnTo>
                  <a:pt x="5653" y="164944"/>
                </a:lnTo>
                <a:lnTo>
                  <a:pt x="21758" y="119905"/>
                </a:lnTo>
                <a:lnTo>
                  <a:pt x="47025" y="80170"/>
                </a:lnTo>
                <a:lnTo>
                  <a:pt x="80170" y="47025"/>
                </a:lnTo>
                <a:lnTo>
                  <a:pt x="119905" y="21758"/>
                </a:lnTo>
                <a:lnTo>
                  <a:pt x="164944" y="5653"/>
                </a:lnTo>
                <a:lnTo>
                  <a:pt x="213999" y="0"/>
                </a:lnTo>
                <a:lnTo>
                  <a:pt x="263046" y="5653"/>
                </a:lnTo>
                <a:lnTo>
                  <a:pt x="308078" y="21758"/>
                </a:lnTo>
                <a:lnTo>
                  <a:pt x="347809" y="47025"/>
                </a:lnTo>
                <a:lnTo>
                  <a:pt x="380951" y="80170"/>
                </a:lnTo>
                <a:lnTo>
                  <a:pt x="406217" y="119905"/>
                </a:lnTo>
                <a:lnTo>
                  <a:pt x="422321" y="164944"/>
                </a:lnTo>
                <a:lnTo>
                  <a:pt x="427974" y="213999"/>
                </a:lnTo>
                <a:lnTo>
                  <a:pt x="422321" y="263016"/>
                </a:lnTo>
                <a:lnTo>
                  <a:pt x="406217" y="307969"/>
                </a:lnTo>
                <a:lnTo>
                  <a:pt x="380951" y="347592"/>
                </a:lnTo>
                <a:lnTo>
                  <a:pt x="347809" y="380617"/>
                </a:lnTo>
                <a:lnTo>
                  <a:pt x="308078" y="405776"/>
                </a:lnTo>
                <a:lnTo>
                  <a:pt x="263046" y="421801"/>
                </a:lnTo>
                <a:lnTo>
                  <a:pt x="213999" y="427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505299" y="364237"/>
            <a:ext cx="436880" cy="437515"/>
          </a:xfrm>
          <a:custGeom>
            <a:avLst/>
            <a:gdLst/>
            <a:ahLst/>
            <a:cxnLst/>
            <a:rect l="l" t="t" r="r" b="b"/>
            <a:pathLst>
              <a:path w="436880" h="437515">
                <a:moveTo>
                  <a:pt x="218449" y="437449"/>
                </a:moveTo>
                <a:lnTo>
                  <a:pt x="168446" y="431665"/>
                </a:lnTo>
                <a:lnTo>
                  <a:pt x="122499" y="415194"/>
                </a:lnTo>
                <a:lnTo>
                  <a:pt x="81934" y="389365"/>
                </a:lnTo>
                <a:lnTo>
                  <a:pt x="48076" y="355504"/>
                </a:lnTo>
                <a:lnTo>
                  <a:pt x="22251" y="314939"/>
                </a:lnTo>
                <a:lnTo>
                  <a:pt x="5783" y="268995"/>
                </a:lnTo>
                <a:lnTo>
                  <a:pt x="0" y="218999"/>
                </a:lnTo>
                <a:lnTo>
                  <a:pt x="5783" y="168793"/>
                </a:lnTo>
                <a:lnTo>
                  <a:pt x="22251" y="122700"/>
                </a:lnTo>
                <a:lnTo>
                  <a:pt x="48076" y="82037"/>
                </a:lnTo>
                <a:lnTo>
                  <a:pt x="81934" y="48119"/>
                </a:lnTo>
                <a:lnTo>
                  <a:pt x="122499" y="22263"/>
                </a:lnTo>
                <a:lnTo>
                  <a:pt x="168446" y="5785"/>
                </a:lnTo>
                <a:lnTo>
                  <a:pt x="218449" y="0"/>
                </a:lnTo>
                <a:lnTo>
                  <a:pt x="268624" y="5785"/>
                </a:lnTo>
                <a:lnTo>
                  <a:pt x="278927" y="9474"/>
                </a:lnTo>
                <a:lnTo>
                  <a:pt x="218449" y="9474"/>
                </a:lnTo>
                <a:lnTo>
                  <a:pt x="176243" y="13723"/>
                </a:lnTo>
                <a:lnTo>
                  <a:pt x="137074" y="25912"/>
                </a:lnTo>
                <a:lnTo>
                  <a:pt x="101674" y="45207"/>
                </a:lnTo>
                <a:lnTo>
                  <a:pt x="70774" y="70774"/>
                </a:lnTo>
                <a:lnTo>
                  <a:pt x="45207" y="101764"/>
                </a:lnTo>
                <a:lnTo>
                  <a:pt x="25912" y="137359"/>
                </a:lnTo>
                <a:lnTo>
                  <a:pt x="13723" y="176718"/>
                </a:lnTo>
                <a:lnTo>
                  <a:pt x="9474" y="218999"/>
                </a:lnTo>
                <a:lnTo>
                  <a:pt x="13723" y="260960"/>
                </a:lnTo>
                <a:lnTo>
                  <a:pt x="25912" y="300149"/>
                </a:lnTo>
                <a:lnTo>
                  <a:pt x="45207" y="335683"/>
                </a:lnTo>
                <a:lnTo>
                  <a:pt x="70774" y="366674"/>
                </a:lnTo>
                <a:lnTo>
                  <a:pt x="101674" y="392231"/>
                </a:lnTo>
                <a:lnTo>
                  <a:pt x="137074" y="411528"/>
                </a:lnTo>
                <a:lnTo>
                  <a:pt x="176243" y="423723"/>
                </a:lnTo>
                <a:lnTo>
                  <a:pt x="218449" y="427974"/>
                </a:lnTo>
                <a:lnTo>
                  <a:pt x="278933" y="427974"/>
                </a:lnTo>
                <a:lnTo>
                  <a:pt x="268624" y="431665"/>
                </a:lnTo>
                <a:lnTo>
                  <a:pt x="218449" y="437449"/>
                </a:lnTo>
                <a:close/>
              </a:path>
              <a:path w="436880" h="437515">
                <a:moveTo>
                  <a:pt x="278933" y="427974"/>
                </a:moveTo>
                <a:lnTo>
                  <a:pt x="218449" y="427974"/>
                </a:lnTo>
                <a:lnTo>
                  <a:pt x="260728" y="423723"/>
                </a:lnTo>
                <a:lnTo>
                  <a:pt x="300081" y="411528"/>
                </a:lnTo>
                <a:lnTo>
                  <a:pt x="335674" y="392231"/>
                </a:lnTo>
                <a:lnTo>
                  <a:pt x="366674" y="366674"/>
                </a:lnTo>
                <a:lnTo>
                  <a:pt x="392242" y="335683"/>
                </a:lnTo>
                <a:lnTo>
                  <a:pt x="411537" y="300149"/>
                </a:lnTo>
                <a:lnTo>
                  <a:pt x="423726" y="260960"/>
                </a:lnTo>
                <a:lnTo>
                  <a:pt x="427974" y="218999"/>
                </a:lnTo>
                <a:lnTo>
                  <a:pt x="423726" y="176718"/>
                </a:lnTo>
                <a:lnTo>
                  <a:pt x="411537" y="137359"/>
                </a:lnTo>
                <a:lnTo>
                  <a:pt x="392242" y="101764"/>
                </a:lnTo>
                <a:lnTo>
                  <a:pt x="366674" y="70774"/>
                </a:lnTo>
                <a:lnTo>
                  <a:pt x="335674" y="45207"/>
                </a:lnTo>
                <a:lnTo>
                  <a:pt x="300081" y="25912"/>
                </a:lnTo>
                <a:lnTo>
                  <a:pt x="260728" y="13723"/>
                </a:lnTo>
                <a:lnTo>
                  <a:pt x="218449" y="9474"/>
                </a:lnTo>
                <a:lnTo>
                  <a:pt x="278927" y="9474"/>
                </a:lnTo>
                <a:lnTo>
                  <a:pt x="355186" y="48119"/>
                </a:lnTo>
                <a:lnTo>
                  <a:pt x="388981" y="82037"/>
                </a:lnTo>
                <a:lnTo>
                  <a:pt x="414725" y="122700"/>
                </a:lnTo>
                <a:lnTo>
                  <a:pt x="431121" y="168793"/>
                </a:lnTo>
                <a:lnTo>
                  <a:pt x="436874" y="218999"/>
                </a:lnTo>
                <a:lnTo>
                  <a:pt x="431121" y="268995"/>
                </a:lnTo>
                <a:lnTo>
                  <a:pt x="414725" y="314939"/>
                </a:lnTo>
                <a:lnTo>
                  <a:pt x="388981" y="355504"/>
                </a:lnTo>
                <a:lnTo>
                  <a:pt x="355186" y="389365"/>
                </a:lnTo>
                <a:lnTo>
                  <a:pt x="314635" y="415194"/>
                </a:lnTo>
                <a:lnTo>
                  <a:pt x="278933" y="4279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88874" y="447812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>
                <a:moveTo>
                  <a:pt x="134874" y="270274"/>
                </a:moveTo>
                <a:lnTo>
                  <a:pt x="92172" y="263364"/>
                </a:lnTo>
                <a:lnTo>
                  <a:pt x="55139" y="244148"/>
                </a:lnTo>
                <a:lnTo>
                  <a:pt x="25969" y="214903"/>
                </a:lnTo>
                <a:lnTo>
                  <a:pt x="6858" y="177903"/>
                </a:lnTo>
                <a:lnTo>
                  <a:pt x="0" y="135424"/>
                </a:lnTo>
                <a:lnTo>
                  <a:pt x="6858" y="92665"/>
                </a:lnTo>
                <a:lnTo>
                  <a:pt x="25969" y="55495"/>
                </a:lnTo>
                <a:lnTo>
                  <a:pt x="55139" y="26163"/>
                </a:lnTo>
                <a:lnTo>
                  <a:pt x="92172" y="6915"/>
                </a:lnTo>
                <a:lnTo>
                  <a:pt x="134874" y="0"/>
                </a:lnTo>
                <a:lnTo>
                  <a:pt x="177631" y="6915"/>
                </a:lnTo>
                <a:lnTo>
                  <a:pt x="214795" y="26163"/>
                </a:lnTo>
                <a:lnTo>
                  <a:pt x="244120" y="55495"/>
                </a:lnTo>
                <a:lnTo>
                  <a:pt x="263362" y="92665"/>
                </a:lnTo>
                <a:lnTo>
                  <a:pt x="270274" y="135424"/>
                </a:lnTo>
                <a:lnTo>
                  <a:pt x="263362" y="177903"/>
                </a:lnTo>
                <a:lnTo>
                  <a:pt x="244120" y="214903"/>
                </a:lnTo>
                <a:lnTo>
                  <a:pt x="214795" y="244148"/>
                </a:lnTo>
                <a:lnTo>
                  <a:pt x="177631" y="263364"/>
                </a:lnTo>
                <a:lnTo>
                  <a:pt x="134874" y="270274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583874" y="443362"/>
            <a:ext cx="280035" cy="279400"/>
          </a:xfrm>
          <a:custGeom>
            <a:avLst/>
            <a:gdLst/>
            <a:ahLst/>
            <a:cxnLst/>
            <a:rect l="l" t="t" r="r" b="b"/>
            <a:pathLst>
              <a:path w="280034" h="279400">
                <a:moveTo>
                  <a:pt x="139874" y="279174"/>
                </a:moveTo>
                <a:lnTo>
                  <a:pt x="95798" y="272070"/>
                </a:lnTo>
                <a:lnTo>
                  <a:pt x="57418" y="252288"/>
                </a:lnTo>
                <a:lnTo>
                  <a:pt x="27088" y="222129"/>
                </a:lnTo>
                <a:lnTo>
                  <a:pt x="7164" y="183891"/>
                </a:lnTo>
                <a:lnTo>
                  <a:pt x="0" y="139874"/>
                </a:lnTo>
                <a:lnTo>
                  <a:pt x="7164" y="95577"/>
                </a:lnTo>
                <a:lnTo>
                  <a:pt x="27088" y="57169"/>
                </a:lnTo>
                <a:lnTo>
                  <a:pt x="57418" y="26923"/>
                </a:lnTo>
                <a:lnTo>
                  <a:pt x="95798" y="7109"/>
                </a:lnTo>
                <a:lnTo>
                  <a:pt x="139874" y="0"/>
                </a:lnTo>
                <a:lnTo>
                  <a:pt x="184160" y="7109"/>
                </a:lnTo>
                <a:lnTo>
                  <a:pt x="188744" y="9474"/>
                </a:lnTo>
                <a:lnTo>
                  <a:pt x="139874" y="9474"/>
                </a:lnTo>
                <a:lnTo>
                  <a:pt x="113516" y="12102"/>
                </a:lnTo>
                <a:lnTo>
                  <a:pt x="67069" y="31570"/>
                </a:lnTo>
                <a:lnTo>
                  <a:pt x="31802" y="66605"/>
                </a:lnTo>
                <a:lnTo>
                  <a:pt x="12111" y="113430"/>
                </a:lnTo>
                <a:lnTo>
                  <a:pt x="9474" y="139874"/>
                </a:lnTo>
                <a:lnTo>
                  <a:pt x="12111" y="165987"/>
                </a:lnTo>
                <a:lnTo>
                  <a:pt x="31802" y="212588"/>
                </a:lnTo>
                <a:lnTo>
                  <a:pt x="67069" y="247936"/>
                </a:lnTo>
                <a:lnTo>
                  <a:pt x="113516" y="267635"/>
                </a:lnTo>
                <a:lnTo>
                  <a:pt x="139874" y="270274"/>
                </a:lnTo>
                <a:lnTo>
                  <a:pt x="187645" y="270274"/>
                </a:lnTo>
                <a:lnTo>
                  <a:pt x="184160" y="272070"/>
                </a:lnTo>
                <a:lnTo>
                  <a:pt x="139874" y="279174"/>
                </a:lnTo>
                <a:close/>
              </a:path>
              <a:path w="280034" h="279400">
                <a:moveTo>
                  <a:pt x="187645" y="270274"/>
                </a:moveTo>
                <a:lnTo>
                  <a:pt x="139874" y="270274"/>
                </a:lnTo>
                <a:lnTo>
                  <a:pt x="166228" y="267635"/>
                </a:lnTo>
                <a:lnTo>
                  <a:pt x="190709" y="260031"/>
                </a:lnTo>
                <a:lnTo>
                  <a:pt x="232374" y="231824"/>
                </a:lnTo>
                <a:lnTo>
                  <a:pt x="260099" y="190434"/>
                </a:lnTo>
                <a:lnTo>
                  <a:pt x="270274" y="139874"/>
                </a:lnTo>
                <a:lnTo>
                  <a:pt x="267643" y="113430"/>
                </a:lnTo>
                <a:lnTo>
                  <a:pt x="248168" y="66605"/>
                </a:lnTo>
                <a:lnTo>
                  <a:pt x="212898" y="31570"/>
                </a:lnTo>
                <a:lnTo>
                  <a:pt x="166228" y="12102"/>
                </a:lnTo>
                <a:lnTo>
                  <a:pt x="139874" y="9474"/>
                </a:lnTo>
                <a:lnTo>
                  <a:pt x="188744" y="9474"/>
                </a:lnTo>
                <a:lnTo>
                  <a:pt x="222560" y="26923"/>
                </a:lnTo>
                <a:lnTo>
                  <a:pt x="252803" y="57169"/>
                </a:lnTo>
                <a:lnTo>
                  <a:pt x="272615" y="95577"/>
                </a:lnTo>
                <a:lnTo>
                  <a:pt x="279724" y="139874"/>
                </a:lnTo>
                <a:lnTo>
                  <a:pt x="272615" y="183891"/>
                </a:lnTo>
                <a:lnTo>
                  <a:pt x="252803" y="222129"/>
                </a:lnTo>
                <a:lnTo>
                  <a:pt x="222560" y="252288"/>
                </a:lnTo>
                <a:lnTo>
                  <a:pt x="187645" y="2702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582212" y="1158162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524" y="282524"/>
                </a:moveTo>
                <a:lnTo>
                  <a:pt x="96633" y="275351"/>
                </a:lnTo>
                <a:lnTo>
                  <a:pt x="57763" y="255365"/>
                </a:lnTo>
                <a:lnTo>
                  <a:pt x="27187" y="224869"/>
                </a:lnTo>
                <a:lnTo>
                  <a:pt x="7175" y="186163"/>
                </a:lnTo>
                <a:lnTo>
                  <a:pt x="0" y="141549"/>
                </a:lnTo>
                <a:lnTo>
                  <a:pt x="7175" y="96655"/>
                </a:lnTo>
                <a:lnTo>
                  <a:pt x="27187" y="57779"/>
                </a:lnTo>
                <a:lnTo>
                  <a:pt x="57763" y="27195"/>
                </a:lnTo>
                <a:lnTo>
                  <a:pt x="96633" y="7177"/>
                </a:lnTo>
                <a:lnTo>
                  <a:pt x="141524" y="0"/>
                </a:lnTo>
                <a:lnTo>
                  <a:pt x="186150" y="7177"/>
                </a:lnTo>
                <a:lnTo>
                  <a:pt x="224863" y="27195"/>
                </a:lnTo>
                <a:lnTo>
                  <a:pt x="255364" y="57779"/>
                </a:lnTo>
                <a:lnTo>
                  <a:pt x="275351" y="96655"/>
                </a:lnTo>
                <a:lnTo>
                  <a:pt x="282524" y="141549"/>
                </a:lnTo>
                <a:lnTo>
                  <a:pt x="275351" y="186163"/>
                </a:lnTo>
                <a:lnTo>
                  <a:pt x="255364" y="224869"/>
                </a:lnTo>
                <a:lnTo>
                  <a:pt x="224863" y="255365"/>
                </a:lnTo>
                <a:lnTo>
                  <a:pt x="186150" y="275351"/>
                </a:lnTo>
                <a:lnTo>
                  <a:pt x="141524" y="282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577737" y="1153137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4">
                <a:moveTo>
                  <a:pt x="145999" y="292574"/>
                </a:moveTo>
                <a:lnTo>
                  <a:pt x="99788" y="285094"/>
                </a:lnTo>
                <a:lnTo>
                  <a:pt x="59702" y="264294"/>
                </a:lnTo>
                <a:lnTo>
                  <a:pt x="28121" y="232634"/>
                </a:lnTo>
                <a:lnTo>
                  <a:pt x="7427" y="192574"/>
                </a:lnTo>
                <a:lnTo>
                  <a:pt x="0" y="146574"/>
                </a:lnTo>
                <a:lnTo>
                  <a:pt x="7427" y="100303"/>
                </a:lnTo>
                <a:lnTo>
                  <a:pt x="28121" y="60074"/>
                </a:lnTo>
                <a:lnTo>
                  <a:pt x="59702" y="28323"/>
                </a:lnTo>
                <a:lnTo>
                  <a:pt x="99788" y="7486"/>
                </a:lnTo>
                <a:lnTo>
                  <a:pt x="145999" y="0"/>
                </a:lnTo>
                <a:lnTo>
                  <a:pt x="191999" y="7486"/>
                </a:lnTo>
                <a:lnTo>
                  <a:pt x="195822" y="9474"/>
                </a:lnTo>
                <a:lnTo>
                  <a:pt x="145999" y="9474"/>
                </a:lnTo>
                <a:lnTo>
                  <a:pt x="118399" y="12299"/>
                </a:lnTo>
                <a:lnTo>
                  <a:pt x="69450" y="32994"/>
                </a:lnTo>
                <a:lnTo>
                  <a:pt x="32433" y="69769"/>
                </a:lnTo>
                <a:lnTo>
                  <a:pt x="11745" y="118882"/>
                </a:lnTo>
                <a:lnTo>
                  <a:pt x="8924" y="146574"/>
                </a:lnTo>
                <a:lnTo>
                  <a:pt x="11745" y="173935"/>
                </a:lnTo>
                <a:lnTo>
                  <a:pt x="32433" y="222814"/>
                </a:lnTo>
                <a:lnTo>
                  <a:pt x="69450" y="259823"/>
                </a:lnTo>
                <a:lnTo>
                  <a:pt x="118399" y="280356"/>
                </a:lnTo>
                <a:lnTo>
                  <a:pt x="145999" y="283099"/>
                </a:lnTo>
                <a:lnTo>
                  <a:pt x="195842" y="283099"/>
                </a:lnTo>
                <a:lnTo>
                  <a:pt x="191999" y="285094"/>
                </a:lnTo>
                <a:lnTo>
                  <a:pt x="145999" y="292574"/>
                </a:lnTo>
                <a:close/>
              </a:path>
              <a:path w="292100" h="292734">
                <a:moveTo>
                  <a:pt x="195842" y="283099"/>
                </a:moveTo>
                <a:lnTo>
                  <a:pt x="145999" y="283099"/>
                </a:lnTo>
                <a:lnTo>
                  <a:pt x="173374" y="280356"/>
                </a:lnTo>
                <a:lnTo>
                  <a:pt x="199021" y="272440"/>
                </a:lnTo>
                <a:lnTo>
                  <a:pt x="242424" y="242974"/>
                </a:lnTo>
                <a:lnTo>
                  <a:pt x="271878" y="199574"/>
                </a:lnTo>
                <a:lnTo>
                  <a:pt x="282524" y="146574"/>
                </a:lnTo>
                <a:lnTo>
                  <a:pt x="279785" y="118882"/>
                </a:lnTo>
                <a:lnTo>
                  <a:pt x="259269" y="69769"/>
                </a:lnTo>
                <a:lnTo>
                  <a:pt x="222264" y="32994"/>
                </a:lnTo>
                <a:lnTo>
                  <a:pt x="173374" y="12299"/>
                </a:lnTo>
                <a:lnTo>
                  <a:pt x="145999" y="9474"/>
                </a:lnTo>
                <a:lnTo>
                  <a:pt x="195822" y="9474"/>
                </a:lnTo>
                <a:lnTo>
                  <a:pt x="232059" y="28323"/>
                </a:lnTo>
                <a:lnTo>
                  <a:pt x="263719" y="60074"/>
                </a:lnTo>
                <a:lnTo>
                  <a:pt x="284519" y="100303"/>
                </a:lnTo>
                <a:lnTo>
                  <a:pt x="291999" y="146574"/>
                </a:lnTo>
                <a:lnTo>
                  <a:pt x="284519" y="192574"/>
                </a:lnTo>
                <a:lnTo>
                  <a:pt x="263719" y="232634"/>
                </a:lnTo>
                <a:lnTo>
                  <a:pt x="232059" y="264294"/>
                </a:lnTo>
                <a:lnTo>
                  <a:pt x="195842" y="2830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bg 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612" y="1215562"/>
            <a:ext cx="167724" cy="16772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237" y="1778837"/>
            <a:ext cx="174999" cy="174974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432841" y="208495"/>
            <a:ext cx="530860" cy="1821814"/>
          </a:xfrm>
          <a:custGeom>
            <a:avLst/>
            <a:gdLst/>
            <a:ahLst/>
            <a:cxnLst/>
            <a:rect l="l" t="t" r="r" b="b"/>
            <a:pathLst>
              <a:path w="530860" h="1821814">
                <a:moveTo>
                  <a:pt x="27000" y="1804593"/>
                </a:moveTo>
                <a:lnTo>
                  <a:pt x="25577" y="1801164"/>
                </a:lnTo>
                <a:lnTo>
                  <a:pt x="20510" y="1796097"/>
                </a:lnTo>
                <a:lnTo>
                  <a:pt x="17081" y="1794675"/>
                </a:lnTo>
                <a:lnTo>
                  <a:pt x="6045" y="1794675"/>
                </a:lnTo>
                <a:lnTo>
                  <a:pt x="0" y="1800720"/>
                </a:lnTo>
                <a:lnTo>
                  <a:pt x="0" y="1808175"/>
                </a:lnTo>
                <a:lnTo>
                  <a:pt x="0" y="1815630"/>
                </a:lnTo>
                <a:lnTo>
                  <a:pt x="6045" y="1821675"/>
                </a:lnTo>
                <a:lnTo>
                  <a:pt x="20955" y="1821675"/>
                </a:lnTo>
                <a:lnTo>
                  <a:pt x="27000" y="1815630"/>
                </a:lnTo>
                <a:lnTo>
                  <a:pt x="27000" y="1804593"/>
                </a:lnTo>
                <a:close/>
              </a:path>
              <a:path w="530860" h="1821814">
                <a:moveTo>
                  <a:pt x="101003" y="1804593"/>
                </a:moveTo>
                <a:lnTo>
                  <a:pt x="99580" y="1801164"/>
                </a:lnTo>
                <a:lnTo>
                  <a:pt x="94526" y="1796097"/>
                </a:lnTo>
                <a:lnTo>
                  <a:pt x="91084" y="1794675"/>
                </a:lnTo>
                <a:lnTo>
                  <a:pt x="80048" y="1794675"/>
                </a:lnTo>
                <a:lnTo>
                  <a:pt x="74002" y="1800720"/>
                </a:lnTo>
                <a:lnTo>
                  <a:pt x="74002" y="1808175"/>
                </a:lnTo>
                <a:lnTo>
                  <a:pt x="74002" y="1815630"/>
                </a:lnTo>
                <a:lnTo>
                  <a:pt x="80048" y="1821675"/>
                </a:lnTo>
                <a:lnTo>
                  <a:pt x="94970" y="1821675"/>
                </a:lnTo>
                <a:lnTo>
                  <a:pt x="101003" y="1815630"/>
                </a:lnTo>
                <a:lnTo>
                  <a:pt x="101003" y="1804593"/>
                </a:lnTo>
                <a:close/>
              </a:path>
              <a:path w="530860" h="1821814">
                <a:moveTo>
                  <a:pt x="175018" y="1804593"/>
                </a:moveTo>
                <a:lnTo>
                  <a:pt x="173596" y="1801164"/>
                </a:lnTo>
                <a:lnTo>
                  <a:pt x="168529" y="1796097"/>
                </a:lnTo>
                <a:lnTo>
                  <a:pt x="165100" y="1794675"/>
                </a:lnTo>
                <a:lnTo>
                  <a:pt x="154063" y="1794675"/>
                </a:lnTo>
                <a:lnTo>
                  <a:pt x="148018" y="1800720"/>
                </a:lnTo>
                <a:lnTo>
                  <a:pt x="148018" y="1808175"/>
                </a:lnTo>
                <a:lnTo>
                  <a:pt x="148018" y="1815630"/>
                </a:lnTo>
                <a:lnTo>
                  <a:pt x="154063" y="1821675"/>
                </a:lnTo>
                <a:lnTo>
                  <a:pt x="168973" y="1821675"/>
                </a:lnTo>
                <a:lnTo>
                  <a:pt x="175018" y="1815630"/>
                </a:lnTo>
                <a:lnTo>
                  <a:pt x="175018" y="1804593"/>
                </a:lnTo>
                <a:close/>
              </a:path>
              <a:path w="530860" h="1821814">
                <a:moveTo>
                  <a:pt x="382257" y="9918"/>
                </a:moveTo>
                <a:lnTo>
                  <a:pt x="380834" y="6489"/>
                </a:lnTo>
                <a:lnTo>
                  <a:pt x="375767" y="1422"/>
                </a:lnTo>
                <a:lnTo>
                  <a:pt x="372338" y="0"/>
                </a:lnTo>
                <a:lnTo>
                  <a:pt x="361302" y="0"/>
                </a:lnTo>
                <a:lnTo>
                  <a:pt x="355257" y="6045"/>
                </a:lnTo>
                <a:lnTo>
                  <a:pt x="355257" y="13500"/>
                </a:lnTo>
                <a:lnTo>
                  <a:pt x="355257" y="20955"/>
                </a:lnTo>
                <a:lnTo>
                  <a:pt x="361302" y="27000"/>
                </a:lnTo>
                <a:lnTo>
                  <a:pt x="376212" y="27000"/>
                </a:lnTo>
                <a:lnTo>
                  <a:pt x="382257" y="20955"/>
                </a:lnTo>
                <a:lnTo>
                  <a:pt x="382257" y="9918"/>
                </a:lnTo>
                <a:close/>
              </a:path>
              <a:path w="530860" h="1821814">
                <a:moveTo>
                  <a:pt x="456260" y="9918"/>
                </a:moveTo>
                <a:lnTo>
                  <a:pt x="454837" y="6489"/>
                </a:lnTo>
                <a:lnTo>
                  <a:pt x="449770" y="1422"/>
                </a:lnTo>
                <a:lnTo>
                  <a:pt x="446341" y="0"/>
                </a:lnTo>
                <a:lnTo>
                  <a:pt x="435305" y="0"/>
                </a:lnTo>
                <a:lnTo>
                  <a:pt x="429260" y="6045"/>
                </a:lnTo>
                <a:lnTo>
                  <a:pt x="429260" y="13500"/>
                </a:lnTo>
                <a:lnTo>
                  <a:pt x="429260" y="20955"/>
                </a:lnTo>
                <a:lnTo>
                  <a:pt x="435305" y="27000"/>
                </a:lnTo>
                <a:lnTo>
                  <a:pt x="450215" y="27000"/>
                </a:lnTo>
                <a:lnTo>
                  <a:pt x="456260" y="20955"/>
                </a:lnTo>
                <a:lnTo>
                  <a:pt x="456260" y="9918"/>
                </a:lnTo>
                <a:close/>
              </a:path>
              <a:path w="530860" h="1821814">
                <a:moveTo>
                  <a:pt x="530263" y="9918"/>
                </a:moveTo>
                <a:lnTo>
                  <a:pt x="528840" y="6489"/>
                </a:lnTo>
                <a:lnTo>
                  <a:pt x="523773" y="1422"/>
                </a:lnTo>
                <a:lnTo>
                  <a:pt x="520344" y="0"/>
                </a:lnTo>
                <a:lnTo>
                  <a:pt x="509308" y="0"/>
                </a:lnTo>
                <a:lnTo>
                  <a:pt x="503262" y="6045"/>
                </a:lnTo>
                <a:lnTo>
                  <a:pt x="503262" y="13500"/>
                </a:lnTo>
                <a:lnTo>
                  <a:pt x="503262" y="20955"/>
                </a:lnTo>
                <a:lnTo>
                  <a:pt x="509308" y="27000"/>
                </a:lnTo>
                <a:lnTo>
                  <a:pt x="524217" y="27000"/>
                </a:lnTo>
                <a:lnTo>
                  <a:pt x="530263" y="20955"/>
                </a:lnTo>
                <a:lnTo>
                  <a:pt x="530263" y="991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8129350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8203355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8277362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8497550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8571555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8645562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8407224" y="0"/>
            <a:ext cx="0" cy="2160905"/>
          </a:xfrm>
          <a:custGeom>
            <a:avLst/>
            <a:gdLst/>
            <a:ahLst/>
            <a:cxnLst/>
            <a:rect l="l" t="t" r="r" b="b"/>
            <a:pathLst>
              <a:path w="0" h="2160905">
                <a:moveTo>
                  <a:pt x="0" y="0"/>
                </a:moveTo>
                <a:lnTo>
                  <a:pt x="0" y="21608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713262" y="2985633"/>
            <a:ext cx="9525" cy="2158365"/>
          </a:xfrm>
          <a:custGeom>
            <a:avLst/>
            <a:gdLst/>
            <a:ahLst/>
            <a:cxnLst/>
            <a:rect l="l" t="t" r="r" b="b"/>
            <a:pathLst>
              <a:path w="9525" h="2158365">
                <a:moveTo>
                  <a:pt x="9524" y="2157866"/>
                </a:moveTo>
                <a:lnTo>
                  <a:pt x="0" y="2157866"/>
                </a:lnTo>
                <a:lnTo>
                  <a:pt x="0" y="0"/>
                </a:lnTo>
                <a:lnTo>
                  <a:pt x="9524" y="0"/>
                </a:lnTo>
                <a:lnTo>
                  <a:pt x="9524" y="215786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bg 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062" y="4583124"/>
            <a:ext cx="101924" cy="101924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062" y="3935574"/>
            <a:ext cx="101924" cy="101924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1448737"/>
            <a:ext cx="101924" cy="101924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230112"/>
            <a:ext cx="101924" cy="101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98878" y="713257"/>
            <a:ext cx="4711065" cy="3717290"/>
          </a:xfrm>
          <a:custGeom>
            <a:avLst/>
            <a:gdLst/>
            <a:ahLst/>
            <a:cxnLst/>
            <a:rect l="l" t="t" r="r" b="b"/>
            <a:pathLst>
              <a:path w="4711065" h="3717290">
                <a:moveTo>
                  <a:pt x="4710481" y="1520710"/>
                </a:moveTo>
                <a:lnTo>
                  <a:pt x="4710201" y="1507566"/>
                </a:lnTo>
                <a:lnTo>
                  <a:pt x="4710201" y="1496898"/>
                </a:lnTo>
                <a:lnTo>
                  <a:pt x="4709757" y="1486395"/>
                </a:lnTo>
                <a:lnTo>
                  <a:pt x="4709465" y="1471879"/>
                </a:lnTo>
                <a:lnTo>
                  <a:pt x="4708576" y="1457693"/>
                </a:lnTo>
                <a:lnTo>
                  <a:pt x="4708233" y="1449298"/>
                </a:lnTo>
                <a:lnTo>
                  <a:pt x="4707471" y="1439913"/>
                </a:lnTo>
                <a:lnTo>
                  <a:pt x="4706417" y="1422996"/>
                </a:lnTo>
                <a:lnTo>
                  <a:pt x="4704931" y="1408645"/>
                </a:lnTo>
                <a:lnTo>
                  <a:pt x="4704372" y="1401699"/>
                </a:lnTo>
                <a:lnTo>
                  <a:pt x="4703305" y="1392859"/>
                </a:lnTo>
                <a:lnTo>
                  <a:pt x="4701375" y="1374140"/>
                </a:lnTo>
                <a:lnTo>
                  <a:pt x="4699330" y="1359928"/>
                </a:lnTo>
                <a:lnTo>
                  <a:pt x="4698644" y="1354175"/>
                </a:lnTo>
                <a:lnTo>
                  <a:pt x="4697361" y="1346187"/>
                </a:lnTo>
                <a:lnTo>
                  <a:pt x="4694390" y="1325410"/>
                </a:lnTo>
                <a:lnTo>
                  <a:pt x="4691773" y="1311186"/>
                </a:lnTo>
                <a:lnTo>
                  <a:pt x="4691075" y="1306791"/>
                </a:lnTo>
                <a:lnTo>
                  <a:pt x="4689691" y="1299845"/>
                </a:lnTo>
                <a:lnTo>
                  <a:pt x="4685474" y="1276870"/>
                </a:lnTo>
                <a:lnTo>
                  <a:pt x="4682350" y="1262938"/>
                </a:lnTo>
                <a:lnTo>
                  <a:pt x="4681702" y="1259636"/>
                </a:lnTo>
                <a:lnTo>
                  <a:pt x="4680305" y="1253807"/>
                </a:lnTo>
                <a:lnTo>
                  <a:pt x="4674679" y="1228598"/>
                </a:lnTo>
                <a:lnTo>
                  <a:pt x="4671098" y="1215059"/>
                </a:lnTo>
                <a:lnTo>
                  <a:pt x="4670564" y="1212773"/>
                </a:lnTo>
                <a:lnTo>
                  <a:pt x="4669282" y="1208176"/>
                </a:lnTo>
                <a:lnTo>
                  <a:pt x="4662043" y="1180693"/>
                </a:lnTo>
                <a:lnTo>
                  <a:pt x="4658118" y="1167828"/>
                </a:lnTo>
                <a:lnTo>
                  <a:pt x="4657699" y="1166279"/>
                </a:lnTo>
                <a:lnTo>
                  <a:pt x="4656582" y="1162773"/>
                </a:lnTo>
                <a:lnTo>
                  <a:pt x="4647590" y="1133195"/>
                </a:lnTo>
                <a:lnTo>
                  <a:pt x="4643323" y="1120876"/>
                </a:lnTo>
                <a:lnTo>
                  <a:pt x="4643120" y="1120203"/>
                </a:lnTo>
                <a:lnTo>
                  <a:pt x="4642472" y="1118425"/>
                </a:lnTo>
                <a:lnTo>
                  <a:pt x="4631360" y="1086231"/>
                </a:lnTo>
                <a:lnTo>
                  <a:pt x="4626915" y="1074762"/>
                </a:lnTo>
                <a:lnTo>
                  <a:pt x="4626737" y="1074318"/>
                </a:lnTo>
                <a:lnTo>
                  <a:pt x="4613389" y="1039837"/>
                </a:lnTo>
                <a:lnTo>
                  <a:pt x="4609008" y="1029677"/>
                </a:lnTo>
                <a:lnTo>
                  <a:pt x="4593717" y="994117"/>
                </a:lnTo>
                <a:lnTo>
                  <a:pt x="4572368" y="949147"/>
                </a:lnTo>
                <a:lnTo>
                  <a:pt x="4549381" y="905002"/>
                </a:lnTo>
                <a:lnTo>
                  <a:pt x="4524807" y="861758"/>
                </a:lnTo>
                <a:lnTo>
                  <a:pt x="4498657" y="819505"/>
                </a:lnTo>
                <a:lnTo>
                  <a:pt x="4470984" y="778306"/>
                </a:lnTo>
                <a:lnTo>
                  <a:pt x="4441812" y="738251"/>
                </a:lnTo>
                <a:lnTo>
                  <a:pt x="4440936" y="737158"/>
                </a:lnTo>
                <a:lnTo>
                  <a:pt x="4411192" y="699427"/>
                </a:lnTo>
                <a:lnTo>
                  <a:pt x="4378960" y="661555"/>
                </a:lnTo>
                <a:lnTo>
                  <a:pt x="4345597" y="624890"/>
                </a:lnTo>
                <a:lnTo>
                  <a:pt x="4311116" y="589419"/>
                </a:lnTo>
                <a:lnTo>
                  <a:pt x="4275569" y="555104"/>
                </a:lnTo>
                <a:lnTo>
                  <a:pt x="4239006" y="521957"/>
                </a:lnTo>
                <a:lnTo>
                  <a:pt x="4201464" y="489966"/>
                </a:lnTo>
                <a:lnTo>
                  <a:pt x="4162971" y="459117"/>
                </a:lnTo>
                <a:lnTo>
                  <a:pt x="4123575" y="429399"/>
                </a:lnTo>
                <a:lnTo>
                  <a:pt x="4083329" y="400799"/>
                </a:lnTo>
                <a:lnTo>
                  <a:pt x="4042245" y="373303"/>
                </a:lnTo>
                <a:lnTo>
                  <a:pt x="4000398" y="346913"/>
                </a:lnTo>
                <a:lnTo>
                  <a:pt x="3957802" y="321602"/>
                </a:lnTo>
                <a:lnTo>
                  <a:pt x="3914508" y="297370"/>
                </a:lnTo>
                <a:lnTo>
                  <a:pt x="3870553" y="274205"/>
                </a:lnTo>
                <a:lnTo>
                  <a:pt x="3825976" y="252095"/>
                </a:lnTo>
                <a:lnTo>
                  <a:pt x="3780828" y="231025"/>
                </a:lnTo>
                <a:lnTo>
                  <a:pt x="3735146" y="210997"/>
                </a:lnTo>
                <a:lnTo>
                  <a:pt x="3688969" y="191973"/>
                </a:lnTo>
                <a:lnTo>
                  <a:pt x="3642322" y="173977"/>
                </a:lnTo>
                <a:lnTo>
                  <a:pt x="3595268" y="156972"/>
                </a:lnTo>
                <a:lnTo>
                  <a:pt x="3547846" y="140957"/>
                </a:lnTo>
                <a:lnTo>
                  <a:pt x="3500082" y="125920"/>
                </a:lnTo>
                <a:lnTo>
                  <a:pt x="3452025" y="111848"/>
                </a:lnTo>
                <a:lnTo>
                  <a:pt x="3403714" y="98742"/>
                </a:lnTo>
                <a:lnTo>
                  <a:pt x="3355187" y="86575"/>
                </a:lnTo>
                <a:lnTo>
                  <a:pt x="3306495" y="75349"/>
                </a:lnTo>
                <a:lnTo>
                  <a:pt x="3257664" y="65036"/>
                </a:lnTo>
                <a:lnTo>
                  <a:pt x="3208756" y="55651"/>
                </a:lnTo>
                <a:lnTo>
                  <a:pt x="3158845" y="47104"/>
                </a:lnTo>
                <a:lnTo>
                  <a:pt x="3108845" y="39395"/>
                </a:lnTo>
                <a:lnTo>
                  <a:pt x="3058782" y="32486"/>
                </a:lnTo>
                <a:lnTo>
                  <a:pt x="3008655" y="26339"/>
                </a:lnTo>
                <a:lnTo>
                  <a:pt x="2958439" y="20929"/>
                </a:lnTo>
                <a:lnTo>
                  <a:pt x="2908173" y="16230"/>
                </a:lnTo>
                <a:lnTo>
                  <a:pt x="2857855" y="12204"/>
                </a:lnTo>
                <a:lnTo>
                  <a:pt x="2807474" y="8813"/>
                </a:lnTo>
                <a:lnTo>
                  <a:pt x="2757043" y="6032"/>
                </a:lnTo>
                <a:lnTo>
                  <a:pt x="2706573" y="3822"/>
                </a:lnTo>
                <a:lnTo>
                  <a:pt x="2656052" y="2171"/>
                </a:lnTo>
                <a:lnTo>
                  <a:pt x="2653271" y="2120"/>
                </a:lnTo>
                <a:lnTo>
                  <a:pt x="2638450" y="1778"/>
                </a:lnTo>
                <a:lnTo>
                  <a:pt x="2602319" y="927"/>
                </a:lnTo>
                <a:lnTo>
                  <a:pt x="2551303" y="228"/>
                </a:lnTo>
                <a:lnTo>
                  <a:pt x="2500249" y="0"/>
                </a:lnTo>
                <a:lnTo>
                  <a:pt x="2447988" y="228"/>
                </a:lnTo>
                <a:lnTo>
                  <a:pt x="2395728" y="889"/>
                </a:lnTo>
                <a:lnTo>
                  <a:pt x="2343480" y="1943"/>
                </a:lnTo>
                <a:lnTo>
                  <a:pt x="2291219" y="3340"/>
                </a:lnTo>
                <a:lnTo>
                  <a:pt x="2238959" y="5054"/>
                </a:lnTo>
                <a:lnTo>
                  <a:pt x="2186698" y="7035"/>
                </a:lnTo>
                <a:lnTo>
                  <a:pt x="2162632" y="8064"/>
                </a:lnTo>
                <a:lnTo>
                  <a:pt x="2136216" y="9144"/>
                </a:lnTo>
                <a:lnTo>
                  <a:pt x="2083625" y="11518"/>
                </a:lnTo>
                <a:lnTo>
                  <a:pt x="2031034" y="14058"/>
                </a:lnTo>
                <a:lnTo>
                  <a:pt x="1978469" y="16738"/>
                </a:lnTo>
                <a:lnTo>
                  <a:pt x="1925916" y="19494"/>
                </a:lnTo>
                <a:lnTo>
                  <a:pt x="1873389" y="22326"/>
                </a:lnTo>
                <a:lnTo>
                  <a:pt x="1820887" y="25171"/>
                </a:lnTo>
                <a:lnTo>
                  <a:pt x="1770519" y="28028"/>
                </a:lnTo>
                <a:lnTo>
                  <a:pt x="1720088" y="30975"/>
                </a:lnTo>
                <a:lnTo>
                  <a:pt x="1669618" y="34061"/>
                </a:lnTo>
                <a:lnTo>
                  <a:pt x="1619110" y="37376"/>
                </a:lnTo>
                <a:lnTo>
                  <a:pt x="1568615" y="40970"/>
                </a:lnTo>
                <a:lnTo>
                  <a:pt x="1518132" y="44907"/>
                </a:lnTo>
                <a:lnTo>
                  <a:pt x="1467700" y="49263"/>
                </a:lnTo>
                <a:lnTo>
                  <a:pt x="1417332" y="54089"/>
                </a:lnTo>
                <a:lnTo>
                  <a:pt x="1367053" y="59474"/>
                </a:lnTo>
                <a:lnTo>
                  <a:pt x="1316875" y="65468"/>
                </a:lnTo>
                <a:lnTo>
                  <a:pt x="1266837" y="72148"/>
                </a:lnTo>
                <a:lnTo>
                  <a:pt x="1216952" y="79565"/>
                </a:lnTo>
                <a:lnTo>
                  <a:pt x="1167244" y="87795"/>
                </a:lnTo>
                <a:lnTo>
                  <a:pt x="1117739" y="96901"/>
                </a:lnTo>
                <a:lnTo>
                  <a:pt x="1068463" y="106946"/>
                </a:lnTo>
                <a:lnTo>
                  <a:pt x="1019416" y="118008"/>
                </a:lnTo>
                <a:lnTo>
                  <a:pt x="970648" y="130149"/>
                </a:lnTo>
                <a:lnTo>
                  <a:pt x="922159" y="143421"/>
                </a:lnTo>
                <a:lnTo>
                  <a:pt x="873988" y="157899"/>
                </a:lnTo>
                <a:lnTo>
                  <a:pt x="826147" y="173659"/>
                </a:lnTo>
                <a:lnTo>
                  <a:pt x="778675" y="190766"/>
                </a:lnTo>
                <a:lnTo>
                  <a:pt x="733882" y="208495"/>
                </a:lnTo>
                <a:lnTo>
                  <a:pt x="689521" y="227711"/>
                </a:lnTo>
                <a:lnTo>
                  <a:pt x="645693" y="248412"/>
                </a:lnTo>
                <a:lnTo>
                  <a:pt x="602475" y="270573"/>
                </a:lnTo>
                <a:lnTo>
                  <a:pt x="559968" y="294182"/>
                </a:lnTo>
                <a:lnTo>
                  <a:pt x="518287" y="319214"/>
                </a:lnTo>
                <a:lnTo>
                  <a:pt x="477507" y="345643"/>
                </a:lnTo>
                <a:lnTo>
                  <a:pt x="437730" y="373468"/>
                </a:lnTo>
                <a:lnTo>
                  <a:pt x="399072" y="402666"/>
                </a:lnTo>
                <a:lnTo>
                  <a:pt x="361607" y="433222"/>
                </a:lnTo>
                <a:lnTo>
                  <a:pt x="325437" y="465124"/>
                </a:lnTo>
                <a:lnTo>
                  <a:pt x="290664" y="498335"/>
                </a:lnTo>
                <a:lnTo>
                  <a:pt x="257390" y="532866"/>
                </a:lnTo>
                <a:lnTo>
                  <a:pt x="225704" y="568667"/>
                </a:lnTo>
                <a:lnTo>
                  <a:pt x="195694" y="605751"/>
                </a:lnTo>
                <a:lnTo>
                  <a:pt x="167474" y="644080"/>
                </a:lnTo>
                <a:lnTo>
                  <a:pt x="141147" y="683653"/>
                </a:lnTo>
                <a:lnTo>
                  <a:pt x="116776" y="724446"/>
                </a:lnTo>
                <a:lnTo>
                  <a:pt x="94488" y="766432"/>
                </a:lnTo>
                <a:lnTo>
                  <a:pt x="74371" y="809612"/>
                </a:lnTo>
                <a:lnTo>
                  <a:pt x="56527" y="853948"/>
                </a:lnTo>
                <a:lnTo>
                  <a:pt x="41046" y="899439"/>
                </a:lnTo>
                <a:lnTo>
                  <a:pt x="27889" y="947242"/>
                </a:lnTo>
                <a:lnTo>
                  <a:pt x="17449" y="995260"/>
                </a:lnTo>
                <a:lnTo>
                  <a:pt x="9588" y="1043508"/>
                </a:lnTo>
                <a:lnTo>
                  <a:pt x="9436" y="1044829"/>
                </a:lnTo>
                <a:lnTo>
                  <a:pt x="9220" y="1046772"/>
                </a:lnTo>
                <a:lnTo>
                  <a:pt x="4165" y="1091958"/>
                </a:lnTo>
                <a:lnTo>
                  <a:pt x="4102" y="1092847"/>
                </a:lnTo>
                <a:lnTo>
                  <a:pt x="4000" y="1093812"/>
                </a:lnTo>
                <a:lnTo>
                  <a:pt x="2260" y="1121410"/>
                </a:lnTo>
                <a:lnTo>
                  <a:pt x="1016" y="1140637"/>
                </a:lnTo>
                <a:lnTo>
                  <a:pt x="990" y="1141387"/>
                </a:lnTo>
                <a:lnTo>
                  <a:pt x="901" y="1142949"/>
                </a:lnTo>
                <a:lnTo>
                  <a:pt x="406" y="1169631"/>
                </a:lnTo>
                <a:lnTo>
                  <a:pt x="0" y="1189545"/>
                </a:lnTo>
                <a:lnTo>
                  <a:pt x="25" y="1190815"/>
                </a:lnTo>
                <a:lnTo>
                  <a:pt x="0" y="1192250"/>
                </a:lnTo>
                <a:lnTo>
                  <a:pt x="457" y="1212011"/>
                </a:lnTo>
                <a:lnTo>
                  <a:pt x="1028" y="1239037"/>
                </a:lnTo>
                <a:lnTo>
                  <a:pt x="1143" y="1241120"/>
                </a:lnTo>
                <a:lnTo>
                  <a:pt x="1168" y="1241691"/>
                </a:lnTo>
                <a:lnTo>
                  <a:pt x="1714" y="1250391"/>
                </a:lnTo>
                <a:lnTo>
                  <a:pt x="4038" y="1288669"/>
                </a:lnTo>
                <a:lnTo>
                  <a:pt x="8890" y="1338376"/>
                </a:lnTo>
                <a:lnTo>
                  <a:pt x="15455" y="1388148"/>
                </a:lnTo>
                <a:lnTo>
                  <a:pt x="23583" y="1437932"/>
                </a:lnTo>
                <a:lnTo>
                  <a:pt x="23939" y="1439837"/>
                </a:lnTo>
                <a:lnTo>
                  <a:pt x="23990" y="1440078"/>
                </a:lnTo>
                <a:lnTo>
                  <a:pt x="25933" y="1450200"/>
                </a:lnTo>
                <a:lnTo>
                  <a:pt x="33172" y="1487716"/>
                </a:lnTo>
                <a:lnTo>
                  <a:pt x="33388" y="1488732"/>
                </a:lnTo>
                <a:lnTo>
                  <a:pt x="33578" y="1489684"/>
                </a:lnTo>
                <a:lnTo>
                  <a:pt x="43688" y="1535823"/>
                </a:lnTo>
                <a:lnTo>
                  <a:pt x="44056" y="1537449"/>
                </a:lnTo>
                <a:lnTo>
                  <a:pt x="56476" y="1588719"/>
                </a:lnTo>
                <a:lnTo>
                  <a:pt x="69532" y="1638071"/>
                </a:lnTo>
                <a:lnTo>
                  <a:pt x="83489" y="1687283"/>
                </a:lnTo>
                <a:lnTo>
                  <a:pt x="98221" y="1736305"/>
                </a:lnTo>
                <a:lnTo>
                  <a:pt x="113576" y="1785137"/>
                </a:lnTo>
                <a:lnTo>
                  <a:pt x="129438" y="1833714"/>
                </a:lnTo>
                <a:lnTo>
                  <a:pt x="145681" y="1882025"/>
                </a:lnTo>
                <a:lnTo>
                  <a:pt x="162166" y="1930044"/>
                </a:lnTo>
                <a:lnTo>
                  <a:pt x="178777" y="1977732"/>
                </a:lnTo>
                <a:lnTo>
                  <a:pt x="195707" y="2025624"/>
                </a:lnTo>
                <a:lnTo>
                  <a:pt x="212763" y="2073630"/>
                </a:lnTo>
                <a:lnTo>
                  <a:pt x="229997" y="2121700"/>
                </a:lnTo>
                <a:lnTo>
                  <a:pt x="247459" y="2169769"/>
                </a:lnTo>
                <a:lnTo>
                  <a:pt x="265188" y="2217826"/>
                </a:lnTo>
                <a:lnTo>
                  <a:pt x="283222" y="2265794"/>
                </a:lnTo>
                <a:lnTo>
                  <a:pt x="301625" y="2313648"/>
                </a:lnTo>
                <a:lnTo>
                  <a:pt x="320433" y="2361336"/>
                </a:lnTo>
                <a:lnTo>
                  <a:pt x="339699" y="2408809"/>
                </a:lnTo>
                <a:lnTo>
                  <a:pt x="359460" y="2456015"/>
                </a:lnTo>
                <a:lnTo>
                  <a:pt x="379768" y="2502928"/>
                </a:lnTo>
                <a:lnTo>
                  <a:pt x="400672" y="2549487"/>
                </a:lnTo>
                <a:lnTo>
                  <a:pt x="422224" y="2595651"/>
                </a:lnTo>
                <a:lnTo>
                  <a:pt x="444461" y="2641371"/>
                </a:lnTo>
                <a:lnTo>
                  <a:pt x="467436" y="2686608"/>
                </a:lnTo>
                <a:lnTo>
                  <a:pt x="491185" y="2731312"/>
                </a:lnTo>
                <a:lnTo>
                  <a:pt x="515759" y="2775445"/>
                </a:lnTo>
                <a:lnTo>
                  <a:pt x="541223" y="2818942"/>
                </a:lnTo>
                <a:lnTo>
                  <a:pt x="567601" y="2861780"/>
                </a:lnTo>
                <a:lnTo>
                  <a:pt x="594944" y="2903905"/>
                </a:lnTo>
                <a:lnTo>
                  <a:pt x="623303" y="2945257"/>
                </a:lnTo>
                <a:lnTo>
                  <a:pt x="652729" y="2985808"/>
                </a:lnTo>
                <a:lnTo>
                  <a:pt x="683260" y="3025508"/>
                </a:lnTo>
                <a:lnTo>
                  <a:pt x="714933" y="3064319"/>
                </a:lnTo>
                <a:lnTo>
                  <a:pt x="747826" y="3102178"/>
                </a:lnTo>
                <a:lnTo>
                  <a:pt x="781964" y="3139059"/>
                </a:lnTo>
                <a:lnTo>
                  <a:pt x="817384" y="3174898"/>
                </a:lnTo>
                <a:lnTo>
                  <a:pt x="854163" y="3209658"/>
                </a:lnTo>
                <a:lnTo>
                  <a:pt x="885291" y="3237255"/>
                </a:lnTo>
                <a:lnTo>
                  <a:pt x="918349" y="3264725"/>
                </a:lnTo>
                <a:lnTo>
                  <a:pt x="953223" y="3291992"/>
                </a:lnTo>
                <a:lnTo>
                  <a:pt x="989812" y="3318980"/>
                </a:lnTo>
                <a:lnTo>
                  <a:pt x="1028001" y="3345650"/>
                </a:lnTo>
                <a:lnTo>
                  <a:pt x="1067701" y="3371913"/>
                </a:lnTo>
                <a:lnTo>
                  <a:pt x="1108798" y="3397720"/>
                </a:lnTo>
                <a:lnTo>
                  <a:pt x="1151204" y="3422993"/>
                </a:lnTo>
                <a:lnTo>
                  <a:pt x="1194790" y="3447669"/>
                </a:lnTo>
                <a:lnTo>
                  <a:pt x="1239469" y="3471684"/>
                </a:lnTo>
                <a:lnTo>
                  <a:pt x="1285125" y="3494989"/>
                </a:lnTo>
                <a:lnTo>
                  <a:pt x="1331671" y="3517481"/>
                </a:lnTo>
                <a:lnTo>
                  <a:pt x="1378991" y="3539134"/>
                </a:lnTo>
                <a:lnTo>
                  <a:pt x="1426984" y="3559848"/>
                </a:lnTo>
                <a:lnTo>
                  <a:pt x="1475549" y="3579584"/>
                </a:lnTo>
                <a:lnTo>
                  <a:pt x="1524584" y="3598265"/>
                </a:lnTo>
                <a:lnTo>
                  <a:pt x="1573974" y="3615829"/>
                </a:lnTo>
                <a:lnTo>
                  <a:pt x="1623631" y="3632212"/>
                </a:lnTo>
                <a:lnTo>
                  <a:pt x="1673428" y="3647351"/>
                </a:lnTo>
                <a:lnTo>
                  <a:pt x="1723288" y="3661168"/>
                </a:lnTo>
                <a:lnTo>
                  <a:pt x="1724393" y="3661448"/>
                </a:lnTo>
                <a:lnTo>
                  <a:pt x="1725002" y="3661613"/>
                </a:lnTo>
                <a:lnTo>
                  <a:pt x="1774875" y="3674059"/>
                </a:lnTo>
                <a:lnTo>
                  <a:pt x="1824570" y="3685057"/>
                </a:lnTo>
                <a:lnTo>
                  <a:pt x="1874012" y="3694544"/>
                </a:lnTo>
                <a:lnTo>
                  <a:pt x="1923072" y="3702456"/>
                </a:lnTo>
                <a:lnTo>
                  <a:pt x="1971675" y="3708730"/>
                </a:lnTo>
                <a:lnTo>
                  <a:pt x="2019681" y="3713276"/>
                </a:lnTo>
                <a:lnTo>
                  <a:pt x="2067013" y="3716058"/>
                </a:lnTo>
                <a:lnTo>
                  <a:pt x="2113559" y="3717010"/>
                </a:lnTo>
                <a:lnTo>
                  <a:pt x="2155787" y="3716223"/>
                </a:lnTo>
                <a:lnTo>
                  <a:pt x="2197150" y="3713696"/>
                </a:lnTo>
                <a:lnTo>
                  <a:pt x="2237778" y="3709174"/>
                </a:lnTo>
                <a:lnTo>
                  <a:pt x="2277770" y="3702418"/>
                </a:lnTo>
                <a:lnTo>
                  <a:pt x="2324570" y="3692385"/>
                </a:lnTo>
                <a:lnTo>
                  <a:pt x="2371026" y="3678847"/>
                </a:lnTo>
                <a:lnTo>
                  <a:pt x="2417114" y="3662134"/>
                </a:lnTo>
                <a:lnTo>
                  <a:pt x="2462796" y="3642588"/>
                </a:lnTo>
                <a:lnTo>
                  <a:pt x="2508072" y="3620503"/>
                </a:lnTo>
                <a:lnTo>
                  <a:pt x="2552916" y="3596233"/>
                </a:lnTo>
                <a:lnTo>
                  <a:pt x="2597302" y="3570084"/>
                </a:lnTo>
                <a:lnTo>
                  <a:pt x="2641206" y="3542398"/>
                </a:lnTo>
                <a:lnTo>
                  <a:pt x="2684615" y="3513480"/>
                </a:lnTo>
                <a:lnTo>
                  <a:pt x="2727502" y="3483673"/>
                </a:lnTo>
                <a:lnTo>
                  <a:pt x="2769844" y="3453282"/>
                </a:lnTo>
                <a:lnTo>
                  <a:pt x="2811640" y="3422662"/>
                </a:lnTo>
                <a:lnTo>
                  <a:pt x="2852839" y="3392106"/>
                </a:lnTo>
                <a:lnTo>
                  <a:pt x="2893441" y="3361969"/>
                </a:lnTo>
                <a:lnTo>
                  <a:pt x="2933420" y="3332556"/>
                </a:lnTo>
                <a:lnTo>
                  <a:pt x="2972752" y="3304197"/>
                </a:lnTo>
                <a:lnTo>
                  <a:pt x="3011424" y="3277209"/>
                </a:lnTo>
                <a:lnTo>
                  <a:pt x="3052419" y="3248850"/>
                </a:lnTo>
                <a:lnTo>
                  <a:pt x="3093440" y="3220491"/>
                </a:lnTo>
                <a:lnTo>
                  <a:pt x="3134461" y="3192132"/>
                </a:lnTo>
                <a:lnTo>
                  <a:pt x="3175508" y="3163773"/>
                </a:lnTo>
                <a:lnTo>
                  <a:pt x="3216567" y="3135414"/>
                </a:lnTo>
                <a:lnTo>
                  <a:pt x="3257626" y="3107055"/>
                </a:lnTo>
                <a:lnTo>
                  <a:pt x="3298685" y="3078683"/>
                </a:lnTo>
                <a:lnTo>
                  <a:pt x="3339769" y="3050324"/>
                </a:lnTo>
                <a:lnTo>
                  <a:pt x="3380841" y="3021965"/>
                </a:lnTo>
                <a:lnTo>
                  <a:pt x="3421926" y="2993606"/>
                </a:lnTo>
                <a:lnTo>
                  <a:pt x="3504095" y="2936887"/>
                </a:lnTo>
                <a:lnTo>
                  <a:pt x="3545167" y="2908528"/>
                </a:lnTo>
                <a:lnTo>
                  <a:pt x="3586251" y="2880169"/>
                </a:lnTo>
                <a:lnTo>
                  <a:pt x="3627323" y="2851810"/>
                </a:lnTo>
                <a:lnTo>
                  <a:pt x="3668395" y="2823451"/>
                </a:lnTo>
                <a:lnTo>
                  <a:pt x="3709454" y="2795092"/>
                </a:lnTo>
                <a:lnTo>
                  <a:pt x="3750500" y="2766733"/>
                </a:lnTo>
                <a:lnTo>
                  <a:pt x="3791547" y="2738374"/>
                </a:lnTo>
                <a:lnTo>
                  <a:pt x="3832568" y="2710015"/>
                </a:lnTo>
                <a:lnTo>
                  <a:pt x="3873589" y="2681655"/>
                </a:lnTo>
                <a:lnTo>
                  <a:pt x="3914584" y="2653296"/>
                </a:lnTo>
                <a:lnTo>
                  <a:pt x="3956050" y="2624747"/>
                </a:lnTo>
                <a:lnTo>
                  <a:pt x="3997541" y="2595930"/>
                </a:lnTo>
                <a:lnTo>
                  <a:pt x="4038968" y="2566771"/>
                </a:lnTo>
                <a:lnTo>
                  <a:pt x="4080192" y="2537218"/>
                </a:lnTo>
                <a:lnTo>
                  <a:pt x="4121112" y="2507196"/>
                </a:lnTo>
                <a:lnTo>
                  <a:pt x="4161599" y="2476639"/>
                </a:lnTo>
                <a:lnTo>
                  <a:pt x="4201553" y="2445486"/>
                </a:lnTo>
                <a:lnTo>
                  <a:pt x="4240847" y="2413660"/>
                </a:lnTo>
                <a:lnTo>
                  <a:pt x="4279366" y="2381097"/>
                </a:lnTo>
                <a:lnTo>
                  <a:pt x="4317009" y="2347734"/>
                </a:lnTo>
                <a:lnTo>
                  <a:pt x="4353636" y="2313508"/>
                </a:lnTo>
                <a:lnTo>
                  <a:pt x="4389145" y="2278329"/>
                </a:lnTo>
                <a:lnTo>
                  <a:pt x="4423410" y="2242159"/>
                </a:lnTo>
                <a:lnTo>
                  <a:pt x="4456328" y="2204910"/>
                </a:lnTo>
                <a:lnTo>
                  <a:pt x="4487786" y="2166518"/>
                </a:lnTo>
                <a:lnTo>
                  <a:pt x="4517656" y="2126932"/>
                </a:lnTo>
                <a:lnTo>
                  <a:pt x="4545825" y="2086063"/>
                </a:lnTo>
                <a:lnTo>
                  <a:pt x="4572178" y="2043861"/>
                </a:lnTo>
                <a:lnTo>
                  <a:pt x="4596600" y="2000250"/>
                </a:lnTo>
                <a:lnTo>
                  <a:pt x="4617783" y="1957349"/>
                </a:lnTo>
                <a:lnTo>
                  <a:pt x="4618126" y="1956549"/>
                </a:lnTo>
                <a:lnTo>
                  <a:pt x="4618774" y="1955241"/>
                </a:lnTo>
                <a:lnTo>
                  <a:pt x="4625860" y="1938680"/>
                </a:lnTo>
                <a:lnTo>
                  <a:pt x="4636694" y="1913661"/>
                </a:lnTo>
                <a:lnTo>
                  <a:pt x="4637532" y="1911426"/>
                </a:lnTo>
                <a:lnTo>
                  <a:pt x="4638446" y="1909292"/>
                </a:lnTo>
                <a:lnTo>
                  <a:pt x="4643882" y="1894522"/>
                </a:lnTo>
                <a:lnTo>
                  <a:pt x="4653369" y="1869262"/>
                </a:lnTo>
                <a:lnTo>
                  <a:pt x="4654677" y="1865198"/>
                </a:lnTo>
                <a:lnTo>
                  <a:pt x="4655655" y="1862531"/>
                </a:lnTo>
                <a:lnTo>
                  <a:pt x="4659604" y="1849831"/>
                </a:lnTo>
                <a:lnTo>
                  <a:pt x="4667834" y="1824215"/>
                </a:lnTo>
                <a:lnTo>
                  <a:pt x="4669447" y="1818220"/>
                </a:lnTo>
                <a:lnTo>
                  <a:pt x="4670437" y="1815045"/>
                </a:lnTo>
                <a:lnTo>
                  <a:pt x="4673371" y="1803666"/>
                </a:lnTo>
                <a:lnTo>
                  <a:pt x="4680128" y="1778596"/>
                </a:lnTo>
                <a:lnTo>
                  <a:pt x="4681829" y="1770849"/>
                </a:lnTo>
                <a:lnTo>
                  <a:pt x="4682845" y="1766925"/>
                </a:lnTo>
                <a:lnTo>
                  <a:pt x="4685119" y="1755927"/>
                </a:lnTo>
                <a:lnTo>
                  <a:pt x="4690288" y="1732470"/>
                </a:lnTo>
                <a:lnTo>
                  <a:pt x="4691875" y="1723224"/>
                </a:lnTo>
                <a:lnTo>
                  <a:pt x="4692904" y="1718310"/>
                </a:lnTo>
                <a:lnTo>
                  <a:pt x="4694656" y="1707210"/>
                </a:lnTo>
                <a:lnTo>
                  <a:pt x="4698339" y="1685925"/>
                </a:lnTo>
                <a:lnTo>
                  <a:pt x="4699686" y="1675358"/>
                </a:lnTo>
                <a:lnTo>
                  <a:pt x="4700651" y="1669275"/>
                </a:lnTo>
                <a:lnTo>
                  <a:pt x="4701895" y="1658086"/>
                </a:lnTo>
                <a:lnTo>
                  <a:pt x="4704334" y="1639023"/>
                </a:lnTo>
                <a:lnTo>
                  <a:pt x="4705274" y="1627759"/>
                </a:lnTo>
                <a:lnTo>
                  <a:pt x="4706150" y="1619923"/>
                </a:lnTo>
                <a:lnTo>
                  <a:pt x="4706925" y="1607947"/>
                </a:lnTo>
                <a:lnTo>
                  <a:pt x="4708283" y="1591843"/>
                </a:lnTo>
                <a:lnTo>
                  <a:pt x="4708766" y="1580007"/>
                </a:lnTo>
                <a:lnTo>
                  <a:pt x="4709401" y="1570367"/>
                </a:lnTo>
                <a:lnTo>
                  <a:pt x="4709668" y="1558061"/>
                </a:lnTo>
                <a:lnTo>
                  <a:pt x="4710227" y="1544447"/>
                </a:lnTo>
                <a:lnTo>
                  <a:pt x="4710214" y="1532686"/>
                </a:lnTo>
                <a:lnTo>
                  <a:pt x="4710481" y="1520710"/>
                </a:lnTo>
                <a:close/>
              </a:path>
            </a:pathLst>
          </a:custGeom>
          <a:solidFill>
            <a:srgbClr val="FF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415512" y="2664299"/>
            <a:ext cx="9525" cy="2479675"/>
          </a:xfrm>
          <a:custGeom>
            <a:avLst/>
            <a:gdLst/>
            <a:ahLst/>
            <a:cxnLst/>
            <a:rect l="l" t="t" r="r" b="b"/>
            <a:pathLst>
              <a:path w="9525" h="2479675">
                <a:moveTo>
                  <a:pt x="9524" y="2479200"/>
                </a:moveTo>
                <a:lnTo>
                  <a:pt x="0" y="2479200"/>
                </a:lnTo>
                <a:lnTo>
                  <a:pt x="0" y="0"/>
                </a:lnTo>
                <a:lnTo>
                  <a:pt x="9524" y="0"/>
                </a:lnTo>
                <a:lnTo>
                  <a:pt x="9524" y="247920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133825" y="4297200"/>
            <a:ext cx="573405" cy="572770"/>
          </a:xfrm>
          <a:custGeom>
            <a:avLst/>
            <a:gdLst/>
            <a:ahLst/>
            <a:cxnLst/>
            <a:rect l="l" t="t" r="r" b="b"/>
            <a:pathLst>
              <a:path w="573404" h="572770">
                <a:moveTo>
                  <a:pt x="286424" y="572299"/>
                </a:moveTo>
                <a:lnTo>
                  <a:pt x="239950" y="568553"/>
                </a:lnTo>
                <a:lnTo>
                  <a:pt x="195868" y="557706"/>
                </a:lnTo>
                <a:lnTo>
                  <a:pt x="154768" y="540346"/>
                </a:lnTo>
                <a:lnTo>
                  <a:pt x="117239" y="517061"/>
                </a:lnTo>
                <a:lnTo>
                  <a:pt x="83868" y="488440"/>
                </a:lnTo>
                <a:lnTo>
                  <a:pt x="55245" y="455071"/>
                </a:lnTo>
                <a:lnTo>
                  <a:pt x="31958" y="417542"/>
                </a:lnTo>
                <a:lnTo>
                  <a:pt x="14596" y="376440"/>
                </a:lnTo>
                <a:lnTo>
                  <a:pt x="3747" y="332355"/>
                </a:lnTo>
                <a:lnTo>
                  <a:pt x="0" y="285874"/>
                </a:lnTo>
                <a:lnTo>
                  <a:pt x="3747" y="239549"/>
                </a:lnTo>
                <a:lnTo>
                  <a:pt x="14596" y="195587"/>
                </a:lnTo>
                <a:lnTo>
                  <a:pt x="31958" y="154580"/>
                </a:lnTo>
                <a:lnTo>
                  <a:pt x="55245" y="117120"/>
                </a:lnTo>
                <a:lnTo>
                  <a:pt x="83868" y="83799"/>
                </a:lnTo>
                <a:lnTo>
                  <a:pt x="117239" y="55210"/>
                </a:lnTo>
                <a:lnTo>
                  <a:pt x="154768" y="31943"/>
                </a:lnTo>
                <a:lnTo>
                  <a:pt x="195868" y="14591"/>
                </a:lnTo>
                <a:lnTo>
                  <a:pt x="239950" y="3746"/>
                </a:lnTo>
                <a:lnTo>
                  <a:pt x="286424" y="0"/>
                </a:lnTo>
                <a:lnTo>
                  <a:pt x="332905" y="3746"/>
                </a:lnTo>
                <a:lnTo>
                  <a:pt x="376990" y="14591"/>
                </a:lnTo>
                <a:lnTo>
                  <a:pt x="418092" y="31943"/>
                </a:lnTo>
                <a:lnTo>
                  <a:pt x="455621" y="55210"/>
                </a:lnTo>
                <a:lnTo>
                  <a:pt x="488990" y="83799"/>
                </a:lnTo>
                <a:lnTo>
                  <a:pt x="517611" y="117120"/>
                </a:lnTo>
                <a:lnTo>
                  <a:pt x="540896" y="154580"/>
                </a:lnTo>
                <a:lnTo>
                  <a:pt x="558256" y="195587"/>
                </a:lnTo>
                <a:lnTo>
                  <a:pt x="569103" y="239549"/>
                </a:lnTo>
                <a:lnTo>
                  <a:pt x="572849" y="285874"/>
                </a:lnTo>
                <a:lnTo>
                  <a:pt x="569103" y="332355"/>
                </a:lnTo>
                <a:lnTo>
                  <a:pt x="558256" y="376440"/>
                </a:lnTo>
                <a:lnTo>
                  <a:pt x="540896" y="417542"/>
                </a:lnTo>
                <a:lnTo>
                  <a:pt x="517611" y="455071"/>
                </a:lnTo>
                <a:lnTo>
                  <a:pt x="488990" y="488440"/>
                </a:lnTo>
                <a:lnTo>
                  <a:pt x="455621" y="517061"/>
                </a:lnTo>
                <a:lnTo>
                  <a:pt x="418092" y="540346"/>
                </a:lnTo>
                <a:lnTo>
                  <a:pt x="376990" y="557706"/>
                </a:lnTo>
                <a:lnTo>
                  <a:pt x="332905" y="568553"/>
                </a:lnTo>
                <a:lnTo>
                  <a:pt x="286424" y="572299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129375" y="4292200"/>
            <a:ext cx="582295" cy="582930"/>
          </a:xfrm>
          <a:custGeom>
            <a:avLst/>
            <a:gdLst/>
            <a:ahLst/>
            <a:cxnLst/>
            <a:rect l="l" t="t" r="r" b="b"/>
            <a:pathLst>
              <a:path w="582295" h="582929">
                <a:moveTo>
                  <a:pt x="290874" y="582324"/>
                </a:moveTo>
                <a:lnTo>
                  <a:pt x="243735" y="578512"/>
                </a:lnTo>
                <a:lnTo>
                  <a:pt x="199001" y="567474"/>
                </a:lnTo>
                <a:lnTo>
                  <a:pt x="157276" y="549810"/>
                </a:lnTo>
                <a:lnTo>
                  <a:pt x="119161" y="526116"/>
                </a:lnTo>
                <a:lnTo>
                  <a:pt x="85259" y="496993"/>
                </a:lnTo>
                <a:lnTo>
                  <a:pt x="56171" y="463038"/>
                </a:lnTo>
                <a:lnTo>
                  <a:pt x="32499" y="424851"/>
                </a:lnTo>
                <a:lnTo>
                  <a:pt x="14845" y="383028"/>
                </a:lnTo>
                <a:lnTo>
                  <a:pt x="3811" y="338170"/>
                </a:lnTo>
                <a:lnTo>
                  <a:pt x="0" y="290874"/>
                </a:lnTo>
                <a:lnTo>
                  <a:pt x="3811" y="243735"/>
                </a:lnTo>
                <a:lnTo>
                  <a:pt x="14845" y="199001"/>
                </a:lnTo>
                <a:lnTo>
                  <a:pt x="32499" y="157276"/>
                </a:lnTo>
                <a:lnTo>
                  <a:pt x="56171" y="119161"/>
                </a:lnTo>
                <a:lnTo>
                  <a:pt x="85259" y="85259"/>
                </a:lnTo>
                <a:lnTo>
                  <a:pt x="119161" y="56171"/>
                </a:lnTo>
                <a:lnTo>
                  <a:pt x="157276" y="32499"/>
                </a:lnTo>
                <a:lnTo>
                  <a:pt x="199001" y="14845"/>
                </a:lnTo>
                <a:lnTo>
                  <a:pt x="243735" y="3811"/>
                </a:lnTo>
                <a:lnTo>
                  <a:pt x="290874" y="0"/>
                </a:lnTo>
                <a:lnTo>
                  <a:pt x="338021" y="3811"/>
                </a:lnTo>
                <a:lnTo>
                  <a:pt x="360985" y="9474"/>
                </a:lnTo>
                <a:lnTo>
                  <a:pt x="290874" y="9474"/>
                </a:lnTo>
                <a:lnTo>
                  <a:pt x="234007" y="15151"/>
                </a:lnTo>
                <a:lnTo>
                  <a:pt x="181106" y="31484"/>
                </a:lnTo>
                <a:lnTo>
                  <a:pt x="133220" y="57431"/>
                </a:lnTo>
                <a:lnTo>
                  <a:pt x="91399" y="91949"/>
                </a:lnTo>
                <a:lnTo>
                  <a:pt x="57113" y="133529"/>
                </a:lnTo>
                <a:lnTo>
                  <a:pt x="31140" y="181381"/>
                </a:lnTo>
                <a:lnTo>
                  <a:pt x="14678" y="234248"/>
                </a:lnTo>
                <a:lnTo>
                  <a:pt x="8924" y="290874"/>
                </a:lnTo>
                <a:lnTo>
                  <a:pt x="14678" y="347753"/>
                </a:lnTo>
                <a:lnTo>
                  <a:pt x="31140" y="400656"/>
                </a:lnTo>
                <a:lnTo>
                  <a:pt x="57113" y="448543"/>
                </a:lnTo>
                <a:lnTo>
                  <a:pt x="91399" y="490374"/>
                </a:lnTo>
                <a:lnTo>
                  <a:pt x="133220" y="524650"/>
                </a:lnTo>
                <a:lnTo>
                  <a:pt x="181106" y="550624"/>
                </a:lnTo>
                <a:lnTo>
                  <a:pt x="234007" y="567092"/>
                </a:lnTo>
                <a:lnTo>
                  <a:pt x="290874" y="572849"/>
                </a:lnTo>
                <a:lnTo>
                  <a:pt x="360974" y="572849"/>
                </a:lnTo>
                <a:lnTo>
                  <a:pt x="338021" y="578512"/>
                </a:lnTo>
                <a:lnTo>
                  <a:pt x="290874" y="582324"/>
                </a:lnTo>
                <a:close/>
              </a:path>
              <a:path w="582295" h="582929">
                <a:moveTo>
                  <a:pt x="360974" y="572849"/>
                </a:moveTo>
                <a:lnTo>
                  <a:pt x="290874" y="572849"/>
                </a:lnTo>
                <a:lnTo>
                  <a:pt x="347748" y="567092"/>
                </a:lnTo>
                <a:lnTo>
                  <a:pt x="400596" y="550624"/>
                </a:lnTo>
                <a:lnTo>
                  <a:pt x="448322" y="524650"/>
                </a:lnTo>
                <a:lnTo>
                  <a:pt x="489824" y="490374"/>
                </a:lnTo>
                <a:lnTo>
                  <a:pt x="524343" y="448543"/>
                </a:lnTo>
                <a:lnTo>
                  <a:pt x="550290" y="400656"/>
                </a:lnTo>
                <a:lnTo>
                  <a:pt x="566623" y="347753"/>
                </a:lnTo>
                <a:lnTo>
                  <a:pt x="572299" y="290874"/>
                </a:lnTo>
                <a:lnTo>
                  <a:pt x="566623" y="234248"/>
                </a:lnTo>
                <a:lnTo>
                  <a:pt x="550290" y="181381"/>
                </a:lnTo>
                <a:lnTo>
                  <a:pt x="524343" y="133529"/>
                </a:lnTo>
                <a:lnTo>
                  <a:pt x="489824" y="91949"/>
                </a:lnTo>
                <a:lnTo>
                  <a:pt x="448322" y="57431"/>
                </a:lnTo>
                <a:lnTo>
                  <a:pt x="400596" y="31484"/>
                </a:lnTo>
                <a:lnTo>
                  <a:pt x="347748" y="15151"/>
                </a:lnTo>
                <a:lnTo>
                  <a:pt x="290874" y="9474"/>
                </a:lnTo>
                <a:lnTo>
                  <a:pt x="360985" y="9474"/>
                </a:lnTo>
                <a:lnTo>
                  <a:pt x="424489" y="32499"/>
                </a:lnTo>
                <a:lnTo>
                  <a:pt x="462607" y="56171"/>
                </a:lnTo>
                <a:lnTo>
                  <a:pt x="496512" y="85259"/>
                </a:lnTo>
                <a:lnTo>
                  <a:pt x="525602" y="119161"/>
                </a:lnTo>
                <a:lnTo>
                  <a:pt x="549275" y="157276"/>
                </a:lnTo>
                <a:lnTo>
                  <a:pt x="566929" y="199001"/>
                </a:lnTo>
                <a:lnTo>
                  <a:pt x="577963" y="243735"/>
                </a:lnTo>
                <a:lnTo>
                  <a:pt x="581774" y="290874"/>
                </a:lnTo>
                <a:lnTo>
                  <a:pt x="577963" y="338170"/>
                </a:lnTo>
                <a:lnTo>
                  <a:pt x="566929" y="383028"/>
                </a:lnTo>
                <a:lnTo>
                  <a:pt x="549275" y="424851"/>
                </a:lnTo>
                <a:lnTo>
                  <a:pt x="525602" y="463038"/>
                </a:lnTo>
                <a:lnTo>
                  <a:pt x="496512" y="496993"/>
                </a:lnTo>
                <a:lnTo>
                  <a:pt x="462607" y="526116"/>
                </a:lnTo>
                <a:lnTo>
                  <a:pt x="424489" y="549810"/>
                </a:lnTo>
                <a:lnTo>
                  <a:pt x="382760" y="567474"/>
                </a:lnTo>
                <a:lnTo>
                  <a:pt x="360974" y="57284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206275" y="4369649"/>
            <a:ext cx="427990" cy="427990"/>
          </a:xfrm>
          <a:custGeom>
            <a:avLst/>
            <a:gdLst/>
            <a:ahLst/>
            <a:cxnLst/>
            <a:rect l="l" t="t" r="r" b="b"/>
            <a:pathLst>
              <a:path w="427990" h="427989">
                <a:moveTo>
                  <a:pt x="213974" y="427424"/>
                </a:moveTo>
                <a:lnTo>
                  <a:pt x="164928" y="421771"/>
                </a:lnTo>
                <a:lnTo>
                  <a:pt x="119896" y="405666"/>
                </a:lnTo>
                <a:lnTo>
                  <a:pt x="80165" y="380399"/>
                </a:lnTo>
                <a:lnTo>
                  <a:pt x="47023" y="347254"/>
                </a:lnTo>
                <a:lnTo>
                  <a:pt x="21757" y="307519"/>
                </a:lnTo>
                <a:lnTo>
                  <a:pt x="5653" y="262480"/>
                </a:lnTo>
                <a:lnTo>
                  <a:pt x="0" y="213424"/>
                </a:lnTo>
                <a:lnTo>
                  <a:pt x="5653" y="164408"/>
                </a:lnTo>
                <a:lnTo>
                  <a:pt x="21757" y="119455"/>
                </a:lnTo>
                <a:lnTo>
                  <a:pt x="47023" y="79832"/>
                </a:lnTo>
                <a:lnTo>
                  <a:pt x="80165" y="46807"/>
                </a:lnTo>
                <a:lnTo>
                  <a:pt x="119896" y="21648"/>
                </a:lnTo>
                <a:lnTo>
                  <a:pt x="164928" y="5623"/>
                </a:lnTo>
                <a:lnTo>
                  <a:pt x="213974" y="0"/>
                </a:lnTo>
                <a:lnTo>
                  <a:pt x="263030" y="5623"/>
                </a:lnTo>
                <a:lnTo>
                  <a:pt x="308069" y="21648"/>
                </a:lnTo>
                <a:lnTo>
                  <a:pt x="347804" y="46807"/>
                </a:lnTo>
                <a:lnTo>
                  <a:pt x="380949" y="79832"/>
                </a:lnTo>
                <a:lnTo>
                  <a:pt x="406216" y="119455"/>
                </a:lnTo>
                <a:lnTo>
                  <a:pt x="422321" y="164408"/>
                </a:lnTo>
                <a:lnTo>
                  <a:pt x="427974" y="213424"/>
                </a:lnTo>
                <a:lnTo>
                  <a:pt x="422321" y="262480"/>
                </a:lnTo>
                <a:lnTo>
                  <a:pt x="406216" y="307519"/>
                </a:lnTo>
                <a:lnTo>
                  <a:pt x="380949" y="347254"/>
                </a:lnTo>
                <a:lnTo>
                  <a:pt x="347804" y="380399"/>
                </a:lnTo>
                <a:lnTo>
                  <a:pt x="308069" y="405666"/>
                </a:lnTo>
                <a:lnTo>
                  <a:pt x="263030" y="421771"/>
                </a:lnTo>
                <a:lnTo>
                  <a:pt x="213974" y="427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201825" y="4364625"/>
            <a:ext cx="436880" cy="437515"/>
          </a:xfrm>
          <a:custGeom>
            <a:avLst/>
            <a:gdLst/>
            <a:ahLst/>
            <a:cxnLst/>
            <a:rect l="l" t="t" r="r" b="b"/>
            <a:pathLst>
              <a:path w="436879" h="437514">
                <a:moveTo>
                  <a:pt x="218424" y="437449"/>
                </a:moveTo>
                <a:lnTo>
                  <a:pt x="168250" y="431664"/>
                </a:lnTo>
                <a:lnTo>
                  <a:pt x="122239" y="415186"/>
                </a:lnTo>
                <a:lnTo>
                  <a:pt x="81688" y="389330"/>
                </a:lnTo>
                <a:lnTo>
                  <a:pt x="47893" y="355412"/>
                </a:lnTo>
                <a:lnTo>
                  <a:pt x="22149" y="314749"/>
                </a:lnTo>
                <a:lnTo>
                  <a:pt x="5753" y="268656"/>
                </a:lnTo>
                <a:lnTo>
                  <a:pt x="0" y="218449"/>
                </a:lnTo>
                <a:lnTo>
                  <a:pt x="5753" y="168454"/>
                </a:lnTo>
                <a:lnTo>
                  <a:pt x="22149" y="122510"/>
                </a:lnTo>
                <a:lnTo>
                  <a:pt x="47893" y="81945"/>
                </a:lnTo>
                <a:lnTo>
                  <a:pt x="81688" y="48084"/>
                </a:lnTo>
                <a:lnTo>
                  <a:pt x="122239" y="22255"/>
                </a:lnTo>
                <a:lnTo>
                  <a:pt x="168250" y="5784"/>
                </a:lnTo>
                <a:lnTo>
                  <a:pt x="218424" y="0"/>
                </a:lnTo>
                <a:lnTo>
                  <a:pt x="268428" y="5784"/>
                </a:lnTo>
                <a:lnTo>
                  <a:pt x="278721" y="9474"/>
                </a:lnTo>
                <a:lnTo>
                  <a:pt x="218424" y="9474"/>
                </a:lnTo>
                <a:lnTo>
                  <a:pt x="176146" y="13726"/>
                </a:lnTo>
                <a:lnTo>
                  <a:pt x="136793" y="25921"/>
                </a:lnTo>
                <a:lnTo>
                  <a:pt x="101199" y="45218"/>
                </a:lnTo>
                <a:lnTo>
                  <a:pt x="70199" y="70774"/>
                </a:lnTo>
                <a:lnTo>
                  <a:pt x="44632" y="101766"/>
                </a:lnTo>
                <a:lnTo>
                  <a:pt x="25337" y="137299"/>
                </a:lnTo>
                <a:lnTo>
                  <a:pt x="13148" y="176489"/>
                </a:lnTo>
                <a:lnTo>
                  <a:pt x="8899" y="218449"/>
                </a:lnTo>
                <a:lnTo>
                  <a:pt x="13148" y="260731"/>
                </a:lnTo>
                <a:lnTo>
                  <a:pt x="25337" y="300090"/>
                </a:lnTo>
                <a:lnTo>
                  <a:pt x="44632" y="335685"/>
                </a:lnTo>
                <a:lnTo>
                  <a:pt x="70199" y="366674"/>
                </a:lnTo>
                <a:lnTo>
                  <a:pt x="101199" y="392242"/>
                </a:lnTo>
                <a:lnTo>
                  <a:pt x="136793" y="411537"/>
                </a:lnTo>
                <a:lnTo>
                  <a:pt x="176146" y="423726"/>
                </a:lnTo>
                <a:lnTo>
                  <a:pt x="218424" y="427974"/>
                </a:lnTo>
                <a:lnTo>
                  <a:pt x="278716" y="427974"/>
                </a:lnTo>
                <a:lnTo>
                  <a:pt x="268428" y="431664"/>
                </a:lnTo>
                <a:lnTo>
                  <a:pt x="218424" y="437449"/>
                </a:lnTo>
                <a:close/>
              </a:path>
              <a:path w="436879" h="437514">
                <a:moveTo>
                  <a:pt x="278716" y="427974"/>
                </a:moveTo>
                <a:lnTo>
                  <a:pt x="218424" y="427974"/>
                </a:lnTo>
                <a:lnTo>
                  <a:pt x="260631" y="423726"/>
                </a:lnTo>
                <a:lnTo>
                  <a:pt x="299799" y="411537"/>
                </a:lnTo>
                <a:lnTo>
                  <a:pt x="335199" y="392242"/>
                </a:lnTo>
                <a:lnTo>
                  <a:pt x="366099" y="366674"/>
                </a:lnTo>
                <a:lnTo>
                  <a:pt x="391667" y="335685"/>
                </a:lnTo>
                <a:lnTo>
                  <a:pt x="410962" y="300090"/>
                </a:lnTo>
                <a:lnTo>
                  <a:pt x="423151" y="260731"/>
                </a:lnTo>
                <a:lnTo>
                  <a:pt x="427399" y="218449"/>
                </a:lnTo>
                <a:lnTo>
                  <a:pt x="423151" y="176489"/>
                </a:lnTo>
                <a:lnTo>
                  <a:pt x="410962" y="137299"/>
                </a:lnTo>
                <a:lnTo>
                  <a:pt x="391667" y="101766"/>
                </a:lnTo>
                <a:lnTo>
                  <a:pt x="366099" y="70774"/>
                </a:lnTo>
                <a:lnTo>
                  <a:pt x="335199" y="45218"/>
                </a:lnTo>
                <a:lnTo>
                  <a:pt x="299799" y="25921"/>
                </a:lnTo>
                <a:lnTo>
                  <a:pt x="260631" y="13726"/>
                </a:lnTo>
                <a:lnTo>
                  <a:pt x="218424" y="9474"/>
                </a:lnTo>
                <a:lnTo>
                  <a:pt x="278721" y="9474"/>
                </a:lnTo>
                <a:lnTo>
                  <a:pt x="354940" y="48084"/>
                </a:lnTo>
                <a:lnTo>
                  <a:pt x="388798" y="81945"/>
                </a:lnTo>
                <a:lnTo>
                  <a:pt x="414623" y="122510"/>
                </a:lnTo>
                <a:lnTo>
                  <a:pt x="431091" y="168454"/>
                </a:lnTo>
                <a:lnTo>
                  <a:pt x="436874" y="218449"/>
                </a:lnTo>
                <a:lnTo>
                  <a:pt x="431091" y="268656"/>
                </a:lnTo>
                <a:lnTo>
                  <a:pt x="414623" y="314749"/>
                </a:lnTo>
                <a:lnTo>
                  <a:pt x="388798" y="355412"/>
                </a:lnTo>
                <a:lnTo>
                  <a:pt x="354940" y="389330"/>
                </a:lnTo>
                <a:lnTo>
                  <a:pt x="314374" y="415186"/>
                </a:lnTo>
                <a:lnTo>
                  <a:pt x="278716" y="4279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284850" y="4448224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10">
                <a:moveTo>
                  <a:pt x="135399" y="270274"/>
                </a:moveTo>
                <a:lnTo>
                  <a:pt x="92643" y="263359"/>
                </a:lnTo>
                <a:lnTo>
                  <a:pt x="55479" y="244111"/>
                </a:lnTo>
                <a:lnTo>
                  <a:pt x="26154" y="214779"/>
                </a:lnTo>
                <a:lnTo>
                  <a:pt x="6912" y="177609"/>
                </a:lnTo>
                <a:lnTo>
                  <a:pt x="0" y="134849"/>
                </a:lnTo>
                <a:lnTo>
                  <a:pt x="6912" y="92371"/>
                </a:lnTo>
                <a:lnTo>
                  <a:pt x="26154" y="55371"/>
                </a:lnTo>
                <a:lnTo>
                  <a:pt x="55479" y="26126"/>
                </a:lnTo>
                <a:lnTo>
                  <a:pt x="92643" y="6910"/>
                </a:lnTo>
                <a:lnTo>
                  <a:pt x="135399" y="0"/>
                </a:lnTo>
                <a:lnTo>
                  <a:pt x="178102" y="6910"/>
                </a:lnTo>
                <a:lnTo>
                  <a:pt x="215135" y="26126"/>
                </a:lnTo>
                <a:lnTo>
                  <a:pt x="244305" y="55371"/>
                </a:lnTo>
                <a:lnTo>
                  <a:pt x="263416" y="92371"/>
                </a:lnTo>
                <a:lnTo>
                  <a:pt x="270274" y="134849"/>
                </a:lnTo>
                <a:lnTo>
                  <a:pt x="263416" y="177609"/>
                </a:lnTo>
                <a:lnTo>
                  <a:pt x="244305" y="214779"/>
                </a:lnTo>
                <a:lnTo>
                  <a:pt x="215135" y="244111"/>
                </a:lnTo>
                <a:lnTo>
                  <a:pt x="178102" y="263359"/>
                </a:lnTo>
                <a:lnTo>
                  <a:pt x="135399" y="270274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280400" y="4443775"/>
            <a:ext cx="280035" cy="279400"/>
          </a:xfrm>
          <a:custGeom>
            <a:avLst/>
            <a:gdLst/>
            <a:ahLst/>
            <a:cxnLst/>
            <a:rect l="l" t="t" r="r" b="b"/>
            <a:pathLst>
              <a:path w="280034" h="279400">
                <a:moveTo>
                  <a:pt x="139849" y="279174"/>
                </a:moveTo>
                <a:lnTo>
                  <a:pt x="95564" y="272065"/>
                </a:lnTo>
                <a:lnTo>
                  <a:pt x="57164" y="252251"/>
                </a:lnTo>
                <a:lnTo>
                  <a:pt x="26921" y="222005"/>
                </a:lnTo>
                <a:lnTo>
                  <a:pt x="7109" y="183597"/>
                </a:lnTo>
                <a:lnTo>
                  <a:pt x="0" y="139299"/>
                </a:lnTo>
                <a:lnTo>
                  <a:pt x="7109" y="95283"/>
                </a:lnTo>
                <a:lnTo>
                  <a:pt x="26921" y="57045"/>
                </a:lnTo>
                <a:lnTo>
                  <a:pt x="57164" y="26886"/>
                </a:lnTo>
                <a:lnTo>
                  <a:pt x="95564" y="7104"/>
                </a:lnTo>
                <a:lnTo>
                  <a:pt x="139849" y="0"/>
                </a:lnTo>
                <a:lnTo>
                  <a:pt x="183926" y="7104"/>
                </a:lnTo>
                <a:lnTo>
                  <a:pt x="187409" y="8899"/>
                </a:lnTo>
                <a:lnTo>
                  <a:pt x="139849" y="8899"/>
                </a:lnTo>
                <a:lnTo>
                  <a:pt x="113496" y="11539"/>
                </a:lnTo>
                <a:lnTo>
                  <a:pt x="66826" y="31238"/>
                </a:lnTo>
                <a:lnTo>
                  <a:pt x="31556" y="66586"/>
                </a:lnTo>
                <a:lnTo>
                  <a:pt x="12081" y="113187"/>
                </a:lnTo>
                <a:lnTo>
                  <a:pt x="9449" y="139299"/>
                </a:lnTo>
                <a:lnTo>
                  <a:pt x="12081" y="165744"/>
                </a:lnTo>
                <a:lnTo>
                  <a:pt x="31556" y="212569"/>
                </a:lnTo>
                <a:lnTo>
                  <a:pt x="66826" y="247604"/>
                </a:lnTo>
                <a:lnTo>
                  <a:pt x="113496" y="267072"/>
                </a:lnTo>
                <a:lnTo>
                  <a:pt x="139849" y="269699"/>
                </a:lnTo>
                <a:lnTo>
                  <a:pt x="188508" y="269699"/>
                </a:lnTo>
                <a:lnTo>
                  <a:pt x="183926" y="272065"/>
                </a:lnTo>
                <a:lnTo>
                  <a:pt x="139849" y="279174"/>
                </a:lnTo>
                <a:close/>
              </a:path>
              <a:path w="280034" h="279400">
                <a:moveTo>
                  <a:pt x="188508" y="269699"/>
                </a:moveTo>
                <a:lnTo>
                  <a:pt x="139849" y="269699"/>
                </a:lnTo>
                <a:lnTo>
                  <a:pt x="166208" y="267072"/>
                </a:lnTo>
                <a:lnTo>
                  <a:pt x="190634" y="259534"/>
                </a:lnTo>
                <a:lnTo>
                  <a:pt x="231799" y="231799"/>
                </a:lnTo>
                <a:lnTo>
                  <a:pt x="260015" y="190359"/>
                </a:lnTo>
                <a:lnTo>
                  <a:pt x="270249" y="139299"/>
                </a:lnTo>
                <a:lnTo>
                  <a:pt x="267613" y="113187"/>
                </a:lnTo>
                <a:lnTo>
                  <a:pt x="247922" y="66586"/>
                </a:lnTo>
                <a:lnTo>
                  <a:pt x="212655" y="31238"/>
                </a:lnTo>
                <a:lnTo>
                  <a:pt x="166208" y="11539"/>
                </a:lnTo>
                <a:lnTo>
                  <a:pt x="139849" y="8899"/>
                </a:lnTo>
                <a:lnTo>
                  <a:pt x="187409" y="8899"/>
                </a:lnTo>
                <a:lnTo>
                  <a:pt x="222306" y="26886"/>
                </a:lnTo>
                <a:lnTo>
                  <a:pt x="252636" y="57045"/>
                </a:lnTo>
                <a:lnTo>
                  <a:pt x="272560" y="95283"/>
                </a:lnTo>
                <a:lnTo>
                  <a:pt x="279724" y="139299"/>
                </a:lnTo>
                <a:lnTo>
                  <a:pt x="272560" y="183597"/>
                </a:lnTo>
                <a:lnTo>
                  <a:pt x="252636" y="222005"/>
                </a:lnTo>
                <a:lnTo>
                  <a:pt x="222306" y="252251"/>
                </a:lnTo>
                <a:lnTo>
                  <a:pt x="188508" y="2696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279262" y="3725625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0999" y="282524"/>
                </a:moveTo>
                <a:lnTo>
                  <a:pt x="96374" y="275346"/>
                </a:lnTo>
                <a:lnTo>
                  <a:pt x="57661" y="255328"/>
                </a:lnTo>
                <a:lnTo>
                  <a:pt x="27160" y="224744"/>
                </a:lnTo>
                <a:lnTo>
                  <a:pt x="7173" y="185868"/>
                </a:lnTo>
                <a:lnTo>
                  <a:pt x="0" y="140974"/>
                </a:lnTo>
                <a:lnTo>
                  <a:pt x="7173" y="96361"/>
                </a:lnTo>
                <a:lnTo>
                  <a:pt x="27160" y="57655"/>
                </a:lnTo>
                <a:lnTo>
                  <a:pt x="57661" y="27159"/>
                </a:lnTo>
                <a:lnTo>
                  <a:pt x="96374" y="7173"/>
                </a:lnTo>
                <a:lnTo>
                  <a:pt x="140999" y="0"/>
                </a:lnTo>
                <a:lnTo>
                  <a:pt x="185891" y="7173"/>
                </a:lnTo>
                <a:lnTo>
                  <a:pt x="224761" y="27159"/>
                </a:lnTo>
                <a:lnTo>
                  <a:pt x="255337" y="57655"/>
                </a:lnTo>
                <a:lnTo>
                  <a:pt x="275349" y="96361"/>
                </a:lnTo>
                <a:lnTo>
                  <a:pt x="282524" y="140974"/>
                </a:lnTo>
                <a:lnTo>
                  <a:pt x="275349" y="185868"/>
                </a:lnTo>
                <a:lnTo>
                  <a:pt x="255337" y="224744"/>
                </a:lnTo>
                <a:lnTo>
                  <a:pt x="224761" y="255328"/>
                </a:lnTo>
                <a:lnTo>
                  <a:pt x="185891" y="275346"/>
                </a:lnTo>
                <a:lnTo>
                  <a:pt x="140999" y="282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274262" y="3720600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5">
                <a:moveTo>
                  <a:pt x="145999" y="292574"/>
                </a:moveTo>
                <a:lnTo>
                  <a:pt x="99999" y="285087"/>
                </a:lnTo>
                <a:lnTo>
                  <a:pt x="59939" y="264250"/>
                </a:lnTo>
                <a:lnTo>
                  <a:pt x="28279" y="232499"/>
                </a:lnTo>
                <a:lnTo>
                  <a:pt x="7479" y="192270"/>
                </a:lnTo>
                <a:lnTo>
                  <a:pt x="0" y="145999"/>
                </a:lnTo>
                <a:lnTo>
                  <a:pt x="7479" y="99999"/>
                </a:lnTo>
                <a:lnTo>
                  <a:pt x="28279" y="59939"/>
                </a:lnTo>
                <a:lnTo>
                  <a:pt x="59939" y="28279"/>
                </a:lnTo>
                <a:lnTo>
                  <a:pt x="99999" y="7479"/>
                </a:lnTo>
                <a:lnTo>
                  <a:pt x="145999" y="0"/>
                </a:lnTo>
                <a:lnTo>
                  <a:pt x="192211" y="7479"/>
                </a:lnTo>
                <a:lnTo>
                  <a:pt x="196056" y="9474"/>
                </a:lnTo>
                <a:lnTo>
                  <a:pt x="145999" y="9474"/>
                </a:lnTo>
                <a:lnTo>
                  <a:pt x="118625" y="12218"/>
                </a:lnTo>
                <a:lnTo>
                  <a:pt x="69735" y="32751"/>
                </a:lnTo>
                <a:lnTo>
                  <a:pt x="32730" y="69760"/>
                </a:lnTo>
                <a:lnTo>
                  <a:pt x="12214" y="118639"/>
                </a:lnTo>
                <a:lnTo>
                  <a:pt x="9474" y="145999"/>
                </a:lnTo>
                <a:lnTo>
                  <a:pt x="12214" y="173692"/>
                </a:lnTo>
                <a:lnTo>
                  <a:pt x="32730" y="222805"/>
                </a:lnTo>
                <a:lnTo>
                  <a:pt x="69735" y="259580"/>
                </a:lnTo>
                <a:lnTo>
                  <a:pt x="118625" y="280275"/>
                </a:lnTo>
                <a:lnTo>
                  <a:pt x="145999" y="283099"/>
                </a:lnTo>
                <a:lnTo>
                  <a:pt x="196035" y="283099"/>
                </a:lnTo>
                <a:lnTo>
                  <a:pt x="192211" y="285087"/>
                </a:lnTo>
                <a:lnTo>
                  <a:pt x="145999" y="292574"/>
                </a:lnTo>
                <a:close/>
              </a:path>
              <a:path w="292100" h="292735">
                <a:moveTo>
                  <a:pt x="196035" y="283099"/>
                </a:moveTo>
                <a:lnTo>
                  <a:pt x="145999" y="283099"/>
                </a:lnTo>
                <a:lnTo>
                  <a:pt x="173600" y="280275"/>
                </a:lnTo>
                <a:lnTo>
                  <a:pt x="199274" y="272224"/>
                </a:lnTo>
                <a:lnTo>
                  <a:pt x="242949" y="242974"/>
                </a:lnTo>
                <a:lnTo>
                  <a:pt x="272209" y="199503"/>
                </a:lnTo>
                <a:lnTo>
                  <a:pt x="283074" y="145999"/>
                </a:lnTo>
                <a:lnTo>
                  <a:pt x="280254" y="118639"/>
                </a:lnTo>
                <a:lnTo>
                  <a:pt x="259566" y="69760"/>
                </a:lnTo>
                <a:lnTo>
                  <a:pt x="222549" y="32751"/>
                </a:lnTo>
                <a:lnTo>
                  <a:pt x="173600" y="12218"/>
                </a:lnTo>
                <a:lnTo>
                  <a:pt x="145999" y="9474"/>
                </a:lnTo>
                <a:lnTo>
                  <a:pt x="196056" y="9474"/>
                </a:lnTo>
                <a:lnTo>
                  <a:pt x="232297" y="28279"/>
                </a:lnTo>
                <a:lnTo>
                  <a:pt x="263878" y="59939"/>
                </a:lnTo>
                <a:lnTo>
                  <a:pt x="284572" y="99999"/>
                </a:lnTo>
                <a:lnTo>
                  <a:pt x="291999" y="145999"/>
                </a:lnTo>
                <a:lnTo>
                  <a:pt x="284572" y="192270"/>
                </a:lnTo>
                <a:lnTo>
                  <a:pt x="263878" y="232499"/>
                </a:lnTo>
                <a:lnTo>
                  <a:pt x="232297" y="264250"/>
                </a:lnTo>
                <a:lnTo>
                  <a:pt x="196035" y="2830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662" y="3783024"/>
            <a:ext cx="167724" cy="16772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2762" y="3212500"/>
            <a:ext cx="174999" cy="17497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723724" y="612"/>
            <a:ext cx="0" cy="2501900"/>
          </a:xfrm>
          <a:custGeom>
            <a:avLst/>
            <a:gdLst/>
            <a:ahLst/>
            <a:cxnLst/>
            <a:rect l="l" t="t" r="r" b="b"/>
            <a:pathLst>
              <a:path w="0" h="2501900">
                <a:moveTo>
                  <a:pt x="0" y="0"/>
                </a:moveTo>
                <a:lnTo>
                  <a:pt x="0" y="25013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37324" y="296812"/>
            <a:ext cx="573405" cy="572770"/>
          </a:xfrm>
          <a:custGeom>
            <a:avLst/>
            <a:gdLst/>
            <a:ahLst/>
            <a:cxnLst/>
            <a:rect l="l" t="t" r="r" b="b"/>
            <a:pathLst>
              <a:path w="573405" h="572769">
                <a:moveTo>
                  <a:pt x="286424" y="572299"/>
                </a:moveTo>
                <a:lnTo>
                  <a:pt x="239944" y="568553"/>
                </a:lnTo>
                <a:lnTo>
                  <a:pt x="195859" y="557708"/>
                </a:lnTo>
                <a:lnTo>
                  <a:pt x="154757" y="540356"/>
                </a:lnTo>
                <a:lnTo>
                  <a:pt x="117228" y="517089"/>
                </a:lnTo>
                <a:lnTo>
                  <a:pt x="83859" y="488499"/>
                </a:lnTo>
                <a:lnTo>
                  <a:pt x="55238" y="455179"/>
                </a:lnTo>
                <a:lnTo>
                  <a:pt x="31953" y="417719"/>
                </a:lnTo>
                <a:lnTo>
                  <a:pt x="14593" y="376712"/>
                </a:lnTo>
                <a:lnTo>
                  <a:pt x="3746" y="332750"/>
                </a:lnTo>
                <a:lnTo>
                  <a:pt x="0" y="286424"/>
                </a:lnTo>
                <a:lnTo>
                  <a:pt x="3746" y="239944"/>
                </a:lnTo>
                <a:lnTo>
                  <a:pt x="14593" y="195859"/>
                </a:lnTo>
                <a:lnTo>
                  <a:pt x="31953" y="154757"/>
                </a:lnTo>
                <a:lnTo>
                  <a:pt x="55238" y="117228"/>
                </a:lnTo>
                <a:lnTo>
                  <a:pt x="83859" y="83859"/>
                </a:lnTo>
                <a:lnTo>
                  <a:pt x="117228" y="55238"/>
                </a:lnTo>
                <a:lnTo>
                  <a:pt x="154757" y="31953"/>
                </a:lnTo>
                <a:lnTo>
                  <a:pt x="195859" y="14593"/>
                </a:lnTo>
                <a:lnTo>
                  <a:pt x="239944" y="3746"/>
                </a:lnTo>
                <a:lnTo>
                  <a:pt x="286424" y="0"/>
                </a:lnTo>
                <a:lnTo>
                  <a:pt x="332899" y="3746"/>
                </a:lnTo>
                <a:lnTo>
                  <a:pt x="376981" y="14593"/>
                </a:lnTo>
                <a:lnTo>
                  <a:pt x="418081" y="31953"/>
                </a:lnTo>
                <a:lnTo>
                  <a:pt x="455610" y="55238"/>
                </a:lnTo>
                <a:lnTo>
                  <a:pt x="488981" y="83859"/>
                </a:lnTo>
                <a:lnTo>
                  <a:pt x="517604" y="117228"/>
                </a:lnTo>
                <a:lnTo>
                  <a:pt x="540891" y="154757"/>
                </a:lnTo>
                <a:lnTo>
                  <a:pt x="558253" y="195859"/>
                </a:lnTo>
                <a:lnTo>
                  <a:pt x="569102" y="239944"/>
                </a:lnTo>
                <a:lnTo>
                  <a:pt x="572849" y="286424"/>
                </a:lnTo>
                <a:lnTo>
                  <a:pt x="569102" y="332750"/>
                </a:lnTo>
                <a:lnTo>
                  <a:pt x="558253" y="376712"/>
                </a:lnTo>
                <a:lnTo>
                  <a:pt x="540891" y="417719"/>
                </a:lnTo>
                <a:lnTo>
                  <a:pt x="517604" y="455179"/>
                </a:lnTo>
                <a:lnTo>
                  <a:pt x="488981" y="488499"/>
                </a:lnTo>
                <a:lnTo>
                  <a:pt x="455610" y="517089"/>
                </a:lnTo>
                <a:lnTo>
                  <a:pt x="418081" y="540356"/>
                </a:lnTo>
                <a:lnTo>
                  <a:pt x="376981" y="557708"/>
                </a:lnTo>
                <a:lnTo>
                  <a:pt x="332899" y="568553"/>
                </a:lnTo>
                <a:lnTo>
                  <a:pt x="286424" y="572299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849" y="291787"/>
            <a:ext cx="582295" cy="582930"/>
          </a:xfrm>
          <a:custGeom>
            <a:avLst/>
            <a:gdLst/>
            <a:ahLst/>
            <a:cxnLst/>
            <a:rect l="l" t="t" r="r" b="b"/>
            <a:pathLst>
              <a:path w="582294" h="582930">
                <a:moveTo>
                  <a:pt x="290899" y="582324"/>
                </a:moveTo>
                <a:lnTo>
                  <a:pt x="243753" y="578513"/>
                </a:lnTo>
                <a:lnTo>
                  <a:pt x="199014" y="567479"/>
                </a:lnTo>
                <a:lnTo>
                  <a:pt x="157285" y="549825"/>
                </a:lnTo>
                <a:lnTo>
                  <a:pt x="119167" y="526153"/>
                </a:lnTo>
                <a:lnTo>
                  <a:pt x="85262" y="497065"/>
                </a:lnTo>
                <a:lnTo>
                  <a:pt x="56172" y="463163"/>
                </a:lnTo>
                <a:lnTo>
                  <a:pt x="32499" y="425048"/>
                </a:lnTo>
                <a:lnTo>
                  <a:pt x="14845" y="383323"/>
                </a:lnTo>
                <a:lnTo>
                  <a:pt x="3811" y="338589"/>
                </a:lnTo>
                <a:lnTo>
                  <a:pt x="0" y="291449"/>
                </a:lnTo>
                <a:lnTo>
                  <a:pt x="3811" y="244154"/>
                </a:lnTo>
                <a:lnTo>
                  <a:pt x="14845" y="199295"/>
                </a:lnTo>
                <a:lnTo>
                  <a:pt x="32499" y="157473"/>
                </a:lnTo>
                <a:lnTo>
                  <a:pt x="56172" y="119285"/>
                </a:lnTo>
                <a:lnTo>
                  <a:pt x="85262" y="85331"/>
                </a:lnTo>
                <a:lnTo>
                  <a:pt x="119167" y="56207"/>
                </a:lnTo>
                <a:lnTo>
                  <a:pt x="157285" y="32514"/>
                </a:lnTo>
                <a:lnTo>
                  <a:pt x="199014" y="14849"/>
                </a:lnTo>
                <a:lnTo>
                  <a:pt x="243753" y="3812"/>
                </a:lnTo>
                <a:lnTo>
                  <a:pt x="290899" y="0"/>
                </a:lnTo>
                <a:lnTo>
                  <a:pt x="338039" y="3812"/>
                </a:lnTo>
                <a:lnTo>
                  <a:pt x="360989" y="9474"/>
                </a:lnTo>
                <a:lnTo>
                  <a:pt x="290899" y="9474"/>
                </a:lnTo>
                <a:lnTo>
                  <a:pt x="234026" y="15232"/>
                </a:lnTo>
                <a:lnTo>
                  <a:pt x="181178" y="31699"/>
                </a:lnTo>
                <a:lnTo>
                  <a:pt x="133452" y="57674"/>
                </a:lnTo>
                <a:lnTo>
                  <a:pt x="91949" y="91949"/>
                </a:lnTo>
                <a:lnTo>
                  <a:pt x="57431" y="133781"/>
                </a:lnTo>
                <a:lnTo>
                  <a:pt x="31484" y="181668"/>
                </a:lnTo>
                <a:lnTo>
                  <a:pt x="15151" y="234571"/>
                </a:lnTo>
                <a:lnTo>
                  <a:pt x="9474" y="291449"/>
                </a:lnTo>
                <a:lnTo>
                  <a:pt x="15151" y="348076"/>
                </a:lnTo>
                <a:lnTo>
                  <a:pt x="31484" y="400943"/>
                </a:lnTo>
                <a:lnTo>
                  <a:pt x="57431" y="448795"/>
                </a:lnTo>
                <a:lnTo>
                  <a:pt x="91949" y="490374"/>
                </a:lnTo>
                <a:lnTo>
                  <a:pt x="133452" y="524893"/>
                </a:lnTo>
                <a:lnTo>
                  <a:pt x="181178" y="550840"/>
                </a:lnTo>
                <a:lnTo>
                  <a:pt x="234026" y="567173"/>
                </a:lnTo>
                <a:lnTo>
                  <a:pt x="290899" y="572849"/>
                </a:lnTo>
                <a:lnTo>
                  <a:pt x="361000" y="572849"/>
                </a:lnTo>
                <a:lnTo>
                  <a:pt x="338039" y="578513"/>
                </a:lnTo>
                <a:lnTo>
                  <a:pt x="290899" y="582324"/>
                </a:lnTo>
                <a:close/>
              </a:path>
              <a:path w="582294" h="582930">
                <a:moveTo>
                  <a:pt x="361000" y="572849"/>
                </a:moveTo>
                <a:lnTo>
                  <a:pt x="290899" y="572849"/>
                </a:lnTo>
                <a:lnTo>
                  <a:pt x="347767" y="567173"/>
                </a:lnTo>
                <a:lnTo>
                  <a:pt x="400668" y="550840"/>
                </a:lnTo>
                <a:lnTo>
                  <a:pt x="448554" y="524893"/>
                </a:lnTo>
                <a:lnTo>
                  <a:pt x="490374" y="490374"/>
                </a:lnTo>
                <a:lnTo>
                  <a:pt x="524661" y="448795"/>
                </a:lnTo>
                <a:lnTo>
                  <a:pt x="550634" y="400943"/>
                </a:lnTo>
                <a:lnTo>
                  <a:pt x="567096" y="348076"/>
                </a:lnTo>
                <a:lnTo>
                  <a:pt x="572849" y="291449"/>
                </a:lnTo>
                <a:lnTo>
                  <a:pt x="567096" y="234571"/>
                </a:lnTo>
                <a:lnTo>
                  <a:pt x="550634" y="181668"/>
                </a:lnTo>
                <a:lnTo>
                  <a:pt x="524661" y="133781"/>
                </a:lnTo>
                <a:lnTo>
                  <a:pt x="490374" y="91949"/>
                </a:lnTo>
                <a:lnTo>
                  <a:pt x="448554" y="57674"/>
                </a:lnTo>
                <a:lnTo>
                  <a:pt x="400668" y="31699"/>
                </a:lnTo>
                <a:lnTo>
                  <a:pt x="347767" y="15232"/>
                </a:lnTo>
                <a:lnTo>
                  <a:pt x="290899" y="9474"/>
                </a:lnTo>
                <a:lnTo>
                  <a:pt x="360989" y="9474"/>
                </a:lnTo>
                <a:lnTo>
                  <a:pt x="424498" y="32514"/>
                </a:lnTo>
                <a:lnTo>
                  <a:pt x="462613" y="56207"/>
                </a:lnTo>
                <a:lnTo>
                  <a:pt x="496515" y="85331"/>
                </a:lnTo>
                <a:lnTo>
                  <a:pt x="525603" y="119285"/>
                </a:lnTo>
                <a:lnTo>
                  <a:pt x="549275" y="157473"/>
                </a:lnTo>
                <a:lnTo>
                  <a:pt x="566929" y="199295"/>
                </a:lnTo>
                <a:lnTo>
                  <a:pt x="577963" y="244154"/>
                </a:lnTo>
                <a:lnTo>
                  <a:pt x="581774" y="291449"/>
                </a:lnTo>
                <a:lnTo>
                  <a:pt x="577963" y="338589"/>
                </a:lnTo>
                <a:lnTo>
                  <a:pt x="566929" y="383323"/>
                </a:lnTo>
                <a:lnTo>
                  <a:pt x="549275" y="425048"/>
                </a:lnTo>
                <a:lnTo>
                  <a:pt x="525603" y="463163"/>
                </a:lnTo>
                <a:lnTo>
                  <a:pt x="496515" y="497065"/>
                </a:lnTo>
                <a:lnTo>
                  <a:pt x="462613" y="526153"/>
                </a:lnTo>
                <a:lnTo>
                  <a:pt x="424498" y="549825"/>
                </a:lnTo>
                <a:lnTo>
                  <a:pt x="382773" y="567479"/>
                </a:lnTo>
                <a:lnTo>
                  <a:pt x="361000" y="57284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509749" y="369237"/>
            <a:ext cx="427990" cy="427990"/>
          </a:xfrm>
          <a:custGeom>
            <a:avLst/>
            <a:gdLst/>
            <a:ahLst/>
            <a:cxnLst/>
            <a:rect l="l" t="t" r="r" b="b"/>
            <a:pathLst>
              <a:path w="427990" h="427990">
                <a:moveTo>
                  <a:pt x="213999" y="427424"/>
                </a:moveTo>
                <a:lnTo>
                  <a:pt x="164944" y="421801"/>
                </a:lnTo>
                <a:lnTo>
                  <a:pt x="119905" y="405776"/>
                </a:lnTo>
                <a:lnTo>
                  <a:pt x="80170" y="380617"/>
                </a:lnTo>
                <a:lnTo>
                  <a:pt x="47025" y="347592"/>
                </a:lnTo>
                <a:lnTo>
                  <a:pt x="21758" y="307969"/>
                </a:lnTo>
                <a:lnTo>
                  <a:pt x="5653" y="263016"/>
                </a:lnTo>
                <a:lnTo>
                  <a:pt x="0" y="213999"/>
                </a:lnTo>
                <a:lnTo>
                  <a:pt x="5653" y="164944"/>
                </a:lnTo>
                <a:lnTo>
                  <a:pt x="21758" y="119905"/>
                </a:lnTo>
                <a:lnTo>
                  <a:pt x="47025" y="80170"/>
                </a:lnTo>
                <a:lnTo>
                  <a:pt x="80170" y="47025"/>
                </a:lnTo>
                <a:lnTo>
                  <a:pt x="119905" y="21758"/>
                </a:lnTo>
                <a:lnTo>
                  <a:pt x="164944" y="5653"/>
                </a:lnTo>
                <a:lnTo>
                  <a:pt x="213999" y="0"/>
                </a:lnTo>
                <a:lnTo>
                  <a:pt x="263046" y="5653"/>
                </a:lnTo>
                <a:lnTo>
                  <a:pt x="308078" y="21758"/>
                </a:lnTo>
                <a:lnTo>
                  <a:pt x="347809" y="47025"/>
                </a:lnTo>
                <a:lnTo>
                  <a:pt x="380951" y="80170"/>
                </a:lnTo>
                <a:lnTo>
                  <a:pt x="406217" y="119905"/>
                </a:lnTo>
                <a:lnTo>
                  <a:pt x="422321" y="164944"/>
                </a:lnTo>
                <a:lnTo>
                  <a:pt x="427974" y="213999"/>
                </a:lnTo>
                <a:lnTo>
                  <a:pt x="422321" y="263016"/>
                </a:lnTo>
                <a:lnTo>
                  <a:pt x="406217" y="307969"/>
                </a:lnTo>
                <a:lnTo>
                  <a:pt x="380951" y="347592"/>
                </a:lnTo>
                <a:lnTo>
                  <a:pt x="347809" y="380617"/>
                </a:lnTo>
                <a:lnTo>
                  <a:pt x="308078" y="405776"/>
                </a:lnTo>
                <a:lnTo>
                  <a:pt x="263046" y="421801"/>
                </a:lnTo>
                <a:lnTo>
                  <a:pt x="213999" y="427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505299" y="364237"/>
            <a:ext cx="436880" cy="437515"/>
          </a:xfrm>
          <a:custGeom>
            <a:avLst/>
            <a:gdLst/>
            <a:ahLst/>
            <a:cxnLst/>
            <a:rect l="l" t="t" r="r" b="b"/>
            <a:pathLst>
              <a:path w="436880" h="437515">
                <a:moveTo>
                  <a:pt x="218449" y="437449"/>
                </a:moveTo>
                <a:lnTo>
                  <a:pt x="168446" y="431665"/>
                </a:lnTo>
                <a:lnTo>
                  <a:pt x="122499" y="415194"/>
                </a:lnTo>
                <a:lnTo>
                  <a:pt x="81934" y="389365"/>
                </a:lnTo>
                <a:lnTo>
                  <a:pt x="48076" y="355504"/>
                </a:lnTo>
                <a:lnTo>
                  <a:pt x="22251" y="314939"/>
                </a:lnTo>
                <a:lnTo>
                  <a:pt x="5783" y="268995"/>
                </a:lnTo>
                <a:lnTo>
                  <a:pt x="0" y="218999"/>
                </a:lnTo>
                <a:lnTo>
                  <a:pt x="5783" y="168793"/>
                </a:lnTo>
                <a:lnTo>
                  <a:pt x="22251" y="122700"/>
                </a:lnTo>
                <a:lnTo>
                  <a:pt x="48076" y="82037"/>
                </a:lnTo>
                <a:lnTo>
                  <a:pt x="81934" y="48119"/>
                </a:lnTo>
                <a:lnTo>
                  <a:pt x="122499" y="22263"/>
                </a:lnTo>
                <a:lnTo>
                  <a:pt x="168446" y="5785"/>
                </a:lnTo>
                <a:lnTo>
                  <a:pt x="218449" y="0"/>
                </a:lnTo>
                <a:lnTo>
                  <a:pt x="268624" y="5785"/>
                </a:lnTo>
                <a:lnTo>
                  <a:pt x="278927" y="9474"/>
                </a:lnTo>
                <a:lnTo>
                  <a:pt x="218449" y="9474"/>
                </a:lnTo>
                <a:lnTo>
                  <a:pt x="176243" y="13723"/>
                </a:lnTo>
                <a:lnTo>
                  <a:pt x="137074" y="25912"/>
                </a:lnTo>
                <a:lnTo>
                  <a:pt x="101674" y="45207"/>
                </a:lnTo>
                <a:lnTo>
                  <a:pt x="70774" y="70774"/>
                </a:lnTo>
                <a:lnTo>
                  <a:pt x="45207" y="101764"/>
                </a:lnTo>
                <a:lnTo>
                  <a:pt x="25912" y="137359"/>
                </a:lnTo>
                <a:lnTo>
                  <a:pt x="13723" y="176718"/>
                </a:lnTo>
                <a:lnTo>
                  <a:pt x="9474" y="218999"/>
                </a:lnTo>
                <a:lnTo>
                  <a:pt x="13723" y="260960"/>
                </a:lnTo>
                <a:lnTo>
                  <a:pt x="25912" y="300149"/>
                </a:lnTo>
                <a:lnTo>
                  <a:pt x="45207" y="335683"/>
                </a:lnTo>
                <a:lnTo>
                  <a:pt x="70774" y="366674"/>
                </a:lnTo>
                <a:lnTo>
                  <a:pt x="101674" y="392231"/>
                </a:lnTo>
                <a:lnTo>
                  <a:pt x="137074" y="411528"/>
                </a:lnTo>
                <a:lnTo>
                  <a:pt x="176243" y="423723"/>
                </a:lnTo>
                <a:lnTo>
                  <a:pt x="218449" y="427974"/>
                </a:lnTo>
                <a:lnTo>
                  <a:pt x="278933" y="427974"/>
                </a:lnTo>
                <a:lnTo>
                  <a:pt x="268624" y="431665"/>
                </a:lnTo>
                <a:lnTo>
                  <a:pt x="218449" y="437449"/>
                </a:lnTo>
                <a:close/>
              </a:path>
              <a:path w="436880" h="437515">
                <a:moveTo>
                  <a:pt x="278933" y="427974"/>
                </a:moveTo>
                <a:lnTo>
                  <a:pt x="218449" y="427974"/>
                </a:lnTo>
                <a:lnTo>
                  <a:pt x="260728" y="423723"/>
                </a:lnTo>
                <a:lnTo>
                  <a:pt x="300081" y="411528"/>
                </a:lnTo>
                <a:lnTo>
                  <a:pt x="335674" y="392231"/>
                </a:lnTo>
                <a:lnTo>
                  <a:pt x="366674" y="366674"/>
                </a:lnTo>
                <a:lnTo>
                  <a:pt x="392242" y="335683"/>
                </a:lnTo>
                <a:lnTo>
                  <a:pt x="411537" y="300149"/>
                </a:lnTo>
                <a:lnTo>
                  <a:pt x="423726" y="260960"/>
                </a:lnTo>
                <a:lnTo>
                  <a:pt x="427974" y="218999"/>
                </a:lnTo>
                <a:lnTo>
                  <a:pt x="423726" y="176718"/>
                </a:lnTo>
                <a:lnTo>
                  <a:pt x="411537" y="137359"/>
                </a:lnTo>
                <a:lnTo>
                  <a:pt x="392242" y="101764"/>
                </a:lnTo>
                <a:lnTo>
                  <a:pt x="366674" y="70774"/>
                </a:lnTo>
                <a:lnTo>
                  <a:pt x="335674" y="45207"/>
                </a:lnTo>
                <a:lnTo>
                  <a:pt x="300081" y="25912"/>
                </a:lnTo>
                <a:lnTo>
                  <a:pt x="260728" y="13723"/>
                </a:lnTo>
                <a:lnTo>
                  <a:pt x="218449" y="9474"/>
                </a:lnTo>
                <a:lnTo>
                  <a:pt x="278927" y="9474"/>
                </a:lnTo>
                <a:lnTo>
                  <a:pt x="355186" y="48119"/>
                </a:lnTo>
                <a:lnTo>
                  <a:pt x="388981" y="82037"/>
                </a:lnTo>
                <a:lnTo>
                  <a:pt x="414725" y="122700"/>
                </a:lnTo>
                <a:lnTo>
                  <a:pt x="431121" y="168793"/>
                </a:lnTo>
                <a:lnTo>
                  <a:pt x="436874" y="218999"/>
                </a:lnTo>
                <a:lnTo>
                  <a:pt x="431121" y="268995"/>
                </a:lnTo>
                <a:lnTo>
                  <a:pt x="414725" y="314939"/>
                </a:lnTo>
                <a:lnTo>
                  <a:pt x="388981" y="355504"/>
                </a:lnTo>
                <a:lnTo>
                  <a:pt x="355186" y="389365"/>
                </a:lnTo>
                <a:lnTo>
                  <a:pt x="314635" y="415194"/>
                </a:lnTo>
                <a:lnTo>
                  <a:pt x="278933" y="4279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88874" y="447812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>
                <a:moveTo>
                  <a:pt x="134874" y="270274"/>
                </a:moveTo>
                <a:lnTo>
                  <a:pt x="92172" y="263364"/>
                </a:lnTo>
                <a:lnTo>
                  <a:pt x="55139" y="244148"/>
                </a:lnTo>
                <a:lnTo>
                  <a:pt x="25969" y="214903"/>
                </a:lnTo>
                <a:lnTo>
                  <a:pt x="6858" y="177903"/>
                </a:lnTo>
                <a:lnTo>
                  <a:pt x="0" y="135424"/>
                </a:lnTo>
                <a:lnTo>
                  <a:pt x="6858" y="92665"/>
                </a:lnTo>
                <a:lnTo>
                  <a:pt x="25969" y="55495"/>
                </a:lnTo>
                <a:lnTo>
                  <a:pt x="55139" y="26163"/>
                </a:lnTo>
                <a:lnTo>
                  <a:pt x="92172" y="6915"/>
                </a:lnTo>
                <a:lnTo>
                  <a:pt x="134874" y="0"/>
                </a:lnTo>
                <a:lnTo>
                  <a:pt x="177631" y="6915"/>
                </a:lnTo>
                <a:lnTo>
                  <a:pt x="214795" y="26163"/>
                </a:lnTo>
                <a:lnTo>
                  <a:pt x="244120" y="55495"/>
                </a:lnTo>
                <a:lnTo>
                  <a:pt x="263362" y="92665"/>
                </a:lnTo>
                <a:lnTo>
                  <a:pt x="270274" y="135424"/>
                </a:lnTo>
                <a:lnTo>
                  <a:pt x="263362" y="177903"/>
                </a:lnTo>
                <a:lnTo>
                  <a:pt x="244120" y="214903"/>
                </a:lnTo>
                <a:lnTo>
                  <a:pt x="214795" y="244148"/>
                </a:lnTo>
                <a:lnTo>
                  <a:pt x="177631" y="263364"/>
                </a:lnTo>
                <a:lnTo>
                  <a:pt x="134874" y="270274"/>
                </a:lnTo>
                <a:close/>
              </a:path>
            </a:pathLst>
          </a:custGeom>
          <a:solidFill>
            <a:srgbClr val="FF8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583874" y="443362"/>
            <a:ext cx="280035" cy="279400"/>
          </a:xfrm>
          <a:custGeom>
            <a:avLst/>
            <a:gdLst/>
            <a:ahLst/>
            <a:cxnLst/>
            <a:rect l="l" t="t" r="r" b="b"/>
            <a:pathLst>
              <a:path w="280034" h="279400">
                <a:moveTo>
                  <a:pt x="139874" y="279174"/>
                </a:moveTo>
                <a:lnTo>
                  <a:pt x="95798" y="272070"/>
                </a:lnTo>
                <a:lnTo>
                  <a:pt x="57418" y="252288"/>
                </a:lnTo>
                <a:lnTo>
                  <a:pt x="27088" y="222129"/>
                </a:lnTo>
                <a:lnTo>
                  <a:pt x="7164" y="183891"/>
                </a:lnTo>
                <a:lnTo>
                  <a:pt x="0" y="139874"/>
                </a:lnTo>
                <a:lnTo>
                  <a:pt x="7164" y="95577"/>
                </a:lnTo>
                <a:lnTo>
                  <a:pt x="27088" y="57169"/>
                </a:lnTo>
                <a:lnTo>
                  <a:pt x="57418" y="26923"/>
                </a:lnTo>
                <a:lnTo>
                  <a:pt x="95798" y="7109"/>
                </a:lnTo>
                <a:lnTo>
                  <a:pt x="139874" y="0"/>
                </a:lnTo>
                <a:lnTo>
                  <a:pt x="184160" y="7109"/>
                </a:lnTo>
                <a:lnTo>
                  <a:pt x="188744" y="9474"/>
                </a:lnTo>
                <a:lnTo>
                  <a:pt x="139874" y="9474"/>
                </a:lnTo>
                <a:lnTo>
                  <a:pt x="113516" y="12102"/>
                </a:lnTo>
                <a:lnTo>
                  <a:pt x="67069" y="31570"/>
                </a:lnTo>
                <a:lnTo>
                  <a:pt x="31802" y="66605"/>
                </a:lnTo>
                <a:lnTo>
                  <a:pt x="12111" y="113430"/>
                </a:lnTo>
                <a:lnTo>
                  <a:pt x="9474" y="139874"/>
                </a:lnTo>
                <a:lnTo>
                  <a:pt x="12111" y="165987"/>
                </a:lnTo>
                <a:lnTo>
                  <a:pt x="31802" y="212588"/>
                </a:lnTo>
                <a:lnTo>
                  <a:pt x="67069" y="247936"/>
                </a:lnTo>
                <a:lnTo>
                  <a:pt x="113516" y="267635"/>
                </a:lnTo>
                <a:lnTo>
                  <a:pt x="139874" y="270274"/>
                </a:lnTo>
                <a:lnTo>
                  <a:pt x="187645" y="270274"/>
                </a:lnTo>
                <a:lnTo>
                  <a:pt x="184160" y="272070"/>
                </a:lnTo>
                <a:lnTo>
                  <a:pt x="139874" y="279174"/>
                </a:lnTo>
                <a:close/>
              </a:path>
              <a:path w="280034" h="279400">
                <a:moveTo>
                  <a:pt x="187645" y="270274"/>
                </a:moveTo>
                <a:lnTo>
                  <a:pt x="139874" y="270274"/>
                </a:lnTo>
                <a:lnTo>
                  <a:pt x="166228" y="267635"/>
                </a:lnTo>
                <a:lnTo>
                  <a:pt x="190709" y="260031"/>
                </a:lnTo>
                <a:lnTo>
                  <a:pt x="232374" y="231824"/>
                </a:lnTo>
                <a:lnTo>
                  <a:pt x="260099" y="190434"/>
                </a:lnTo>
                <a:lnTo>
                  <a:pt x="270274" y="139874"/>
                </a:lnTo>
                <a:lnTo>
                  <a:pt x="267643" y="113430"/>
                </a:lnTo>
                <a:lnTo>
                  <a:pt x="248168" y="66605"/>
                </a:lnTo>
                <a:lnTo>
                  <a:pt x="212898" y="31570"/>
                </a:lnTo>
                <a:lnTo>
                  <a:pt x="166228" y="12102"/>
                </a:lnTo>
                <a:lnTo>
                  <a:pt x="139874" y="9474"/>
                </a:lnTo>
                <a:lnTo>
                  <a:pt x="188744" y="9474"/>
                </a:lnTo>
                <a:lnTo>
                  <a:pt x="222560" y="26923"/>
                </a:lnTo>
                <a:lnTo>
                  <a:pt x="252803" y="57169"/>
                </a:lnTo>
                <a:lnTo>
                  <a:pt x="272615" y="95577"/>
                </a:lnTo>
                <a:lnTo>
                  <a:pt x="279724" y="139874"/>
                </a:lnTo>
                <a:lnTo>
                  <a:pt x="272615" y="183891"/>
                </a:lnTo>
                <a:lnTo>
                  <a:pt x="252803" y="222129"/>
                </a:lnTo>
                <a:lnTo>
                  <a:pt x="222560" y="252288"/>
                </a:lnTo>
                <a:lnTo>
                  <a:pt x="187645" y="2702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582212" y="1158162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524" y="282524"/>
                </a:moveTo>
                <a:lnTo>
                  <a:pt x="96633" y="275351"/>
                </a:lnTo>
                <a:lnTo>
                  <a:pt x="57763" y="255365"/>
                </a:lnTo>
                <a:lnTo>
                  <a:pt x="27187" y="224869"/>
                </a:lnTo>
                <a:lnTo>
                  <a:pt x="7175" y="186163"/>
                </a:lnTo>
                <a:lnTo>
                  <a:pt x="0" y="141549"/>
                </a:lnTo>
                <a:lnTo>
                  <a:pt x="7175" y="96655"/>
                </a:lnTo>
                <a:lnTo>
                  <a:pt x="27187" y="57779"/>
                </a:lnTo>
                <a:lnTo>
                  <a:pt x="57763" y="27195"/>
                </a:lnTo>
                <a:lnTo>
                  <a:pt x="96633" y="7177"/>
                </a:lnTo>
                <a:lnTo>
                  <a:pt x="141524" y="0"/>
                </a:lnTo>
                <a:lnTo>
                  <a:pt x="186150" y="7177"/>
                </a:lnTo>
                <a:lnTo>
                  <a:pt x="224863" y="27195"/>
                </a:lnTo>
                <a:lnTo>
                  <a:pt x="255364" y="57779"/>
                </a:lnTo>
                <a:lnTo>
                  <a:pt x="275351" y="96655"/>
                </a:lnTo>
                <a:lnTo>
                  <a:pt x="282524" y="141549"/>
                </a:lnTo>
                <a:lnTo>
                  <a:pt x="275351" y="186163"/>
                </a:lnTo>
                <a:lnTo>
                  <a:pt x="255364" y="224869"/>
                </a:lnTo>
                <a:lnTo>
                  <a:pt x="224863" y="255365"/>
                </a:lnTo>
                <a:lnTo>
                  <a:pt x="186150" y="275351"/>
                </a:lnTo>
                <a:lnTo>
                  <a:pt x="141524" y="282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577737" y="1153137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4">
                <a:moveTo>
                  <a:pt x="145999" y="292574"/>
                </a:moveTo>
                <a:lnTo>
                  <a:pt x="99788" y="285094"/>
                </a:lnTo>
                <a:lnTo>
                  <a:pt x="59702" y="264294"/>
                </a:lnTo>
                <a:lnTo>
                  <a:pt x="28121" y="232634"/>
                </a:lnTo>
                <a:lnTo>
                  <a:pt x="7427" y="192574"/>
                </a:lnTo>
                <a:lnTo>
                  <a:pt x="0" y="146574"/>
                </a:lnTo>
                <a:lnTo>
                  <a:pt x="7427" y="100303"/>
                </a:lnTo>
                <a:lnTo>
                  <a:pt x="28121" y="60074"/>
                </a:lnTo>
                <a:lnTo>
                  <a:pt x="59702" y="28323"/>
                </a:lnTo>
                <a:lnTo>
                  <a:pt x="99788" y="7486"/>
                </a:lnTo>
                <a:lnTo>
                  <a:pt x="145999" y="0"/>
                </a:lnTo>
                <a:lnTo>
                  <a:pt x="191999" y="7486"/>
                </a:lnTo>
                <a:lnTo>
                  <a:pt x="195822" y="9474"/>
                </a:lnTo>
                <a:lnTo>
                  <a:pt x="145999" y="9474"/>
                </a:lnTo>
                <a:lnTo>
                  <a:pt x="118399" y="12299"/>
                </a:lnTo>
                <a:lnTo>
                  <a:pt x="69450" y="32994"/>
                </a:lnTo>
                <a:lnTo>
                  <a:pt x="32433" y="69769"/>
                </a:lnTo>
                <a:lnTo>
                  <a:pt x="11745" y="118882"/>
                </a:lnTo>
                <a:lnTo>
                  <a:pt x="8924" y="146574"/>
                </a:lnTo>
                <a:lnTo>
                  <a:pt x="11745" y="173935"/>
                </a:lnTo>
                <a:lnTo>
                  <a:pt x="32433" y="222814"/>
                </a:lnTo>
                <a:lnTo>
                  <a:pt x="69450" y="259823"/>
                </a:lnTo>
                <a:lnTo>
                  <a:pt x="118399" y="280356"/>
                </a:lnTo>
                <a:lnTo>
                  <a:pt x="145999" y="283099"/>
                </a:lnTo>
                <a:lnTo>
                  <a:pt x="195842" y="283099"/>
                </a:lnTo>
                <a:lnTo>
                  <a:pt x="191999" y="285094"/>
                </a:lnTo>
                <a:lnTo>
                  <a:pt x="145999" y="292574"/>
                </a:lnTo>
                <a:close/>
              </a:path>
              <a:path w="292100" h="292734">
                <a:moveTo>
                  <a:pt x="195842" y="283099"/>
                </a:moveTo>
                <a:lnTo>
                  <a:pt x="145999" y="283099"/>
                </a:lnTo>
                <a:lnTo>
                  <a:pt x="173374" y="280356"/>
                </a:lnTo>
                <a:lnTo>
                  <a:pt x="199021" y="272440"/>
                </a:lnTo>
                <a:lnTo>
                  <a:pt x="242424" y="242974"/>
                </a:lnTo>
                <a:lnTo>
                  <a:pt x="271878" y="199574"/>
                </a:lnTo>
                <a:lnTo>
                  <a:pt x="282524" y="146574"/>
                </a:lnTo>
                <a:lnTo>
                  <a:pt x="279785" y="118882"/>
                </a:lnTo>
                <a:lnTo>
                  <a:pt x="259269" y="69769"/>
                </a:lnTo>
                <a:lnTo>
                  <a:pt x="222264" y="32994"/>
                </a:lnTo>
                <a:lnTo>
                  <a:pt x="173374" y="12299"/>
                </a:lnTo>
                <a:lnTo>
                  <a:pt x="145999" y="9474"/>
                </a:lnTo>
                <a:lnTo>
                  <a:pt x="195822" y="9474"/>
                </a:lnTo>
                <a:lnTo>
                  <a:pt x="232059" y="28323"/>
                </a:lnTo>
                <a:lnTo>
                  <a:pt x="263719" y="60074"/>
                </a:lnTo>
                <a:lnTo>
                  <a:pt x="284519" y="100303"/>
                </a:lnTo>
                <a:lnTo>
                  <a:pt x="291999" y="146574"/>
                </a:lnTo>
                <a:lnTo>
                  <a:pt x="284519" y="192574"/>
                </a:lnTo>
                <a:lnTo>
                  <a:pt x="263719" y="232634"/>
                </a:lnTo>
                <a:lnTo>
                  <a:pt x="232059" y="264294"/>
                </a:lnTo>
                <a:lnTo>
                  <a:pt x="195842" y="2830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bg 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612" y="1215562"/>
            <a:ext cx="167724" cy="16772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237" y="1778837"/>
            <a:ext cx="174999" cy="174974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432841" y="208495"/>
            <a:ext cx="530860" cy="1821814"/>
          </a:xfrm>
          <a:custGeom>
            <a:avLst/>
            <a:gdLst/>
            <a:ahLst/>
            <a:cxnLst/>
            <a:rect l="l" t="t" r="r" b="b"/>
            <a:pathLst>
              <a:path w="530860" h="1821814">
                <a:moveTo>
                  <a:pt x="27000" y="1804593"/>
                </a:moveTo>
                <a:lnTo>
                  <a:pt x="25577" y="1801164"/>
                </a:lnTo>
                <a:lnTo>
                  <a:pt x="20510" y="1796097"/>
                </a:lnTo>
                <a:lnTo>
                  <a:pt x="17081" y="1794675"/>
                </a:lnTo>
                <a:lnTo>
                  <a:pt x="6045" y="1794675"/>
                </a:lnTo>
                <a:lnTo>
                  <a:pt x="0" y="1800720"/>
                </a:lnTo>
                <a:lnTo>
                  <a:pt x="0" y="1808175"/>
                </a:lnTo>
                <a:lnTo>
                  <a:pt x="0" y="1815630"/>
                </a:lnTo>
                <a:lnTo>
                  <a:pt x="6045" y="1821675"/>
                </a:lnTo>
                <a:lnTo>
                  <a:pt x="20955" y="1821675"/>
                </a:lnTo>
                <a:lnTo>
                  <a:pt x="27000" y="1815630"/>
                </a:lnTo>
                <a:lnTo>
                  <a:pt x="27000" y="1804593"/>
                </a:lnTo>
                <a:close/>
              </a:path>
              <a:path w="530860" h="1821814">
                <a:moveTo>
                  <a:pt x="101003" y="1804593"/>
                </a:moveTo>
                <a:lnTo>
                  <a:pt x="99580" y="1801164"/>
                </a:lnTo>
                <a:lnTo>
                  <a:pt x="94526" y="1796097"/>
                </a:lnTo>
                <a:lnTo>
                  <a:pt x="91084" y="1794675"/>
                </a:lnTo>
                <a:lnTo>
                  <a:pt x="80048" y="1794675"/>
                </a:lnTo>
                <a:lnTo>
                  <a:pt x="74002" y="1800720"/>
                </a:lnTo>
                <a:lnTo>
                  <a:pt x="74002" y="1808175"/>
                </a:lnTo>
                <a:lnTo>
                  <a:pt x="74002" y="1815630"/>
                </a:lnTo>
                <a:lnTo>
                  <a:pt x="80048" y="1821675"/>
                </a:lnTo>
                <a:lnTo>
                  <a:pt x="94970" y="1821675"/>
                </a:lnTo>
                <a:lnTo>
                  <a:pt x="101003" y="1815630"/>
                </a:lnTo>
                <a:lnTo>
                  <a:pt x="101003" y="1804593"/>
                </a:lnTo>
                <a:close/>
              </a:path>
              <a:path w="530860" h="1821814">
                <a:moveTo>
                  <a:pt x="175018" y="1804593"/>
                </a:moveTo>
                <a:lnTo>
                  <a:pt x="173596" y="1801164"/>
                </a:lnTo>
                <a:lnTo>
                  <a:pt x="168529" y="1796097"/>
                </a:lnTo>
                <a:lnTo>
                  <a:pt x="165100" y="1794675"/>
                </a:lnTo>
                <a:lnTo>
                  <a:pt x="154063" y="1794675"/>
                </a:lnTo>
                <a:lnTo>
                  <a:pt x="148018" y="1800720"/>
                </a:lnTo>
                <a:lnTo>
                  <a:pt x="148018" y="1808175"/>
                </a:lnTo>
                <a:lnTo>
                  <a:pt x="148018" y="1815630"/>
                </a:lnTo>
                <a:lnTo>
                  <a:pt x="154063" y="1821675"/>
                </a:lnTo>
                <a:lnTo>
                  <a:pt x="168973" y="1821675"/>
                </a:lnTo>
                <a:lnTo>
                  <a:pt x="175018" y="1815630"/>
                </a:lnTo>
                <a:lnTo>
                  <a:pt x="175018" y="1804593"/>
                </a:lnTo>
                <a:close/>
              </a:path>
              <a:path w="530860" h="1821814">
                <a:moveTo>
                  <a:pt x="382257" y="9918"/>
                </a:moveTo>
                <a:lnTo>
                  <a:pt x="380834" y="6489"/>
                </a:lnTo>
                <a:lnTo>
                  <a:pt x="375767" y="1422"/>
                </a:lnTo>
                <a:lnTo>
                  <a:pt x="372338" y="0"/>
                </a:lnTo>
                <a:lnTo>
                  <a:pt x="361302" y="0"/>
                </a:lnTo>
                <a:lnTo>
                  <a:pt x="355257" y="6045"/>
                </a:lnTo>
                <a:lnTo>
                  <a:pt x="355257" y="13500"/>
                </a:lnTo>
                <a:lnTo>
                  <a:pt x="355257" y="20955"/>
                </a:lnTo>
                <a:lnTo>
                  <a:pt x="361302" y="27000"/>
                </a:lnTo>
                <a:lnTo>
                  <a:pt x="376212" y="27000"/>
                </a:lnTo>
                <a:lnTo>
                  <a:pt x="382257" y="20955"/>
                </a:lnTo>
                <a:lnTo>
                  <a:pt x="382257" y="9918"/>
                </a:lnTo>
                <a:close/>
              </a:path>
              <a:path w="530860" h="1821814">
                <a:moveTo>
                  <a:pt x="456260" y="9918"/>
                </a:moveTo>
                <a:lnTo>
                  <a:pt x="454837" y="6489"/>
                </a:lnTo>
                <a:lnTo>
                  <a:pt x="449770" y="1422"/>
                </a:lnTo>
                <a:lnTo>
                  <a:pt x="446341" y="0"/>
                </a:lnTo>
                <a:lnTo>
                  <a:pt x="435305" y="0"/>
                </a:lnTo>
                <a:lnTo>
                  <a:pt x="429260" y="6045"/>
                </a:lnTo>
                <a:lnTo>
                  <a:pt x="429260" y="13500"/>
                </a:lnTo>
                <a:lnTo>
                  <a:pt x="429260" y="20955"/>
                </a:lnTo>
                <a:lnTo>
                  <a:pt x="435305" y="27000"/>
                </a:lnTo>
                <a:lnTo>
                  <a:pt x="450215" y="27000"/>
                </a:lnTo>
                <a:lnTo>
                  <a:pt x="456260" y="20955"/>
                </a:lnTo>
                <a:lnTo>
                  <a:pt x="456260" y="9918"/>
                </a:lnTo>
                <a:close/>
              </a:path>
              <a:path w="530860" h="1821814">
                <a:moveTo>
                  <a:pt x="530263" y="9918"/>
                </a:moveTo>
                <a:lnTo>
                  <a:pt x="528840" y="6489"/>
                </a:lnTo>
                <a:lnTo>
                  <a:pt x="523773" y="1422"/>
                </a:lnTo>
                <a:lnTo>
                  <a:pt x="520344" y="0"/>
                </a:lnTo>
                <a:lnTo>
                  <a:pt x="509308" y="0"/>
                </a:lnTo>
                <a:lnTo>
                  <a:pt x="503262" y="6045"/>
                </a:lnTo>
                <a:lnTo>
                  <a:pt x="503262" y="13500"/>
                </a:lnTo>
                <a:lnTo>
                  <a:pt x="503262" y="20955"/>
                </a:lnTo>
                <a:lnTo>
                  <a:pt x="509308" y="27000"/>
                </a:lnTo>
                <a:lnTo>
                  <a:pt x="524217" y="27000"/>
                </a:lnTo>
                <a:lnTo>
                  <a:pt x="530263" y="20955"/>
                </a:lnTo>
                <a:lnTo>
                  <a:pt x="530263" y="991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8129350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8203355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8277362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8497550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8571555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8645562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8407224" y="0"/>
            <a:ext cx="0" cy="2160905"/>
          </a:xfrm>
          <a:custGeom>
            <a:avLst/>
            <a:gdLst/>
            <a:ahLst/>
            <a:cxnLst/>
            <a:rect l="l" t="t" r="r" b="b"/>
            <a:pathLst>
              <a:path w="0" h="2160905">
                <a:moveTo>
                  <a:pt x="0" y="0"/>
                </a:moveTo>
                <a:lnTo>
                  <a:pt x="0" y="21608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713262" y="2985633"/>
            <a:ext cx="9525" cy="2158365"/>
          </a:xfrm>
          <a:custGeom>
            <a:avLst/>
            <a:gdLst/>
            <a:ahLst/>
            <a:cxnLst/>
            <a:rect l="l" t="t" r="r" b="b"/>
            <a:pathLst>
              <a:path w="9525" h="2158365">
                <a:moveTo>
                  <a:pt x="9524" y="2157866"/>
                </a:moveTo>
                <a:lnTo>
                  <a:pt x="0" y="2157866"/>
                </a:lnTo>
                <a:lnTo>
                  <a:pt x="0" y="0"/>
                </a:lnTo>
                <a:lnTo>
                  <a:pt x="9524" y="0"/>
                </a:lnTo>
                <a:lnTo>
                  <a:pt x="9524" y="215786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bg 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062" y="4583124"/>
            <a:ext cx="101924" cy="101924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062" y="3935574"/>
            <a:ext cx="101924" cy="101924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1448737"/>
            <a:ext cx="101924" cy="101924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230112"/>
            <a:ext cx="101924" cy="101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0275" y="501150"/>
            <a:ext cx="3503448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9542" y="828990"/>
            <a:ext cx="6485890" cy="1427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9494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688337" y="-4762"/>
            <a:ext cx="3457575" cy="1475105"/>
            <a:chOff x="5688337" y="-4762"/>
            <a:chExt cx="3457575" cy="1475105"/>
          </a:xfrm>
        </p:grpSpPr>
        <p:sp>
          <p:nvSpPr>
            <p:cNvPr id="3" name="object 3" descr=""/>
            <p:cNvSpPr/>
            <p:nvPr/>
          </p:nvSpPr>
          <p:spPr>
            <a:xfrm>
              <a:off x="5827049" y="0"/>
              <a:ext cx="3314065" cy="1201420"/>
            </a:xfrm>
            <a:custGeom>
              <a:avLst/>
              <a:gdLst/>
              <a:ahLst/>
              <a:cxnLst/>
              <a:rect l="l" t="t" r="r" b="b"/>
              <a:pathLst>
                <a:path w="3314065" h="1201420">
                  <a:moveTo>
                    <a:pt x="1672499" y="451300"/>
                  </a:moveTo>
                  <a:lnTo>
                    <a:pt x="0" y="577300"/>
                  </a:lnTo>
                </a:path>
                <a:path w="3314065" h="1201420">
                  <a:moveTo>
                    <a:pt x="2515374" y="1201250"/>
                  </a:moveTo>
                  <a:lnTo>
                    <a:pt x="1685874" y="457850"/>
                  </a:lnTo>
                </a:path>
                <a:path w="3314065" h="1201420">
                  <a:moveTo>
                    <a:pt x="3313983" y="0"/>
                  </a:moveTo>
                  <a:lnTo>
                    <a:pt x="2521924" y="1181374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068749" y="892875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4" h="572769">
                  <a:moveTo>
                    <a:pt x="286424" y="572299"/>
                  </a:moveTo>
                  <a:lnTo>
                    <a:pt x="239950" y="568553"/>
                  </a:lnTo>
                  <a:lnTo>
                    <a:pt x="195868" y="557706"/>
                  </a:lnTo>
                  <a:lnTo>
                    <a:pt x="154768" y="540346"/>
                  </a:lnTo>
                  <a:lnTo>
                    <a:pt x="117239" y="517061"/>
                  </a:lnTo>
                  <a:lnTo>
                    <a:pt x="83868" y="488440"/>
                  </a:lnTo>
                  <a:lnTo>
                    <a:pt x="55245" y="455071"/>
                  </a:lnTo>
                  <a:lnTo>
                    <a:pt x="31958" y="417542"/>
                  </a:lnTo>
                  <a:lnTo>
                    <a:pt x="14596" y="376440"/>
                  </a:lnTo>
                  <a:lnTo>
                    <a:pt x="3747" y="332355"/>
                  </a:lnTo>
                  <a:lnTo>
                    <a:pt x="0" y="285874"/>
                  </a:lnTo>
                  <a:lnTo>
                    <a:pt x="3747" y="239549"/>
                  </a:lnTo>
                  <a:lnTo>
                    <a:pt x="14596" y="195587"/>
                  </a:lnTo>
                  <a:lnTo>
                    <a:pt x="31958" y="154580"/>
                  </a:lnTo>
                  <a:lnTo>
                    <a:pt x="55245" y="117120"/>
                  </a:lnTo>
                  <a:lnTo>
                    <a:pt x="83868" y="83799"/>
                  </a:lnTo>
                  <a:lnTo>
                    <a:pt x="117239" y="55210"/>
                  </a:lnTo>
                  <a:lnTo>
                    <a:pt x="154768" y="31943"/>
                  </a:lnTo>
                  <a:lnTo>
                    <a:pt x="195868" y="14591"/>
                  </a:lnTo>
                  <a:lnTo>
                    <a:pt x="239950" y="3746"/>
                  </a:lnTo>
                  <a:lnTo>
                    <a:pt x="286424" y="0"/>
                  </a:lnTo>
                  <a:lnTo>
                    <a:pt x="332905" y="3746"/>
                  </a:lnTo>
                  <a:lnTo>
                    <a:pt x="376990" y="14591"/>
                  </a:lnTo>
                  <a:lnTo>
                    <a:pt x="418092" y="31943"/>
                  </a:lnTo>
                  <a:lnTo>
                    <a:pt x="455621" y="55210"/>
                  </a:lnTo>
                  <a:lnTo>
                    <a:pt x="488990" y="83799"/>
                  </a:lnTo>
                  <a:lnTo>
                    <a:pt x="517611" y="117120"/>
                  </a:lnTo>
                  <a:lnTo>
                    <a:pt x="540896" y="154580"/>
                  </a:lnTo>
                  <a:lnTo>
                    <a:pt x="558256" y="195587"/>
                  </a:lnTo>
                  <a:lnTo>
                    <a:pt x="569103" y="239549"/>
                  </a:lnTo>
                  <a:lnTo>
                    <a:pt x="572849" y="285874"/>
                  </a:lnTo>
                  <a:lnTo>
                    <a:pt x="569103" y="332355"/>
                  </a:lnTo>
                  <a:lnTo>
                    <a:pt x="558256" y="376440"/>
                  </a:lnTo>
                  <a:lnTo>
                    <a:pt x="540896" y="417542"/>
                  </a:lnTo>
                  <a:lnTo>
                    <a:pt x="517611" y="455071"/>
                  </a:lnTo>
                  <a:lnTo>
                    <a:pt x="488990" y="488440"/>
                  </a:lnTo>
                  <a:lnTo>
                    <a:pt x="455621" y="517061"/>
                  </a:lnTo>
                  <a:lnTo>
                    <a:pt x="418092" y="540346"/>
                  </a:lnTo>
                  <a:lnTo>
                    <a:pt x="376990" y="557706"/>
                  </a:lnTo>
                  <a:lnTo>
                    <a:pt x="332905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64299" y="887875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5" h="582930">
                  <a:moveTo>
                    <a:pt x="290874" y="582324"/>
                  </a:moveTo>
                  <a:lnTo>
                    <a:pt x="243735" y="578512"/>
                  </a:lnTo>
                  <a:lnTo>
                    <a:pt x="199001" y="567474"/>
                  </a:lnTo>
                  <a:lnTo>
                    <a:pt x="157276" y="549810"/>
                  </a:lnTo>
                  <a:lnTo>
                    <a:pt x="119161" y="526116"/>
                  </a:lnTo>
                  <a:lnTo>
                    <a:pt x="85259" y="496993"/>
                  </a:lnTo>
                  <a:lnTo>
                    <a:pt x="56171" y="463038"/>
                  </a:lnTo>
                  <a:lnTo>
                    <a:pt x="32499" y="424851"/>
                  </a:lnTo>
                  <a:lnTo>
                    <a:pt x="14845" y="383028"/>
                  </a:lnTo>
                  <a:lnTo>
                    <a:pt x="3811" y="338170"/>
                  </a:lnTo>
                  <a:lnTo>
                    <a:pt x="0" y="290874"/>
                  </a:lnTo>
                  <a:lnTo>
                    <a:pt x="3811" y="243735"/>
                  </a:lnTo>
                  <a:lnTo>
                    <a:pt x="14845" y="199001"/>
                  </a:lnTo>
                  <a:lnTo>
                    <a:pt x="32499" y="157276"/>
                  </a:lnTo>
                  <a:lnTo>
                    <a:pt x="56171" y="119161"/>
                  </a:lnTo>
                  <a:lnTo>
                    <a:pt x="85259" y="85259"/>
                  </a:lnTo>
                  <a:lnTo>
                    <a:pt x="119161" y="56171"/>
                  </a:lnTo>
                  <a:lnTo>
                    <a:pt x="157276" y="32499"/>
                  </a:lnTo>
                  <a:lnTo>
                    <a:pt x="199001" y="14845"/>
                  </a:lnTo>
                  <a:lnTo>
                    <a:pt x="243735" y="3811"/>
                  </a:lnTo>
                  <a:lnTo>
                    <a:pt x="290874" y="0"/>
                  </a:lnTo>
                  <a:lnTo>
                    <a:pt x="338021" y="3811"/>
                  </a:lnTo>
                  <a:lnTo>
                    <a:pt x="360985" y="9474"/>
                  </a:lnTo>
                  <a:lnTo>
                    <a:pt x="290874" y="9474"/>
                  </a:lnTo>
                  <a:lnTo>
                    <a:pt x="234007" y="15151"/>
                  </a:lnTo>
                  <a:lnTo>
                    <a:pt x="181106" y="31484"/>
                  </a:lnTo>
                  <a:lnTo>
                    <a:pt x="133220" y="57431"/>
                  </a:lnTo>
                  <a:lnTo>
                    <a:pt x="91399" y="91949"/>
                  </a:lnTo>
                  <a:lnTo>
                    <a:pt x="57113" y="133529"/>
                  </a:lnTo>
                  <a:lnTo>
                    <a:pt x="31140" y="181381"/>
                  </a:lnTo>
                  <a:lnTo>
                    <a:pt x="14678" y="234248"/>
                  </a:lnTo>
                  <a:lnTo>
                    <a:pt x="8924" y="290874"/>
                  </a:lnTo>
                  <a:lnTo>
                    <a:pt x="14678" y="347753"/>
                  </a:lnTo>
                  <a:lnTo>
                    <a:pt x="31140" y="400656"/>
                  </a:lnTo>
                  <a:lnTo>
                    <a:pt x="57113" y="448543"/>
                  </a:lnTo>
                  <a:lnTo>
                    <a:pt x="91399" y="490374"/>
                  </a:lnTo>
                  <a:lnTo>
                    <a:pt x="133220" y="524650"/>
                  </a:lnTo>
                  <a:lnTo>
                    <a:pt x="181106" y="550624"/>
                  </a:lnTo>
                  <a:lnTo>
                    <a:pt x="234007" y="567092"/>
                  </a:lnTo>
                  <a:lnTo>
                    <a:pt x="290874" y="572849"/>
                  </a:lnTo>
                  <a:lnTo>
                    <a:pt x="360974" y="572849"/>
                  </a:lnTo>
                  <a:lnTo>
                    <a:pt x="338021" y="578512"/>
                  </a:lnTo>
                  <a:lnTo>
                    <a:pt x="290874" y="582324"/>
                  </a:lnTo>
                  <a:close/>
                </a:path>
                <a:path w="582295" h="582930">
                  <a:moveTo>
                    <a:pt x="360974" y="572849"/>
                  </a:moveTo>
                  <a:lnTo>
                    <a:pt x="290874" y="572849"/>
                  </a:lnTo>
                  <a:lnTo>
                    <a:pt x="347748" y="567092"/>
                  </a:lnTo>
                  <a:lnTo>
                    <a:pt x="400596" y="550624"/>
                  </a:lnTo>
                  <a:lnTo>
                    <a:pt x="448322" y="524650"/>
                  </a:lnTo>
                  <a:lnTo>
                    <a:pt x="489824" y="490374"/>
                  </a:lnTo>
                  <a:lnTo>
                    <a:pt x="524343" y="448543"/>
                  </a:lnTo>
                  <a:lnTo>
                    <a:pt x="550290" y="400656"/>
                  </a:lnTo>
                  <a:lnTo>
                    <a:pt x="566623" y="347753"/>
                  </a:lnTo>
                  <a:lnTo>
                    <a:pt x="572299" y="290874"/>
                  </a:lnTo>
                  <a:lnTo>
                    <a:pt x="566623" y="234248"/>
                  </a:lnTo>
                  <a:lnTo>
                    <a:pt x="550290" y="181381"/>
                  </a:lnTo>
                  <a:lnTo>
                    <a:pt x="524343" y="133529"/>
                  </a:lnTo>
                  <a:lnTo>
                    <a:pt x="489824" y="91949"/>
                  </a:lnTo>
                  <a:lnTo>
                    <a:pt x="448322" y="57431"/>
                  </a:lnTo>
                  <a:lnTo>
                    <a:pt x="400596" y="31484"/>
                  </a:lnTo>
                  <a:lnTo>
                    <a:pt x="347748" y="15151"/>
                  </a:lnTo>
                  <a:lnTo>
                    <a:pt x="290874" y="9474"/>
                  </a:lnTo>
                  <a:lnTo>
                    <a:pt x="360985" y="9474"/>
                  </a:lnTo>
                  <a:lnTo>
                    <a:pt x="424489" y="32499"/>
                  </a:lnTo>
                  <a:lnTo>
                    <a:pt x="462607" y="56171"/>
                  </a:lnTo>
                  <a:lnTo>
                    <a:pt x="496512" y="85259"/>
                  </a:lnTo>
                  <a:lnTo>
                    <a:pt x="525602" y="119161"/>
                  </a:lnTo>
                  <a:lnTo>
                    <a:pt x="549275" y="157276"/>
                  </a:lnTo>
                  <a:lnTo>
                    <a:pt x="566929" y="199001"/>
                  </a:lnTo>
                  <a:lnTo>
                    <a:pt x="577963" y="243735"/>
                  </a:lnTo>
                  <a:lnTo>
                    <a:pt x="581774" y="290874"/>
                  </a:lnTo>
                  <a:lnTo>
                    <a:pt x="577963" y="338170"/>
                  </a:lnTo>
                  <a:lnTo>
                    <a:pt x="566929" y="383028"/>
                  </a:lnTo>
                  <a:lnTo>
                    <a:pt x="549275" y="424851"/>
                  </a:lnTo>
                  <a:lnTo>
                    <a:pt x="525602" y="463038"/>
                  </a:lnTo>
                  <a:lnTo>
                    <a:pt x="496512" y="496993"/>
                  </a:lnTo>
                  <a:lnTo>
                    <a:pt x="462607" y="526116"/>
                  </a:lnTo>
                  <a:lnTo>
                    <a:pt x="424489" y="549810"/>
                  </a:lnTo>
                  <a:lnTo>
                    <a:pt x="382760" y="567474"/>
                  </a:lnTo>
                  <a:lnTo>
                    <a:pt x="360974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141199" y="965325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90">
                  <a:moveTo>
                    <a:pt x="213974" y="427424"/>
                  </a:moveTo>
                  <a:lnTo>
                    <a:pt x="164928" y="421771"/>
                  </a:lnTo>
                  <a:lnTo>
                    <a:pt x="119896" y="405666"/>
                  </a:lnTo>
                  <a:lnTo>
                    <a:pt x="80165" y="380399"/>
                  </a:lnTo>
                  <a:lnTo>
                    <a:pt x="47023" y="347254"/>
                  </a:lnTo>
                  <a:lnTo>
                    <a:pt x="21757" y="307519"/>
                  </a:lnTo>
                  <a:lnTo>
                    <a:pt x="5653" y="262480"/>
                  </a:lnTo>
                  <a:lnTo>
                    <a:pt x="0" y="213424"/>
                  </a:lnTo>
                  <a:lnTo>
                    <a:pt x="5653" y="164408"/>
                  </a:lnTo>
                  <a:lnTo>
                    <a:pt x="21757" y="119455"/>
                  </a:lnTo>
                  <a:lnTo>
                    <a:pt x="47023" y="79832"/>
                  </a:lnTo>
                  <a:lnTo>
                    <a:pt x="80165" y="46807"/>
                  </a:lnTo>
                  <a:lnTo>
                    <a:pt x="119896" y="21648"/>
                  </a:lnTo>
                  <a:lnTo>
                    <a:pt x="164928" y="5623"/>
                  </a:lnTo>
                  <a:lnTo>
                    <a:pt x="213974" y="0"/>
                  </a:lnTo>
                  <a:lnTo>
                    <a:pt x="263030" y="5623"/>
                  </a:lnTo>
                  <a:lnTo>
                    <a:pt x="308069" y="21648"/>
                  </a:lnTo>
                  <a:lnTo>
                    <a:pt x="347804" y="46807"/>
                  </a:lnTo>
                  <a:lnTo>
                    <a:pt x="380949" y="79832"/>
                  </a:lnTo>
                  <a:lnTo>
                    <a:pt x="406216" y="119455"/>
                  </a:lnTo>
                  <a:lnTo>
                    <a:pt x="422321" y="164408"/>
                  </a:lnTo>
                  <a:lnTo>
                    <a:pt x="427974" y="213424"/>
                  </a:lnTo>
                  <a:lnTo>
                    <a:pt x="422321" y="262480"/>
                  </a:lnTo>
                  <a:lnTo>
                    <a:pt x="406216" y="307519"/>
                  </a:lnTo>
                  <a:lnTo>
                    <a:pt x="380949" y="347254"/>
                  </a:lnTo>
                  <a:lnTo>
                    <a:pt x="347804" y="380399"/>
                  </a:lnTo>
                  <a:lnTo>
                    <a:pt x="308069" y="405666"/>
                  </a:lnTo>
                  <a:lnTo>
                    <a:pt x="263030" y="421771"/>
                  </a:lnTo>
                  <a:lnTo>
                    <a:pt x="213974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136749" y="960299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79" h="437515">
                  <a:moveTo>
                    <a:pt x="218424" y="437449"/>
                  </a:moveTo>
                  <a:lnTo>
                    <a:pt x="168250" y="431664"/>
                  </a:lnTo>
                  <a:lnTo>
                    <a:pt x="122239" y="415186"/>
                  </a:lnTo>
                  <a:lnTo>
                    <a:pt x="81688" y="389330"/>
                  </a:lnTo>
                  <a:lnTo>
                    <a:pt x="47893" y="355412"/>
                  </a:lnTo>
                  <a:lnTo>
                    <a:pt x="22149" y="314749"/>
                  </a:lnTo>
                  <a:lnTo>
                    <a:pt x="5753" y="268656"/>
                  </a:lnTo>
                  <a:lnTo>
                    <a:pt x="0" y="218449"/>
                  </a:lnTo>
                  <a:lnTo>
                    <a:pt x="5753" y="168454"/>
                  </a:lnTo>
                  <a:lnTo>
                    <a:pt x="22149" y="122510"/>
                  </a:lnTo>
                  <a:lnTo>
                    <a:pt x="47893" y="81945"/>
                  </a:lnTo>
                  <a:lnTo>
                    <a:pt x="81688" y="48084"/>
                  </a:lnTo>
                  <a:lnTo>
                    <a:pt x="122239" y="22255"/>
                  </a:lnTo>
                  <a:lnTo>
                    <a:pt x="168250" y="5784"/>
                  </a:lnTo>
                  <a:lnTo>
                    <a:pt x="218424" y="0"/>
                  </a:lnTo>
                  <a:lnTo>
                    <a:pt x="268428" y="5784"/>
                  </a:lnTo>
                  <a:lnTo>
                    <a:pt x="278721" y="9474"/>
                  </a:lnTo>
                  <a:lnTo>
                    <a:pt x="218424" y="9474"/>
                  </a:lnTo>
                  <a:lnTo>
                    <a:pt x="176146" y="13726"/>
                  </a:lnTo>
                  <a:lnTo>
                    <a:pt x="136793" y="25921"/>
                  </a:lnTo>
                  <a:lnTo>
                    <a:pt x="101199" y="45218"/>
                  </a:lnTo>
                  <a:lnTo>
                    <a:pt x="70199" y="70774"/>
                  </a:lnTo>
                  <a:lnTo>
                    <a:pt x="44632" y="101766"/>
                  </a:lnTo>
                  <a:lnTo>
                    <a:pt x="25337" y="137299"/>
                  </a:lnTo>
                  <a:lnTo>
                    <a:pt x="13148" y="176489"/>
                  </a:lnTo>
                  <a:lnTo>
                    <a:pt x="8899" y="218449"/>
                  </a:lnTo>
                  <a:lnTo>
                    <a:pt x="13148" y="260731"/>
                  </a:lnTo>
                  <a:lnTo>
                    <a:pt x="25337" y="300090"/>
                  </a:lnTo>
                  <a:lnTo>
                    <a:pt x="44632" y="335685"/>
                  </a:lnTo>
                  <a:lnTo>
                    <a:pt x="70199" y="366674"/>
                  </a:lnTo>
                  <a:lnTo>
                    <a:pt x="101199" y="392242"/>
                  </a:lnTo>
                  <a:lnTo>
                    <a:pt x="136793" y="411537"/>
                  </a:lnTo>
                  <a:lnTo>
                    <a:pt x="176146" y="423726"/>
                  </a:lnTo>
                  <a:lnTo>
                    <a:pt x="218424" y="427974"/>
                  </a:lnTo>
                  <a:lnTo>
                    <a:pt x="278716" y="427974"/>
                  </a:lnTo>
                  <a:lnTo>
                    <a:pt x="268428" y="431664"/>
                  </a:lnTo>
                  <a:lnTo>
                    <a:pt x="218424" y="437449"/>
                  </a:lnTo>
                  <a:close/>
                </a:path>
                <a:path w="436879" h="437515">
                  <a:moveTo>
                    <a:pt x="278716" y="427974"/>
                  </a:moveTo>
                  <a:lnTo>
                    <a:pt x="218424" y="427974"/>
                  </a:lnTo>
                  <a:lnTo>
                    <a:pt x="260631" y="423726"/>
                  </a:lnTo>
                  <a:lnTo>
                    <a:pt x="299799" y="411537"/>
                  </a:lnTo>
                  <a:lnTo>
                    <a:pt x="335199" y="392242"/>
                  </a:lnTo>
                  <a:lnTo>
                    <a:pt x="366099" y="366674"/>
                  </a:lnTo>
                  <a:lnTo>
                    <a:pt x="391667" y="335685"/>
                  </a:lnTo>
                  <a:lnTo>
                    <a:pt x="410962" y="300090"/>
                  </a:lnTo>
                  <a:lnTo>
                    <a:pt x="423151" y="260731"/>
                  </a:lnTo>
                  <a:lnTo>
                    <a:pt x="427399" y="218449"/>
                  </a:lnTo>
                  <a:lnTo>
                    <a:pt x="423151" y="176489"/>
                  </a:lnTo>
                  <a:lnTo>
                    <a:pt x="410962" y="137299"/>
                  </a:lnTo>
                  <a:lnTo>
                    <a:pt x="391667" y="101766"/>
                  </a:lnTo>
                  <a:lnTo>
                    <a:pt x="366099" y="70774"/>
                  </a:lnTo>
                  <a:lnTo>
                    <a:pt x="335199" y="45218"/>
                  </a:lnTo>
                  <a:lnTo>
                    <a:pt x="299799" y="25921"/>
                  </a:lnTo>
                  <a:lnTo>
                    <a:pt x="260631" y="13726"/>
                  </a:lnTo>
                  <a:lnTo>
                    <a:pt x="218424" y="9474"/>
                  </a:lnTo>
                  <a:lnTo>
                    <a:pt x="278721" y="9474"/>
                  </a:lnTo>
                  <a:lnTo>
                    <a:pt x="354940" y="48084"/>
                  </a:lnTo>
                  <a:lnTo>
                    <a:pt x="388798" y="81945"/>
                  </a:lnTo>
                  <a:lnTo>
                    <a:pt x="414623" y="122510"/>
                  </a:lnTo>
                  <a:lnTo>
                    <a:pt x="431091" y="168454"/>
                  </a:lnTo>
                  <a:lnTo>
                    <a:pt x="436874" y="218449"/>
                  </a:lnTo>
                  <a:lnTo>
                    <a:pt x="431091" y="268656"/>
                  </a:lnTo>
                  <a:lnTo>
                    <a:pt x="414623" y="314749"/>
                  </a:lnTo>
                  <a:lnTo>
                    <a:pt x="388798" y="355412"/>
                  </a:lnTo>
                  <a:lnTo>
                    <a:pt x="354940" y="389330"/>
                  </a:lnTo>
                  <a:lnTo>
                    <a:pt x="314374" y="415186"/>
                  </a:lnTo>
                  <a:lnTo>
                    <a:pt x="278716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219774" y="1043899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135399" y="270274"/>
                  </a:moveTo>
                  <a:lnTo>
                    <a:pt x="92643" y="263359"/>
                  </a:lnTo>
                  <a:lnTo>
                    <a:pt x="55479" y="244111"/>
                  </a:lnTo>
                  <a:lnTo>
                    <a:pt x="26154" y="214779"/>
                  </a:lnTo>
                  <a:lnTo>
                    <a:pt x="6912" y="177609"/>
                  </a:lnTo>
                  <a:lnTo>
                    <a:pt x="0" y="134849"/>
                  </a:lnTo>
                  <a:lnTo>
                    <a:pt x="6912" y="92371"/>
                  </a:lnTo>
                  <a:lnTo>
                    <a:pt x="26154" y="55371"/>
                  </a:lnTo>
                  <a:lnTo>
                    <a:pt x="55479" y="26126"/>
                  </a:lnTo>
                  <a:lnTo>
                    <a:pt x="92643" y="6910"/>
                  </a:lnTo>
                  <a:lnTo>
                    <a:pt x="135399" y="0"/>
                  </a:lnTo>
                  <a:lnTo>
                    <a:pt x="178102" y="6910"/>
                  </a:lnTo>
                  <a:lnTo>
                    <a:pt x="215135" y="26126"/>
                  </a:lnTo>
                  <a:lnTo>
                    <a:pt x="244305" y="55371"/>
                  </a:lnTo>
                  <a:lnTo>
                    <a:pt x="263416" y="92371"/>
                  </a:lnTo>
                  <a:lnTo>
                    <a:pt x="270274" y="134849"/>
                  </a:lnTo>
                  <a:lnTo>
                    <a:pt x="263416" y="177609"/>
                  </a:lnTo>
                  <a:lnTo>
                    <a:pt x="244305" y="214779"/>
                  </a:lnTo>
                  <a:lnTo>
                    <a:pt x="215135" y="244111"/>
                  </a:lnTo>
                  <a:lnTo>
                    <a:pt x="178102" y="263359"/>
                  </a:lnTo>
                  <a:lnTo>
                    <a:pt x="135399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215324" y="1039449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49" y="279174"/>
                  </a:moveTo>
                  <a:lnTo>
                    <a:pt x="95564" y="272065"/>
                  </a:lnTo>
                  <a:lnTo>
                    <a:pt x="57164" y="252251"/>
                  </a:lnTo>
                  <a:lnTo>
                    <a:pt x="26921" y="222005"/>
                  </a:lnTo>
                  <a:lnTo>
                    <a:pt x="7109" y="183597"/>
                  </a:lnTo>
                  <a:lnTo>
                    <a:pt x="0" y="139299"/>
                  </a:lnTo>
                  <a:lnTo>
                    <a:pt x="7109" y="95283"/>
                  </a:lnTo>
                  <a:lnTo>
                    <a:pt x="26921" y="57045"/>
                  </a:lnTo>
                  <a:lnTo>
                    <a:pt x="57164" y="26886"/>
                  </a:lnTo>
                  <a:lnTo>
                    <a:pt x="95564" y="7104"/>
                  </a:lnTo>
                  <a:lnTo>
                    <a:pt x="139849" y="0"/>
                  </a:lnTo>
                  <a:lnTo>
                    <a:pt x="183926" y="7104"/>
                  </a:lnTo>
                  <a:lnTo>
                    <a:pt x="187409" y="8899"/>
                  </a:lnTo>
                  <a:lnTo>
                    <a:pt x="139849" y="8899"/>
                  </a:lnTo>
                  <a:lnTo>
                    <a:pt x="113496" y="11539"/>
                  </a:lnTo>
                  <a:lnTo>
                    <a:pt x="66826" y="31238"/>
                  </a:lnTo>
                  <a:lnTo>
                    <a:pt x="31556" y="66586"/>
                  </a:lnTo>
                  <a:lnTo>
                    <a:pt x="12081" y="113187"/>
                  </a:lnTo>
                  <a:lnTo>
                    <a:pt x="9449" y="139299"/>
                  </a:lnTo>
                  <a:lnTo>
                    <a:pt x="12081" y="165744"/>
                  </a:lnTo>
                  <a:lnTo>
                    <a:pt x="31556" y="212569"/>
                  </a:lnTo>
                  <a:lnTo>
                    <a:pt x="66826" y="247604"/>
                  </a:lnTo>
                  <a:lnTo>
                    <a:pt x="113496" y="267072"/>
                  </a:lnTo>
                  <a:lnTo>
                    <a:pt x="139849" y="269699"/>
                  </a:lnTo>
                  <a:lnTo>
                    <a:pt x="188508" y="269699"/>
                  </a:lnTo>
                  <a:lnTo>
                    <a:pt x="183926" y="272065"/>
                  </a:lnTo>
                  <a:lnTo>
                    <a:pt x="139849" y="279174"/>
                  </a:lnTo>
                  <a:close/>
                </a:path>
                <a:path w="280034" h="279400">
                  <a:moveTo>
                    <a:pt x="188508" y="269699"/>
                  </a:moveTo>
                  <a:lnTo>
                    <a:pt x="139849" y="269699"/>
                  </a:lnTo>
                  <a:lnTo>
                    <a:pt x="166208" y="267072"/>
                  </a:lnTo>
                  <a:lnTo>
                    <a:pt x="190634" y="259534"/>
                  </a:lnTo>
                  <a:lnTo>
                    <a:pt x="231799" y="231799"/>
                  </a:lnTo>
                  <a:lnTo>
                    <a:pt x="260015" y="190359"/>
                  </a:lnTo>
                  <a:lnTo>
                    <a:pt x="270249" y="139299"/>
                  </a:lnTo>
                  <a:lnTo>
                    <a:pt x="267613" y="113187"/>
                  </a:lnTo>
                  <a:lnTo>
                    <a:pt x="247922" y="66586"/>
                  </a:lnTo>
                  <a:lnTo>
                    <a:pt x="212655" y="31238"/>
                  </a:lnTo>
                  <a:lnTo>
                    <a:pt x="166208" y="11539"/>
                  </a:lnTo>
                  <a:lnTo>
                    <a:pt x="139849" y="8899"/>
                  </a:lnTo>
                  <a:lnTo>
                    <a:pt x="187409" y="8899"/>
                  </a:lnTo>
                  <a:lnTo>
                    <a:pt x="222306" y="26886"/>
                  </a:lnTo>
                  <a:lnTo>
                    <a:pt x="252636" y="57045"/>
                  </a:lnTo>
                  <a:lnTo>
                    <a:pt x="272560" y="95283"/>
                  </a:lnTo>
                  <a:lnTo>
                    <a:pt x="279724" y="139299"/>
                  </a:lnTo>
                  <a:lnTo>
                    <a:pt x="272560" y="183597"/>
                  </a:lnTo>
                  <a:lnTo>
                    <a:pt x="252636" y="222005"/>
                  </a:lnTo>
                  <a:lnTo>
                    <a:pt x="222306" y="252251"/>
                  </a:lnTo>
                  <a:lnTo>
                    <a:pt x="188508" y="2696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358074" y="321300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0999" y="282524"/>
                  </a:moveTo>
                  <a:lnTo>
                    <a:pt x="96374" y="275346"/>
                  </a:lnTo>
                  <a:lnTo>
                    <a:pt x="57661" y="255328"/>
                  </a:lnTo>
                  <a:lnTo>
                    <a:pt x="27160" y="224744"/>
                  </a:lnTo>
                  <a:lnTo>
                    <a:pt x="7173" y="185868"/>
                  </a:lnTo>
                  <a:lnTo>
                    <a:pt x="0" y="140974"/>
                  </a:lnTo>
                  <a:lnTo>
                    <a:pt x="7173" y="96361"/>
                  </a:lnTo>
                  <a:lnTo>
                    <a:pt x="27160" y="57655"/>
                  </a:lnTo>
                  <a:lnTo>
                    <a:pt x="57661" y="27159"/>
                  </a:lnTo>
                  <a:lnTo>
                    <a:pt x="96374" y="7173"/>
                  </a:lnTo>
                  <a:lnTo>
                    <a:pt x="140999" y="0"/>
                  </a:lnTo>
                  <a:lnTo>
                    <a:pt x="185891" y="7173"/>
                  </a:lnTo>
                  <a:lnTo>
                    <a:pt x="224761" y="27159"/>
                  </a:lnTo>
                  <a:lnTo>
                    <a:pt x="255337" y="57655"/>
                  </a:lnTo>
                  <a:lnTo>
                    <a:pt x="275349" y="96361"/>
                  </a:lnTo>
                  <a:lnTo>
                    <a:pt x="282524" y="140974"/>
                  </a:lnTo>
                  <a:lnTo>
                    <a:pt x="275349" y="185868"/>
                  </a:lnTo>
                  <a:lnTo>
                    <a:pt x="255337" y="224744"/>
                  </a:lnTo>
                  <a:lnTo>
                    <a:pt x="224761" y="255328"/>
                  </a:lnTo>
                  <a:lnTo>
                    <a:pt x="185891" y="275346"/>
                  </a:lnTo>
                  <a:lnTo>
                    <a:pt x="140999" y="282524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353074" y="316275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999" y="285087"/>
                  </a:lnTo>
                  <a:lnTo>
                    <a:pt x="59939" y="264250"/>
                  </a:lnTo>
                  <a:lnTo>
                    <a:pt x="28279" y="232499"/>
                  </a:lnTo>
                  <a:lnTo>
                    <a:pt x="7479" y="192270"/>
                  </a:lnTo>
                  <a:lnTo>
                    <a:pt x="0" y="145999"/>
                  </a:lnTo>
                  <a:lnTo>
                    <a:pt x="7479" y="99999"/>
                  </a:lnTo>
                  <a:lnTo>
                    <a:pt x="28279" y="59939"/>
                  </a:lnTo>
                  <a:lnTo>
                    <a:pt x="59939" y="28279"/>
                  </a:lnTo>
                  <a:lnTo>
                    <a:pt x="99999" y="7479"/>
                  </a:lnTo>
                  <a:lnTo>
                    <a:pt x="145999" y="0"/>
                  </a:lnTo>
                  <a:lnTo>
                    <a:pt x="192211" y="7479"/>
                  </a:lnTo>
                  <a:lnTo>
                    <a:pt x="196056" y="9474"/>
                  </a:lnTo>
                  <a:lnTo>
                    <a:pt x="145999" y="9474"/>
                  </a:lnTo>
                  <a:lnTo>
                    <a:pt x="118625" y="12218"/>
                  </a:lnTo>
                  <a:lnTo>
                    <a:pt x="69735" y="32751"/>
                  </a:lnTo>
                  <a:lnTo>
                    <a:pt x="32730" y="69760"/>
                  </a:lnTo>
                  <a:lnTo>
                    <a:pt x="12214" y="118639"/>
                  </a:lnTo>
                  <a:lnTo>
                    <a:pt x="9474" y="145999"/>
                  </a:lnTo>
                  <a:lnTo>
                    <a:pt x="12214" y="173692"/>
                  </a:lnTo>
                  <a:lnTo>
                    <a:pt x="32730" y="222805"/>
                  </a:lnTo>
                  <a:lnTo>
                    <a:pt x="69735" y="259580"/>
                  </a:lnTo>
                  <a:lnTo>
                    <a:pt x="118625" y="280275"/>
                  </a:lnTo>
                  <a:lnTo>
                    <a:pt x="145999" y="283099"/>
                  </a:lnTo>
                  <a:lnTo>
                    <a:pt x="196035" y="283099"/>
                  </a:lnTo>
                  <a:lnTo>
                    <a:pt x="192211" y="285087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6035" y="283099"/>
                  </a:moveTo>
                  <a:lnTo>
                    <a:pt x="145999" y="283099"/>
                  </a:lnTo>
                  <a:lnTo>
                    <a:pt x="173600" y="280275"/>
                  </a:lnTo>
                  <a:lnTo>
                    <a:pt x="199274" y="272224"/>
                  </a:lnTo>
                  <a:lnTo>
                    <a:pt x="242949" y="242974"/>
                  </a:lnTo>
                  <a:lnTo>
                    <a:pt x="272209" y="199503"/>
                  </a:lnTo>
                  <a:lnTo>
                    <a:pt x="283074" y="145999"/>
                  </a:lnTo>
                  <a:lnTo>
                    <a:pt x="280254" y="118639"/>
                  </a:lnTo>
                  <a:lnTo>
                    <a:pt x="259566" y="69760"/>
                  </a:lnTo>
                  <a:lnTo>
                    <a:pt x="222549" y="32751"/>
                  </a:lnTo>
                  <a:lnTo>
                    <a:pt x="173600" y="12218"/>
                  </a:lnTo>
                  <a:lnTo>
                    <a:pt x="145999" y="9474"/>
                  </a:lnTo>
                  <a:lnTo>
                    <a:pt x="196056" y="9474"/>
                  </a:lnTo>
                  <a:lnTo>
                    <a:pt x="232297" y="28279"/>
                  </a:lnTo>
                  <a:lnTo>
                    <a:pt x="263878" y="59939"/>
                  </a:lnTo>
                  <a:lnTo>
                    <a:pt x="284572" y="99999"/>
                  </a:lnTo>
                  <a:lnTo>
                    <a:pt x="291999" y="145999"/>
                  </a:lnTo>
                  <a:lnTo>
                    <a:pt x="284572" y="192270"/>
                  </a:lnTo>
                  <a:lnTo>
                    <a:pt x="263878" y="232499"/>
                  </a:lnTo>
                  <a:lnTo>
                    <a:pt x="232297" y="264250"/>
                  </a:lnTo>
                  <a:lnTo>
                    <a:pt x="196035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5474" y="378699"/>
              <a:ext cx="167724" cy="16772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690579" y="425806"/>
              <a:ext cx="288925" cy="288925"/>
            </a:xfrm>
            <a:custGeom>
              <a:avLst/>
              <a:gdLst/>
              <a:ahLst/>
              <a:cxnLst/>
              <a:rect l="l" t="t" r="r" b="b"/>
              <a:pathLst>
                <a:path w="288925" h="288925">
                  <a:moveTo>
                    <a:pt x="144300" y="288324"/>
                  </a:moveTo>
                  <a:lnTo>
                    <a:pt x="98678" y="280972"/>
                  </a:lnTo>
                  <a:lnTo>
                    <a:pt x="59065" y="260495"/>
                  </a:lnTo>
                  <a:lnTo>
                    <a:pt x="27832" y="229264"/>
                  </a:lnTo>
                  <a:lnTo>
                    <a:pt x="7353" y="189650"/>
                  </a:lnTo>
                  <a:lnTo>
                    <a:pt x="0" y="144023"/>
                  </a:lnTo>
                  <a:lnTo>
                    <a:pt x="7353" y="98536"/>
                  </a:lnTo>
                  <a:lnTo>
                    <a:pt x="27832" y="59005"/>
                  </a:lnTo>
                  <a:lnTo>
                    <a:pt x="59065" y="27814"/>
                  </a:lnTo>
                  <a:lnTo>
                    <a:pt x="98678" y="7351"/>
                  </a:lnTo>
                  <a:lnTo>
                    <a:pt x="144300" y="0"/>
                  </a:lnTo>
                  <a:lnTo>
                    <a:pt x="189927" y="7351"/>
                  </a:lnTo>
                  <a:lnTo>
                    <a:pt x="229541" y="27814"/>
                  </a:lnTo>
                  <a:lnTo>
                    <a:pt x="260772" y="59005"/>
                  </a:lnTo>
                  <a:lnTo>
                    <a:pt x="281249" y="98536"/>
                  </a:lnTo>
                  <a:lnTo>
                    <a:pt x="288601" y="144023"/>
                  </a:lnTo>
                  <a:lnTo>
                    <a:pt x="281249" y="189650"/>
                  </a:lnTo>
                  <a:lnTo>
                    <a:pt x="260772" y="229264"/>
                  </a:lnTo>
                  <a:lnTo>
                    <a:pt x="229541" y="260495"/>
                  </a:lnTo>
                  <a:lnTo>
                    <a:pt x="189927" y="280972"/>
                  </a:lnTo>
                  <a:lnTo>
                    <a:pt x="144300" y="28832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688337" y="423287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542" y="293375"/>
                  </a:moveTo>
                  <a:lnTo>
                    <a:pt x="100257" y="285893"/>
                  </a:lnTo>
                  <a:lnTo>
                    <a:pt x="60033" y="265057"/>
                  </a:lnTo>
                  <a:lnTo>
                    <a:pt x="28299" y="233279"/>
                  </a:lnTo>
                  <a:lnTo>
                    <a:pt x="7479" y="192970"/>
                  </a:lnTo>
                  <a:lnTo>
                    <a:pt x="0" y="146542"/>
                  </a:lnTo>
                  <a:lnTo>
                    <a:pt x="7479" y="100256"/>
                  </a:lnTo>
                  <a:lnTo>
                    <a:pt x="28299" y="60033"/>
                  </a:lnTo>
                  <a:lnTo>
                    <a:pt x="60033" y="28299"/>
                  </a:lnTo>
                  <a:lnTo>
                    <a:pt x="100257" y="7479"/>
                  </a:lnTo>
                  <a:lnTo>
                    <a:pt x="146542" y="0"/>
                  </a:lnTo>
                  <a:lnTo>
                    <a:pt x="176088" y="4773"/>
                  </a:lnTo>
                  <a:lnTo>
                    <a:pt x="146542" y="4773"/>
                  </a:lnTo>
                  <a:lnTo>
                    <a:pt x="117893" y="7633"/>
                  </a:lnTo>
                  <a:lnTo>
                    <a:pt x="67116" y="28934"/>
                  </a:lnTo>
                  <a:lnTo>
                    <a:pt x="28773" y="67272"/>
                  </a:lnTo>
                  <a:lnTo>
                    <a:pt x="7395" y="118014"/>
                  </a:lnTo>
                  <a:lnTo>
                    <a:pt x="4496" y="146542"/>
                  </a:lnTo>
                  <a:lnTo>
                    <a:pt x="7395" y="175198"/>
                  </a:lnTo>
                  <a:lnTo>
                    <a:pt x="28773" y="225976"/>
                  </a:lnTo>
                  <a:lnTo>
                    <a:pt x="67116" y="264319"/>
                  </a:lnTo>
                  <a:lnTo>
                    <a:pt x="117893" y="285701"/>
                  </a:lnTo>
                  <a:lnTo>
                    <a:pt x="146542" y="288601"/>
                  </a:lnTo>
                  <a:lnTo>
                    <a:pt x="176079" y="288601"/>
                  </a:lnTo>
                  <a:lnTo>
                    <a:pt x="146542" y="293375"/>
                  </a:lnTo>
                  <a:close/>
                </a:path>
                <a:path w="293370" h="293370">
                  <a:moveTo>
                    <a:pt x="176079" y="288601"/>
                  </a:moveTo>
                  <a:lnTo>
                    <a:pt x="146542" y="288601"/>
                  </a:lnTo>
                  <a:lnTo>
                    <a:pt x="175195" y="285701"/>
                  </a:lnTo>
                  <a:lnTo>
                    <a:pt x="201820" y="277404"/>
                  </a:lnTo>
                  <a:lnTo>
                    <a:pt x="246773" y="247050"/>
                  </a:lnTo>
                  <a:lnTo>
                    <a:pt x="277236" y="201850"/>
                  </a:lnTo>
                  <a:lnTo>
                    <a:pt x="288324" y="146542"/>
                  </a:lnTo>
                  <a:lnTo>
                    <a:pt x="285465" y="118014"/>
                  </a:lnTo>
                  <a:lnTo>
                    <a:pt x="264164" y="67272"/>
                  </a:lnTo>
                  <a:lnTo>
                    <a:pt x="225864" y="28934"/>
                  </a:lnTo>
                  <a:lnTo>
                    <a:pt x="175195" y="7633"/>
                  </a:lnTo>
                  <a:lnTo>
                    <a:pt x="146542" y="4773"/>
                  </a:lnTo>
                  <a:lnTo>
                    <a:pt x="176088" y="4773"/>
                  </a:lnTo>
                  <a:lnTo>
                    <a:pt x="233061" y="28299"/>
                  </a:lnTo>
                  <a:lnTo>
                    <a:pt x="264798" y="60033"/>
                  </a:lnTo>
                  <a:lnTo>
                    <a:pt x="285619" y="100256"/>
                  </a:lnTo>
                  <a:lnTo>
                    <a:pt x="293098" y="146542"/>
                  </a:lnTo>
                  <a:lnTo>
                    <a:pt x="285619" y="192970"/>
                  </a:lnTo>
                  <a:lnTo>
                    <a:pt x="264798" y="233279"/>
                  </a:lnTo>
                  <a:lnTo>
                    <a:pt x="233061" y="265057"/>
                  </a:lnTo>
                  <a:lnTo>
                    <a:pt x="192834" y="285893"/>
                  </a:lnTo>
                  <a:lnTo>
                    <a:pt x="176079" y="28860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4839" y="459777"/>
              <a:ext cx="220096" cy="220387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5443349" y="28927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517356" y="28927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591362" y="28927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490049" y="17087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564056" y="17087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638062" y="17087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068750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142756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8216762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303209" y="959718"/>
            <a:ext cx="5343525" cy="4184015"/>
            <a:chOff x="303209" y="959718"/>
            <a:chExt cx="5343525" cy="4184015"/>
          </a:xfrm>
        </p:grpSpPr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589" y="959718"/>
              <a:ext cx="4827500" cy="416903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321788" y="2733052"/>
              <a:ext cx="2127250" cy="2410460"/>
            </a:xfrm>
            <a:custGeom>
              <a:avLst/>
              <a:gdLst/>
              <a:ahLst/>
              <a:cxnLst/>
              <a:rect l="l" t="t" r="r" b="b"/>
              <a:pathLst>
                <a:path w="2127250" h="2410460">
                  <a:moveTo>
                    <a:pt x="2126818" y="0"/>
                  </a:moveTo>
                  <a:lnTo>
                    <a:pt x="2114651" y="0"/>
                  </a:lnTo>
                  <a:lnTo>
                    <a:pt x="2114651" y="13970"/>
                  </a:lnTo>
                  <a:lnTo>
                    <a:pt x="2114537" y="14097"/>
                  </a:lnTo>
                  <a:lnTo>
                    <a:pt x="2112975" y="14097"/>
                  </a:lnTo>
                  <a:lnTo>
                    <a:pt x="2112975" y="15875"/>
                  </a:lnTo>
                  <a:lnTo>
                    <a:pt x="1946681" y="203200"/>
                  </a:lnTo>
                  <a:lnTo>
                    <a:pt x="1940433" y="203200"/>
                  </a:lnTo>
                  <a:lnTo>
                    <a:pt x="1940433" y="217170"/>
                  </a:lnTo>
                  <a:lnTo>
                    <a:pt x="1940433" y="217576"/>
                  </a:lnTo>
                  <a:lnTo>
                    <a:pt x="1933917" y="217576"/>
                  </a:lnTo>
                  <a:lnTo>
                    <a:pt x="1933917" y="2396490"/>
                  </a:lnTo>
                  <a:lnTo>
                    <a:pt x="13830" y="2396490"/>
                  </a:lnTo>
                  <a:lnTo>
                    <a:pt x="13830" y="217170"/>
                  </a:lnTo>
                  <a:lnTo>
                    <a:pt x="1940433" y="217170"/>
                  </a:lnTo>
                  <a:lnTo>
                    <a:pt x="1940433" y="203200"/>
                  </a:lnTo>
                  <a:lnTo>
                    <a:pt x="13830" y="203200"/>
                  </a:lnTo>
                  <a:lnTo>
                    <a:pt x="13830" y="13970"/>
                  </a:lnTo>
                  <a:lnTo>
                    <a:pt x="2114651" y="13970"/>
                  </a:lnTo>
                  <a:lnTo>
                    <a:pt x="2114651" y="0"/>
                  </a:lnTo>
                  <a:lnTo>
                    <a:pt x="0" y="0"/>
                  </a:lnTo>
                  <a:lnTo>
                    <a:pt x="0" y="13970"/>
                  </a:lnTo>
                  <a:lnTo>
                    <a:pt x="0" y="203200"/>
                  </a:lnTo>
                  <a:lnTo>
                    <a:pt x="0" y="217170"/>
                  </a:lnTo>
                  <a:lnTo>
                    <a:pt x="0" y="2396490"/>
                  </a:lnTo>
                  <a:lnTo>
                    <a:pt x="0" y="2410447"/>
                  </a:lnTo>
                  <a:lnTo>
                    <a:pt x="1947760" y="2410447"/>
                  </a:lnTo>
                  <a:lnTo>
                    <a:pt x="2126818" y="2410447"/>
                  </a:lnTo>
                  <a:lnTo>
                    <a:pt x="2126818" y="2396515"/>
                  </a:lnTo>
                  <a:lnTo>
                    <a:pt x="2126818" y="14097"/>
                  </a:lnTo>
                  <a:lnTo>
                    <a:pt x="2120315" y="14097"/>
                  </a:lnTo>
                  <a:lnTo>
                    <a:pt x="2120315" y="13970"/>
                  </a:lnTo>
                  <a:lnTo>
                    <a:pt x="2126818" y="13970"/>
                  </a:lnTo>
                  <a:lnTo>
                    <a:pt x="2126818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54189" y="4694918"/>
              <a:ext cx="88265" cy="441325"/>
            </a:xfrm>
            <a:custGeom>
              <a:avLst/>
              <a:gdLst/>
              <a:ahLst/>
              <a:cxnLst/>
              <a:rect l="l" t="t" r="r" b="b"/>
              <a:pathLst>
                <a:path w="88264" h="441325">
                  <a:moveTo>
                    <a:pt x="87919" y="441139"/>
                  </a:moveTo>
                  <a:lnTo>
                    <a:pt x="0" y="441139"/>
                  </a:lnTo>
                  <a:lnTo>
                    <a:pt x="0" y="0"/>
                  </a:lnTo>
                  <a:lnTo>
                    <a:pt x="87919" y="0"/>
                  </a:lnTo>
                  <a:lnTo>
                    <a:pt x="87919" y="441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47680" y="4388866"/>
              <a:ext cx="473709" cy="755015"/>
            </a:xfrm>
            <a:custGeom>
              <a:avLst/>
              <a:gdLst/>
              <a:ahLst/>
              <a:cxnLst/>
              <a:rect l="l" t="t" r="r" b="b"/>
              <a:pathLst>
                <a:path w="473710" h="755014">
                  <a:moveTo>
                    <a:pt x="473710" y="0"/>
                  </a:moveTo>
                  <a:lnTo>
                    <a:pt x="99644" y="301853"/>
                  </a:lnTo>
                  <a:lnTo>
                    <a:pt x="99301" y="301155"/>
                  </a:lnTo>
                  <a:lnTo>
                    <a:pt x="97663" y="299542"/>
                  </a:lnTo>
                  <a:lnTo>
                    <a:pt x="87083" y="299542"/>
                  </a:lnTo>
                  <a:lnTo>
                    <a:pt x="87083" y="312559"/>
                  </a:lnTo>
                  <a:lnTo>
                    <a:pt x="87083" y="740702"/>
                  </a:lnTo>
                  <a:lnTo>
                    <a:pt x="13843" y="740702"/>
                  </a:lnTo>
                  <a:lnTo>
                    <a:pt x="13843" y="312559"/>
                  </a:lnTo>
                  <a:lnTo>
                    <a:pt x="87083" y="312559"/>
                  </a:lnTo>
                  <a:lnTo>
                    <a:pt x="87083" y="299542"/>
                  </a:lnTo>
                  <a:lnTo>
                    <a:pt x="3263" y="299542"/>
                  </a:lnTo>
                  <a:lnTo>
                    <a:pt x="2438" y="301155"/>
                  </a:lnTo>
                  <a:lnTo>
                    <a:pt x="800" y="302793"/>
                  </a:lnTo>
                  <a:lnTo>
                    <a:pt x="0" y="304419"/>
                  </a:lnTo>
                  <a:lnTo>
                    <a:pt x="0" y="748842"/>
                  </a:lnTo>
                  <a:lnTo>
                    <a:pt x="800" y="751281"/>
                  </a:lnTo>
                  <a:lnTo>
                    <a:pt x="2438" y="752094"/>
                  </a:lnTo>
                  <a:lnTo>
                    <a:pt x="3263" y="753719"/>
                  </a:lnTo>
                  <a:lnTo>
                    <a:pt x="4889" y="754545"/>
                  </a:lnTo>
                  <a:lnTo>
                    <a:pt x="96050" y="754545"/>
                  </a:lnTo>
                  <a:lnTo>
                    <a:pt x="97663" y="753719"/>
                  </a:lnTo>
                  <a:lnTo>
                    <a:pt x="99301" y="752094"/>
                  </a:lnTo>
                  <a:lnTo>
                    <a:pt x="100926" y="748842"/>
                  </a:lnTo>
                  <a:lnTo>
                    <a:pt x="100926" y="747204"/>
                  </a:lnTo>
                  <a:lnTo>
                    <a:pt x="473710" y="747204"/>
                  </a:lnTo>
                  <a:lnTo>
                    <a:pt x="473710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434769" y="4382278"/>
              <a:ext cx="393700" cy="761365"/>
            </a:xfrm>
            <a:custGeom>
              <a:avLst/>
              <a:gdLst/>
              <a:ahLst/>
              <a:cxnLst/>
              <a:rect l="l" t="t" r="r" b="b"/>
              <a:pathLst>
                <a:path w="393700" h="761364">
                  <a:moveTo>
                    <a:pt x="388259" y="761119"/>
                  </a:moveTo>
                  <a:lnTo>
                    <a:pt x="5699" y="761119"/>
                  </a:lnTo>
                  <a:lnTo>
                    <a:pt x="3259" y="760299"/>
                  </a:lnTo>
                  <a:lnTo>
                    <a:pt x="2439" y="758679"/>
                  </a:lnTo>
                  <a:lnTo>
                    <a:pt x="819" y="757859"/>
                  </a:lnTo>
                  <a:lnTo>
                    <a:pt x="0" y="755419"/>
                  </a:lnTo>
                  <a:lnTo>
                    <a:pt x="0" y="310179"/>
                  </a:lnTo>
                  <a:lnTo>
                    <a:pt x="3259" y="306939"/>
                  </a:lnTo>
                  <a:lnTo>
                    <a:pt x="382559" y="1699"/>
                  </a:lnTo>
                  <a:lnTo>
                    <a:pt x="383559" y="699"/>
                  </a:lnTo>
                  <a:lnTo>
                    <a:pt x="385199" y="0"/>
                  </a:lnTo>
                  <a:lnTo>
                    <a:pt x="387899" y="0"/>
                  </a:lnTo>
                  <a:lnTo>
                    <a:pt x="388959" y="259"/>
                  </a:lnTo>
                  <a:lnTo>
                    <a:pt x="389879" y="899"/>
                  </a:lnTo>
                  <a:lnTo>
                    <a:pt x="391519" y="1699"/>
                  </a:lnTo>
                  <a:lnTo>
                    <a:pt x="393139" y="4139"/>
                  </a:lnTo>
                  <a:lnTo>
                    <a:pt x="393139" y="21239"/>
                  </a:lnTo>
                  <a:lnTo>
                    <a:pt x="380119" y="21239"/>
                  </a:lnTo>
                  <a:lnTo>
                    <a:pt x="13839" y="315879"/>
                  </a:lnTo>
                  <a:lnTo>
                    <a:pt x="13839" y="747279"/>
                  </a:lnTo>
                  <a:lnTo>
                    <a:pt x="393139" y="747279"/>
                  </a:lnTo>
                  <a:lnTo>
                    <a:pt x="393139" y="755419"/>
                  </a:lnTo>
                  <a:lnTo>
                    <a:pt x="392319" y="757039"/>
                  </a:lnTo>
                  <a:lnTo>
                    <a:pt x="391519" y="758679"/>
                  </a:lnTo>
                  <a:lnTo>
                    <a:pt x="389879" y="760299"/>
                  </a:lnTo>
                  <a:lnTo>
                    <a:pt x="388259" y="761119"/>
                  </a:lnTo>
                  <a:close/>
                </a:path>
                <a:path w="393700" h="761364">
                  <a:moveTo>
                    <a:pt x="393139" y="747279"/>
                  </a:moveTo>
                  <a:lnTo>
                    <a:pt x="380119" y="747279"/>
                  </a:lnTo>
                  <a:lnTo>
                    <a:pt x="380119" y="21239"/>
                  </a:lnTo>
                  <a:lnTo>
                    <a:pt x="393139" y="21239"/>
                  </a:lnTo>
                  <a:lnTo>
                    <a:pt x="393139" y="74727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84130" y="4694918"/>
              <a:ext cx="88265" cy="441325"/>
            </a:xfrm>
            <a:custGeom>
              <a:avLst/>
              <a:gdLst/>
              <a:ahLst/>
              <a:cxnLst/>
              <a:rect l="l" t="t" r="r" b="b"/>
              <a:pathLst>
                <a:path w="88265" h="441325">
                  <a:moveTo>
                    <a:pt x="87899" y="441139"/>
                  </a:moveTo>
                  <a:lnTo>
                    <a:pt x="0" y="441139"/>
                  </a:lnTo>
                  <a:lnTo>
                    <a:pt x="0" y="0"/>
                  </a:lnTo>
                  <a:lnTo>
                    <a:pt x="87899" y="0"/>
                  </a:lnTo>
                  <a:lnTo>
                    <a:pt x="87899" y="441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77607" y="4382287"/>
              <a:ext cx="480695" cy="761365"/>
            </a:xfrm>
            <a:custGeom>
              <a:avLst/>
              <a:gdLst/>
              <a:ahLst/>
              <a:cxnLst/>
              <a:rect l="l" t="t" r="r" b="b"/>
              <a:pathLst>
                <a:path w="480694" h="761364">
                  <a:moveTo>
                    <a:pt x="480212" y="4140"/>
                  </a:moveTo>
                  <a:lnTo>
                    <a:pt x="478599" y="1701"/>
                  </a:lnTo>
                  <a:lnTo>
                    <a:pt x="476161" y="901"/>
                  </a:lnTo>
                  <a:lnTo>
                    <a:pt x="475221" y="254"/>
                  </a:lnTo>
                  <a:lnTo>
                    <a:pt x="474294" y="0"/>
                  </a:lnTo>
                  <a:lnTo>
                    <a:pt x="471855" y="0"/>
                  </a:lnTo>
                  <a:lnTo>
                    <a:pt x="470331" y="698"/>
                  </a:lnTo>
                  <a:lnTo>
                    <a:pt x="468833" y="1701"/>
                  </a:lnTo>
                  <a:lnTo>
                    <a:pt x="90538" y="306120"/>
                  </a:lnTo>
                  <a:lnTo>
                    <a:pt x="87096" y="306120"/>
                  </a:lnTo>
                  <a:lnTo>
                    <a:pt x="87096" y="319138"/>
                  </a:lnTo>
                  <a:lnTo>
                    <a:pt x="87096" y="747280"/>
                  </a:lnTo>
                  <a:lnTo>
                    <a:pt x="13830" y="747280"/>
                  </a:lnTo>
                  <a:lnTo>
                    <a:pt x="13830" y="319138"/>
                  </a:lnTo>
                  <a:lnTo>
                    <a:pt x="87096" y="319138"/>
                  </a:lnTo>
                  <a:lnTo>
                    <a:pt x="87096" y="306120"/>
                  </a:lnTo>
                  <a:lnTo>
                    <a:pt x="3251" y="306120"/>
                  </a:lnTo>
                  <a:lnTo>
                    <a:pt x="1638" y="307733"/>
                  </a:lnTo>
                  <a:lnTo>
                    <a:pt x="0" y="310997"/>
                  </a:lnTo>
                  <a:lnTo>
                    <a:pt x="0" y="755421"/>
                  </a:lnTo>
                  <a:lnTo>
                    <a:pt x="812" y="757859"/>
                  </a:lnTo>
                  <a:lnTo>
                    <a:pt x="3251" y="760298"/>
                  </a:lnTo>
                  <a:lnTo>
                    <a:pt x="4876" y="761123"/>
                  </a:lnTo>
                  <a:lnTo>
                    <a:pt x="91973" y="761123"/>
                  </a:lnTo>
                  <a:lnTo>
                    <a:pt x="96037" y="761123"/>
                  </a:lnTo>
                  <a:lnTo>
                    <a:pt x="475335" y="761123"/>
                  </a:lnTo>
                  <a:lnTo>
                    <a:pt x="476973" y="760298"/>
                  </a:lnTo>
                  <a:lnTo>
                    <a:pt x="478599" y="758672"/>
                  </a:lnTo>
                  <a:lnTo>
                    <a:pt x="480212" y="755421"/>
                  </a:lnTo>
                  <a:lnTo>
                    <a:pt x="480212" y="747280"/>
                  </a:lnTo>
                  <a:lnTo>
                    <a:pt x="480212" y="21234"/>
                  </a:lnTo>
                  <a:lnTo>
                    <a:pt x="480212" y="414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46330" y="4318858"/>
              <a:ext cx="4054475" cy="454659"/>
            </a:xfrm>
            <a:custGeom>
              <a:avLst/>
              <a:gdLst/>
              <a:ahLst/>
              <a:cxnLst/>
              <a:rect l="l" t="t" r="r" b="b"/>
              <a:pathLst>
                <a:path w="4054475" h="454660">
                  <a:moveTo>
                    <a:pt x="3500779" y="454180"/>
                  </a:moveTo>
                  <a:lnTo>
                    <a:pt x="1639" y="454180"/>
                  </a:lnTo>
                  <a:lnTo>
                    <a:pt x="0" y="425699"/>
                  </a:lnTo>
                  <a:lnTo>
                    <a:pt x="4054259" y="0"/>
                  </a:lnTo>
                  <a:lnTo>
                    <a:pt x="4054259" y="28499"/>
                  </a:lnTo>
                  <a:lnTo>
                    <a:pt x="3500779" y="4541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39830" y="4312038"/>
              <a:ext cx="4067810" cy="467995"/>
            </a:xfrm>
            <a:custGeom>
              <a:avLst/>
              <a:gdLst/>
              <a:ahLst/>
              <a:cxnLst/>
              <a:rect l="l" t="t" r="r" b="b"/>
              <a:pathLst>
                <a:path w="4067810" h="467995">
                  <a:moveTo>
                    <a:pt x="3510519" y="467519"/>
                  </a:moveTo>
                  <a:lnTo>
                    <a:pt x="4059" y="467519"/>
                  </a:lnTo>
                  <a:lnTo>
                    <a:pt x="1619" y="465079"/>
                  </a:lnTo>
                  <a:lnTo>
                    <a:pt x="1619" y="460999"/>
                  </a:lnTo>
                  <a:lnTo>
                    <a:pt x="0" y="432519"/>
                  </a:lnTo>
                  <a:lnTo>
                    <a:pt x="0" y="429259"/>
                  </a:lnTo>
                  <a:lnTo>
                    <a:pt x="2439" y="426019"/>
                  </a:lnTo>
                  <a:lnTo>
                    <a:pt x="5699" y="425199"/>
                  </a:lnTo>
                  <a:lnTo>
                    <a:pt x="4059939" y="319"/>
                  </a:lnTo>
                  <a:lnTo>
                    <a:pt x="4060579" y="0"/>
                  </a:lnTo>
                  <a:lnTo>
                    <a:pt x="4062819" y="0"/>
                  </a:lnTo>
                  <a:lnTo>
                    <a:pt x="4064439" y="759"/>
                  </a:lnTo>
                  <a:lnTo>
                    <a:pt x="4065639" y="1940"/>
                  </a:lnTo>
                  <a:lnTo>
                    <a:pt x="4066439" y="2759"/>
                  </a:lnTo>
                  <a:lnTo>
                    <a:pt x="4067259" y="4379"/>
                  </a:lnTo>
                  <a:lnTo>
                    <a:pt x="4067259" y="14159"/>
                  </a:lnTo>
                  <a:lnTo>
                    <a:pt x="4054239" y="14159"/>
                  </a:lnTo>
                  <a:lnTo>
                    <a:pt x="13839" y="438219"/>
                  </a:lnTo>
                  <a:lnTo>
                    <a:pt x="14639" y="454499"/>
                  </a:lnTo>
                  <a:lnTo>
                    <a:pt x="3526190" y="454499"/>
                  </a:lnTo>
                  <a:lnTo>
                    <a:pt x="3511339" y="465899"/>
                  </a:lnTo>
                  <a:lnTo>
                    <a:pt x="3510519" y="467519"/>
                  </a:lnTo>
                  <a:close/>
                </a:path>
                <a:path w="4067810" h="467995">
                  <a:moveTo>
                    <a:pt x="3526190" y="454499"/>
                  </a:moveTo>
                  <a:lnTo>
                    <a:pt x="3504259" y="454499"/>
                  </a:lnTo>
                  <a:lnTo>
                    <a:pt x="4054239" y="32059"/>
                  </a:lnTo>
                  <a:lnTo>
                    <a:pt x="4054239" y="14159"/>
                  </a:lnTo>
                  <a:lnTo>
                    <a:pt x="4067259" y="14159"/>
                  </a:lnTo>
                  <a:lnTo>
                    <a:pt x="4067259" y="37759"/>
                  </a:lnTo>
                  <a:lnTo>
                    <a:pt x="4066439" y="39379"/>
                  </a:lnTo>
                  <a:lnTo>
                    <a:pt x="4064819" y="41019"/>
                  </a:lnTo>
                  <a:lnTo>
                    <a:pt x="3526190" y="4544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47969" y="4318858"/>
              <a:ext cx="4053204" cy="425450"/>
            </a:xfrm>
            <a:custGeom>
              <a:avLst/>
              <a:gdLst/>
              <a:ahLst/>
              <a:cxnLst/>
              <a:rect l="l" t="t" r="r" b="b"/>
              <a:pathLst>
                <a:path w="4053204" h="425450">
                  <a:moveTo>
                    <a:pt x="3499139" y="424880"/>
                  </a:moveTo>
                  <a:lnTo>
                    <a:pt x="0" y="424880"/>
                  </a:lnTo>
                  <a:lnTo>
                    <a:pt x="883120" y="0"/>
                  </a:lnTo>
                  <a:lnTo>
                    <a:pt x="4052620" y="0"/>
                  </a:lnTo>
                  <a:lnTo>
                    <a:pt x="3499139" y="4248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209" y="1461918"/>
              <a:ext cx="4804699" cy="368147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48429" y="5136058"/>
              <a:ext cx="4892040" cy="0"/>
            </a:xfrm>
            <a:custGeom>
              <a:avLst/>
              <a:gdLst/>
              <a:ahLst/>
              <a:cxnLst/>
              <a:rect l="l" t="t" r="r" b="b"/>
              <a:pathLst>
                <a:path w="4892040" h="0">
                  <a:moveTo>
                    <a:pt x="489180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41109" y="5129558"/>
              <a:ext cx="4906010" cy="13970"/>
            </a:xfrm>
            <a:custGeom>
              <a:avLst/>
              <a:gdLst/>
              <a:ahLst/>
              <a:cxnLst/>
              <a:rect l="l" t="t" r="r" b="b"/>
              <a:pathLst>
                <a:path w="4906010" h="13970">
                  <a:moveTo>
                    <a:pt x="4903180" y="13840"/>
                  </a:moveTo>
                  <a:lnTo>
                    <a:pt x="3260" y="13840"/>
                  </a:lnTo>
                  <a:lnTo>
                    <a:pt x="0" y="10580"/>
                  </a:lnTo>
                  <a:lnTo>
                    <a:pt x="0" y="3260"/>
                  </a:lnTo>
                  <a:lnTo>
                    <a:pt x="3260" y="0"/>
                  </a:lnTo>
                  <a:lnTo>
                    <a:pt x="7319" y="0"/>
                  </a:lnTo>
                  <a:lnTo>
                    <a:pt x="4903180" y="0"/>
                  </a:lnTo>
                  <a:lnTo>
                    <a:pt x="4905620" y="3260"/>
                  </a:lnTo>
                  <a:lnTo>
                    <a:pt x="4905620" y="10580"/>
                  </a:lnTo>
                  <a:lnTo>
                    <a:pt x="4903180" y="1384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5921192" y="646992"/>
            <a:ext cx="1730375" cy="253619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algn="just" marL="19685" marR="5080" indent="-7620">
              <a:lnSpc>
                <a:spcPct val="100600"/>
              </a:lnSpc>
              <a:spcBef>
                <a:spcPts val="70"/>
              </a:spcBef>
            </a:pPr>
            <a:r>
              <a:rPr dirty="0" sz="4100" spc="-210"/>
              <a:t>Wireless </a:t>
            </a:r>
            <a:r>
              <a:rPr dirty="0" sz="4100" spc="-360"/>
              <a:t>NetwOrk </a:t>
            </a:r>
            <a:r>
              <a:rPr dirty="0" sz="4100" spc="-140"/>
              <a:t>Security </a:t>
            </a:r>
            <a:r>
              <a:rPr dirty="0" sz="4100" spc="-265"/>
              <a:t>Scanner</a:t>
            </a:r>
            <a:endParaRPr sz="4100"/>
          </a:p>
        </p:txBody>
      </p:sp>
      <p:sp>
        <p:nvSpPr>
          <p:cNvPr id="40" name="object 40" descr=""/>
          <p:cNvSpPr txBox="1"/>
          <p:nvPr/>
        </p:nvSpPr>
        <p:spPr>
          <a:xfrm>
            <a:off x="5986463" y="3190673"/>
            <a:ext cx="2160905" cy="17437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447040" indent="6985">
              <a:lnSpc>
                <a:spcPts val="2250"/>
              </a:lnSpc>
              <a:spcBef>
                <a:spcPts val="200"/>
              </a:spcBef>
            </a:pPr>
            <a:r>
              <a:rPr dirty="0" sz="1900" spc="-110">
                <a:solidFill>
                  <a:srgbClr val="FF806C"/>
                </a:solidFill>
                <a:latin typeface="Tahoma"/>
                <a:cs typeface="Tahoma"/>
              </a:rPr>
              <a:t>Abdulazeez</a:t>
            </a:r>
            <a:r>
              <a:rPr dirty="0" sz="1900" spc="-16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900" spc="-155">
                <a:solidFill>
                  <a:srgbClr val="FF806C"/>
                </a:solidFill>
                <a:latin typeface="Tahoma"/>
                <a:cs typeface="Tahoma"/>
              </a:rPr>
              <a:t>Qusay </a:t>
            </a:r>
            <a:r>
              <a:rPr dirty="0" sz="1900" spc="-110">
                <a:solidFill>
                  <a:srgbClr val="FF806C"/>
                </a:solidFill>
                <a:latin typeface="Tahoma"/>
                <a:cs typeface="Tahoma"/>
              </a:rPr>
              <a:t>Mustafa</a:t>
            </a:r>
            <a:r>
              <a:rPr dirty="0" sz="1900" spc="-16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FF806C"/>
                </a:solidFill>
                <a:latin typeface="Tahoma"/>
                <a:cs typeface="Tahoma"/>
              </a:rPr>
              <a:t>Musab </a:t>
            </a:r>
            <a:r>
              <a:rPr dirty="0" sz="1900" spc="-135">
                <a:solidFill>
                  <a:srgbClr val="FF806C"/>
                </a:solidFill>
                <a:latin typeface="Tahoma"/>
                <a:cs typeface="Tahoma"/>
              </a:rPr>
              <a:t>Ibrahim</a:t>
            </a:r>
            <a:r>
              <a:rPr dirty="0" sz="1900" spc="-150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FF806C"/>
                </a:solidFill>
                <a:latin typeface="Tahoma"/>
                <a:cs typeface="Tahoma"/>
              </a:rPr>
              <a:t>Qahtan </a:t>
            </a:r>
            <a:r>
              <a:rPr dirty="0" sz="1900" spc="-110">
                <a:solidFill>
                  <a:srgbClr val="FF806C"/>
                </a:solidFill>
                <a:latin typeface="Tahoma"/>
                <a:cs typeface="Tahoma"/>
              </a:rPr>
              <a:t>Kozhin</a:t>
            </a:r>
            <a:r>
              <a:rPr dirty="0" sz="1900" spc="-160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FF806C"/>
                </a:solidFill>
                <a:latin typeface="Tahoma"/>
                <a:cs typeface="Tahoma"/>
              </a:rPr>
              <a:t>Kamal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dirty="0" sz="1900" spc="-90">
                <a:solidFill>
                  <a:srgbClr val="FF806C"/>
                </a:solidFill>
                <a:latin typeface="Tahoma"/>
                <a:cs typeface="Tahoma"/>
              </a:rPr>
              <a:t>Supervisor:</a:t>
            </a:r>
            <a:r>
              <a:rPr dirty="0" sz="1900" spc="-150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900" spc="-130">
                <a:solidFill>
                  <a:srgbClr val="FF806C"/>
                </a:solidFill>
                <a:latin typeface="Tahoma"/>
                <a:cs typeface="Tahoma"/>
              </a:rPr>
              <a:t>Halo</a:t>
            </a:r>
            <a:r>
              <a:rPr dirty="0" sz="1900" spc="-14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900" spc="-55">
                <a:solidFill>
                  <a:srgbClr val="FF806C"/>
                </a:solidFill>
                <a:latin typeface="Tahoma"/>
                <a:cs typeface="Tahoma"/>
              </a:rPr>
              <a:t>Khalil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6884" y="568810"/>
            <a:ext cx="645160" cy="645160"/>
            <a:chOff x="726884" y="568810"/>
            <a:chExt cx="645160" cy="645160"/>
          </a:xfrm>
        </p:grpSpPr>
        <p:sp>
          <p:nvSpPr>
            <p:cNvPr id="3" name="object 3" descr=""/>
            <p:cNvSpPr/>
            <p:nvPr/>
          </p:nvSpPr>
          <p:spPr>
            <a:xfrm>
              <a:off x="731646" y="573572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317549"/>
                  </a:moveTo>
                  <a:lnTo>
                    <a:pt x="3443" y="270624"/>
                  </a:lnTo>
                  <a:lnTo>
                    <a:pt x="13444" y="225837"/>
                  </a:lnTo>
                  <a:lnTo>
                    <a:pt x="29513" y="183678"/>
                  </a:lnTo>
                  <a:lnTo>
                    <a:pt x="51159" y="144640"/>
                  </a:lnTo>
                  <a:lnTo>
                    <a:pt x="77889" y="109213"/>
                  </a:lnTo>
                  <a:lnTo>
                    <a:pt x="109213" y="77889"/>
                  </a:lnTo>
                  <a:lnTo>
                    <a:pt x="144640" y="51159"/>
                  </a:lnTo>
                  <a:lnTo>
                    <a:pt x="183678" y="29513"/>
                  </a:lnTo>
                  <a:lnTo>
                    <a:pt x="225837" y="13444"/>
                  </a:lnTo>
                  <a:lnTo>
                    <a:pt x="270624" y="3443"/>
                  </a:lnTo>
                  <a:lnTo>
                    <a:pt x="317549" y="0"/>
                  </a:lnTo>
                  <a:lnTo>
                    <a:pt x="367525" y="3955"/>
                  </a:lnTo>
                  <a:lnTo>
                    <a:pt x="415820" y="15587"/>
                  </a:lnTo>
                  <a:lnTo>
                    <a:pt x="461581" y="34542"/>
                  </a:lnTo>
                  <a:lnTo>
                    <a:pt x="503956" y="60467"/>
                  </a:lnTo>
                  <a:lnTo>
                    <a:pt x="542091" y="93008"/>
                  </a:lnTo>
                  <a:lnTo>
                    <a:pt x="574632" y="131143"/>
                  </a:lnTo>
                  <a:lnTo>
                    <a:pt x="600557" y="173518"/>
                  </a:lnTo>
                  <a:lnTo>
                    <a:pt x="619512" y="219279"/>
                  </a:lnTo>
                  <a:lnTo>
                    <a:pt x="631144" y="267574"/>
                  </a:lnTo>
                  <a:lnTo>
                    <a:pt x="635099" y="317549"/>
                  </a:lnTo>
                  <a:lnTo>
                    <a:pt x="631656" y="364475"/>
                  </a:lnTo>
                  <a:lnTo>
                    <a:pt x="621655" y="409262"/>
                  </a:lnTo>
                  <a:lnTo>
                    <a:pt x="605586" y="451421"/>
                  </a:lnTo>
                  <a:lnTo>
                    <a:pt x="583940" y="490459"/>
                  </a:lnTo>
                  <a:lnTo>
                    <a:pt x="557210" y="525886"/>
                  </a:lnTo>
                  <a:lnTo>
                    <a:pt x="525886" y="557210"/>
                  </a:lnTo>
                  <a:lnTo>
                    <a:pt x="490459" y="583940"/>
                  </a:lnTo>
                  <a:lnTo>
                    <a:pt x="451421" y="605586"/>
                  </a:lnTo>
                  <a:lnTo>
                    <a:pt x="409262" y="621655"/>
                  </a:lnTo>
                  <a:lnTo>
                    <a:pt x="364475" y="631656"/>
                  </a:lnTo>
                  <a:lnTo>
                    <a:pt x="317549" y="635099"/>
                  </a:lnTo>
                  <a:lnTo>
                    <a:pt x="270624" y="631656"/>
                  </a:lnTo>
                  <a:lnTo>
                    <a:pt x="225837" y="621655"/>
                  </a:lnTo>
                  <a:lnTo>
                    <a:pt x="183678" y="605586"/>
                  </a:lnTo>
                  <a:lnTo>
                    <a:pt x="144640" y="583940"/>
                  </a:lnTo>
                  <a:lnTo>
                    <a:pt x="109213" y="557210"/>
                  </a:lnTo>
                  <a:lnTo>
                    <a:pt x="77889" y="525886"/>
                  </a:lnTo>
                  <a:lnTo>
                    <a:pt x="51159" y="490459"/>
                  </a:lnTo>
                  <a:lnTo>
                    <a:pt x="29513" y="451421"/>
                  </a:lnTo>
                  <a:lnTo>
                    <a:pt x="13444" y="409262"/>
                  </a:lnTo>
                  <a:lnTo>
                    <a:pt x="3443" y="364475"/>
                  </a:lnTo>
                  <a:lnTo>
                    <a:pt x="0" y="317549"/>
                  </a:lnTo>
                  <a:close/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16359" y="658297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90">
                  <a:moveTo>
                    <a:pt x="232799" y="465599"/>
                  </a:move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0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16359" y="658297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90">
                  <a:moveTo>
                    <a:pt x="0" y="232799"/>
                  </a:move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0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close/>
                </a:path>
              </a:pathLst>
            </a:custGeom>
            <a:ln w="9524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961678" y="1281213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35684" y="1281213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109691" y="1281213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726884" y="1645697"/>
            <a:ext cx="645160" cy="645160"/>
            <a:chOff x="726884" y="1645697"/>
            <a:chExt cx="645160" cy="645160"/>
          </a:xfrm>
        </p:grpSpPr>
        <p:sp>
          <p:nvSpPr>
            <p:cNvPr id="10" name="object 10" descr=""/>
            <p:cNvSpPr/>
            <p:nvPr/>
          </p:nvSpPr>
          <p:spPr>
            <a:xfrm>
              <a:off x="731646" y="1650460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317549"/>
                  </a:moveTo>
                  <a:lnTo>
                    <a:pt x="3443" y="270624"/>
                  </a:lnTo>
                  <a:lnTo>
                    <a:pt x="13444" y="225837"/>
                  </a:lnTo>
                  <a:lnTo>
                    <a:pt x="29513" y="183678"/>
                  </a:lnTo>
                  <a:lnTo>
                    <a:pt x="51159" y="144640"/>
                  </a:lnTo>
                  <a:lnTo>
                    <a:pt x="77889" y="109213"/>
                  </a:lnTo>
                  <a:lnTo>
                    <a:pt x="109213" y="77889"/>
                  </a:lnTo>
                  <a:lnTo>
                    <a:pt x="144640" y="51159"/>
                  </a:lnTo>
                  <a:lnTo>
                    <a:pt x="183678" y="29513"/>
                  </a:lnTo>
                  <a:lnTo>
                    <a:pt x="225837" y="13444"/>
                  </a:lnTo>
                  <a:lnTo>
                    <a:pt x="270624" y="3443"/>
                  </a:lnTo>
                  <a:lnTo>
                    <a:pt x="317549" y="0"/>
                  </a:lnTo>
                  <a:lnTo>
                    <a:pt x="367525" y="3955"/>
                  </a:lnTo>
                  <a:lnTo>
                    <a:pt x="415820" y="15587"/>
                  </a:lnTo>
                  <a:lnTo>
                    <a:pt x="461581" y="34542"/>
                  </a:lnTo>
                  <a:lnTo>
                    <a:pt x="503956" y="60467"/>
                  </a:lnTo>
                  <a:lnTo>
                    <a:pt x="542091" y="93008"/>
                  </a:lnTo>
                  <a:lnTo>
                    <a:pt x="574632" y="131143"/>
                  </a:lnTo>
                  <a:lnTo>
                    <a:pt x="600557" y="173518"/>
                  </a:lnTo>
                  <a:lnTo>
                    <a:pt x="619512" y="219279"/>
                  </a:lnTo>
                  <a:lnTo>
                    <a:pt x="631144" y="267574"/>
                  </a:lnTo>
                  <a:lnTo>
                    <a:pt x="635099" y="317549"/>
                  </a:lnTo>
                  <a:lnTo>
                    <a:pt x="631656" y="364475"/>
                  </a:lnTo>
                  <a:lnTo>
                    <a:pt x="621655" y="409262"/>
                  </a:lnTo>
                  <a:lnTo>
                    <a:pt x="605586" y="451421"/>
                  </a:lnTo>
                  <a:lnTo>
                    <a:pt x="583940" y="490459"/>
                  </a:lnTo>
                  <a:lnTo>
                    <a:pt x="557210" y="525886"/>
                  </a:lnTo>
                  <a:lnTo>
                    <a:pt x="525886" y="557210"/>
                  </a:lnTo>
                  <a:lnTo>
                    <a:pt x="490459" y="583940"/>
                  </a:lnTo>
                  <a:lnTo>
                    <a:pt x="451421" y="605586"/>
                  </a:lnTo>
                  <a:lnTo>
                    <a:pt x="409262" y="621655"/>
                  </a:lnTo>
                  <a:lnTo>
                    <a:pt x="364475" y="631656"/>
                  </a:lnTo>
                  <a:lnTo>
                    <a:pt x="317549" y="635099"/>
                  </a:lnTo>
                  <a:lnTo>
                    <a:pt x="270624" y="631656"/>
                  </a:lnTo>
                  <a:lnTo>
                    <a:pt x="225837" y="621655"/>
                  </a:lnTo>
                  <a:lnTo>
                    <a:pt x="183678" y="605586"/>
                  </a:lnTo>
                  <a:lnTo>
                    <a:pt x="144640" y="583940"/>
                  </a:lnTo>
                  <a:lnTo>
                    <a:pt x="109213" y="557210"/>
                  </a:lnTo>
                  <a:lnTo>
                    <a:pt x="77889" y="525886"/>
                  </a:lnTo>
                  <a:lnTo>
                    <a:pt x="51159" y="490459"/>
                  </a:lnTo>
                  <a:lnTo>
                    <a:pt x="29513" y="451421"/>
                  </a:lnTo>
                  <a:lnTo>
                    <a:pt x="13444" y="409262"/>
                  </a:lnTo>
                  <a:lnTo>
                    <a:pt x="3443" y="364475"/>
                  </a:lnTo>
                  <a:lnTo>
                    <a:pt x="0" y="317549"/>
                  </a:lnTo>
                  <a:close/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16346" y="1735197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89">
                  <a:moveTo>
                    <a:pt x="232799" y="465599"/>
                  </a:move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0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16346" y="1735197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89">
                  <a:moveTo>
                    <a:pt x="0" y="232799"/>
                  </a:move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0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close/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/>
          <p:nvPr/>
        </p:nvSpPr>
        <p:spPr>
          <a:xfrm>
            <a:off x="961678" y="2356950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035684" y="2356950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109691" y="2356950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726884" y="2723513"/>
            <a:ext cx="645160" cy="645160"/>
            <a:chOff x="726884" y="2723513"/>
            <a:chExt cx="645160" cy="645160"/>
          </a:xfrm>
        </p:grpSpPr>
        <p:sp>
          <p:nvSpPr>
            <p:cNvPr id="17" name="object 17" descr=""/>
            <p:cNvSpPr/>
            <p:nvPr/>
          </p:nvSpPr>
          <p:spPr>
            <a:xfrm>
              <a:off x="731646" y="2728276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317549"/>
                  </a:moveTo>
                  <a:lnTo>
                    <a:pt x="3443" y="270624"/>
                  </a:lnTo>
                  <a:lnTo>
                    <a:pt x="13444" y="225837"/>
                  </a:lnTo>
                  <a:lnTo>
                    <a:pt x="29513" y="183678"/>
                  </a:lnTo>
                  <a:lnTo>
                    <a:pt x="51159" y="144640"/>
                  </a:lnTo>
                  <a:lnTo>
                    <a:pt x="77889" y="109213"/>
                  </a:lnTo>
                  <a:lnTo>
                    <a:pt x="109213" y="77889"/>
                  </a:lnTo>
                  <a:lnTo>
                    <a:pt x="144640" y="51159"/>
                  </a:lnTo>
                  <a:lnTo>
                    <a:pt x="183678" y="29513"/>
                  </a:lnTo>
                  <a:lnTo>
                    <a:pt x="225837" y="13444"/>
                  </a:lnTo>
                  <a:lnTo>
                    <a:pt x="270624" y="3443"/>
                  </a:lnTo>
                  <a:lnTo>
                    <a:pt x="317549" y="0"/>
                  </a:lnTo>
                  <a:lnTo>
                    <a:pt x="367525" y="3955"/>
                  </a:lnTo>
                  <a:lnTo>
                    <a:pt x="415820" y="15587"/>
                  </a:lnTo>
                  <a:lnTo>
                    <a:pt x="461581" y="34542"/>
                  </a:lnTo>
                  <a:lnTo>
                    <a:pt x="503956" y="60467"/>
                  </a:lnTo>
                  <a:lnTo>
                    <a:pt x="542091" y="93008"/>
                  </a:lnTo>
                  <a:lnTo>
                    <a:pt x="574632" y="131143"/>
                  </a:lnTo>
                  <a:lnTo>
                    <a:pt x="600557" y="173518"/>
                  </a:lnTo>
                  <a:lnTo>
                    <a:pt x="619512" y="219279"/>
                  </a:lnTo>
                  <a:lnTo>
                    <a:pt x="631144" y="267574"/>
                  </a:lnTo>
                  <a:lnTo>
                    <a:pt x="635099" y="317549"/>
                  </a:lnTo>
                  <a:lnTo>
                    <a:pt x="631656" y="364475"/>
                  </a:lnTo>
                  <a:lnTo>
                    <a:pt x="621655" y="409262"/>
                  </a:lnTo>
                  <a:lnTo>
                    <a:pt x="605586" y="451421"/>
                  </a:lnTo>
                  <a:lnTo>
                    <a:pt x="583940" y="490459"/>
                  </a:lnTo>
                  <a:lnTo>
                    <a:pt x="557210" y="525886"/>
                  </a:lnTo>
                  <a:lnTo>
                    <a:pt x="525886" y="557210"/>
                  </a:lnTo>
                  <a:lnTo>
                    <a:pt x="490459" y="583940"/>
                  </a:lnTo>
                  <a:lnTo>
                    <a:pt x="451421" y="605586"/>
                  </a:lnTo>
                  <a:lnTo>
                    <a:pt x="409262" y="621655"/>
                  </a:lnTo>
                  <a:lnTo>
                    <a:pt x="364475" y="631656"/>
                  </a:lnTo>
                  <a:lnTo>
                    <a:pt x="317549" y="635099"/>
                  </a:lnTo>
                  <a:lnTo>
                    <a:pt x="270624" y="631656"/>
                  </a:lnTo>
                  <a:lnTo>
                    <a:pt x="225837" y="621655"/>
                  </a:lnTo>
                  <a:lnTo>
                    <a:pt x="183678" y="605586"/>
                  </a:lnTo>
                  <a:lnTo>
                    <a:pt x="144640" y="583940"/>
                  </a:lnTo>
                  <a:lnTo>
                    <a:pt x="109213" y="557210"/>
                  </a:lnTo>
                  <a:lnTo>
                    <a:pt x="77889" y="525886"/>
                  </a:lnTo>
                  <a:lnTo>
                    <a:pt x="51159" y="490459"/>
                  </a:lnTo>
                  <a:lnTo>
                    <a:pt x="29513" y="451421"/>
                  </a:lnTo>
                  <a:lnTo>
                    <a:pt x="13444" y="409262"/>
                  </a:lnTo>
                  <a:lnTo>
                    <a:pt x="3443" y="364475"/>
                  </a:lnTo>
                  <a:lnTo>
                    <a:pt x="0" y="317549"/>
                  </a:lnTo>
                  <a:close/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16346" y="2813026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89">
                  <a:moveTo>
                    <a:pt x="232799" y="465599"/>
                  </a:move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0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16346" y="2813026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89">
                  <a:moveTo>
                    <a:pt x="0" y="232799"/>
                  </a:move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0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close/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961678" y="3436260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035684" y="3436260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109691" y="3436260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726884" y="3801912"/>
            <a:ext cx="645160" cy="645160"/>
            <a:chOff x="726884" y="3801912"/>
            <a:chExt cx="645160" cy="645160"/>
          </a:xfrm>
        </p:grpSpPr>
        <p:sp>
          <p:nvSpPr>
            <p:cNvPr id="24" name="object 24" descr=""/>
            <p:cNvSpPr/>
            <p:nvPr/>
          </p:nvSpPr>
          <p:spPr>
            <a:xfrm>
              <a:off x="731646" y="3806674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317549"/>
                  </a:moveTo>
                  <a:lnTo>
                    <a:pt x="3443" y="270624"/>
                  </a:lnTo>
                  <a:lnTo>
                    <a:pt x="13444" y="225837"/>
                  </a:lnTo>
                  <a:lnTo>
                    <a:pt x="29513" y="183679"/>
                  </a:lnTo>
                  <a:lnTo>
                    <a:pt x="51159" y="144640"/>
                  </a:lnTo>
                  <a:lnTo>
                    <a:pt x="77889" y="109214"/>
                  </a:lnTo>
                  <a:lnTo>
                    <a:pt x="109213" y="77889"/>
                  </a:lnTo>
                  <a:lnTo>
                    <a:pt x="144640" y="51159"/>
                  </a:lnTo>
                  <a:lnTo>
                    <a:pt x="183678" y="29513"/>
                  </a:lnTo>
                  <a:lnTo>
                    <a:pt x="225837" y="13444"/>
                  </a:lnTo>
                  <a:lnTo>
                    <a:pt x="270624" y="3443"/>
                  </a:lnTo>
                  <a:lnTo>
                    <a:pt x="317549" y="0"/>
                  </a:lnTo>
                  <a:lnTo>
                    <a:pt x="367525" y="3955"/>
                  </a:lnTo>
                  <a:lnTo>
                    <a:pt x="415820" y="15587"/>
                  </a:lnTo>
                  <a:lnTo>
                    <a:pt x="461581" y="34542"/>
                  </a:lnTo>
                  <a:lnTo>
                    <a:pt x="503956" y="60467"/>
                  </a:lnTo>
                  <a:lnTo>
                    <a:pt x="542091" y="93008"/>
                  </a:lnTo>
                  <a:lnTo>
                    <a:pt x="574632" y="131143"/>
                  </a:lnTo>
                  <a:lnTo>
                    <a:pt x="600557" y="173518"/>
                  </a:lnTo>
                  <a:lnTo>
                    <a:pt x="619512" y="219279"/>
                  </a:lnTo>
                  <a:lnTo>
                    <a:pt x="631144" y="267574"/>
                  </a:lnTo>
                  <a:lnTo>
                    <a:pt x="635099" y="317549"/>
                  </a:lnTo>
                  <a:lnTo>
                    <a:pt x="631656" y="364475"/>
                  </a:lnTo>
                  <a:lnTo>
                    <a:pt x="621655" y="409262"/>
                  </a:lnTo>
                  <a:lnTo>
                    <a:pt x="605586" y="451421"/>
                  </a:lnTo>
                  <a:lnTo>
                    <a:pt x="583940" y="490459"/>
                  </a:lnTo>
                  <a:lnTo>
                    <a:pt x="557210" y="525886"/>
                  </a:lnTo>
                  <a:lnTo>
                    <a:pt x="525886" y="557210"/>
                  </a:lnTo>
                  <a:lnTo>
                    <a:pt x="490459" y="583940"/>
                  </a:lnTo>
                  <a:lnTo>
                    <a:pt x="451421" y="605586"/>
                  </a:lnTo>
                  <a:lnTo>
                    <a:pt x="409262" y="621655"/>
                  </a:lnTo>
                  <a:lnTo>
                    <a:pt x="364475" y="631656"/>
                  </a:lnTo>
                  <a:lnTo>
                    <a:pt x="317549" y="635099"/>
                  </a:lnTo>
                  <a:lnTo>
                    <a:pt x="270624" y="631656"/>
                  </a:lnTo>
                  <a:lnTo>
                    <a:pt x="225837" y="621655"/>
                  </a:lnTo>
                  <a:lnTo>
                    <a:pt x="183678" y="605586"/>
                  </a:lnTo>
                  <a:lnTo>
                    <a:pt x="144640" y="583940"/>
                  </a:lnTo>
                  <a:lnTo>
                    <a:pt x="109213" y="557210"/>
                  </a:lnTo>
                  <a:lnTo>
                    <a:pt x="77889" y="525886"/>
                  </a:lnTo>
                  <a:lnTo>
                    <a:pt x="51159" y="490459"/>
                  </a:lnTo>
                  <a:lnTo>
                    <a:pt x="29513" y="451421"/>
                  </a:lnTo>
                  <a:lnTo>
                    <a:pt x="13444" y="409262"/>
                  </a:lnTo>
                  <a:lnTo>
                    <a:pt x="3443" y="364475"/>
                  </a:lnTo>
                  <a:lnTo>
                    <a:pt x="0" y="317549"/>
                  </a:lnTo>
                  <a:close/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16346" y="3891374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89">
                  <a:moveTo>
                    <a:pt x="232799" y="465599"/>
                  </a:move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1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16346" y="3891374"/>
              <a:ext cx="466090" cy="466090"/>
            </a:xfrm>
            <a:custGeom>
              <a:avLst/>
              <a:gdLst/>
              <a:ahLst/>
              <a:cxnLst/>
              <a:rect l="l" t="t" r="r" b="b"/>
              <a:pathLst>
                <a:path w="466090" h="466089">
                  <a:moveTo>
                    <a:pt x="0" y="232799"/>
                  </a:moveTo>
                  <a:lnTo>
                    <a:pt x="4729" y="185882"/>
                  </a:lnTo>
                  <a:lnTo>
                    <a:pt x="18294" y="142183"/>
                  </a:lnTo>
                  <a:lnTo>
                    <a:pt x="39758" y="102639"/>
                  </a:lnTo>
                  <a:lnTo>
                    <a:pt x="68185" y="68185"/>
                  </a:lnTo>
                  <a:lnTo>
                    <a:pt x="102639" y="39758"/>
                  </a:lnTo>
                  <a:lnTo>
                    <a:pt x="142183" y="18294"/>
                  </a:lnTo>
                  <a:lnTo>
                    <a:pt x="185882" y="4729"/>
                  </a:lnTo>
                  <a:lnTo>
                    <a:pt x="232799" y="0"/>
                  </a:lnTo>
                  <a:lnTo>
                    <a:pt x="278429" y="4514"/>
                  </a:lnTo>
                  <a:lnTo>
                    <a:pt x="321888" y="17720"/>
                  </a:lnTo>
                  <a:lnTo>
                    <a:pt x="361957" y="39113"/>
                  </a:lnTo>
                  <a:lnTo>
                    <a:pt x="397414" y="68185"/>
                  </a:lnTo>
                  <a:lnTo>
                    <a:pt x="426486" y="103642"/>
                  </a:lnTo>
                  <a:lnTo>
                    <a:pt x="447879" y="143711"/>
                  </a:lnTo>
                  <a:lnTo>
                    <a:pt x="461085" y="187171"/>
                  </a:lnTo>
                  <a:lnTo>
                    <a:pt x="465599" y="232799"/>
                  </a:lnTo>
                  <a:lnTo>
                    <a:pt x="460870" y="279717"/>
                  </a:lnTo>
                  <a:lnTo>
                    <a:pt x="447305" y="323416"/>
                  </a:lnTo>
                  <a:lnTo>
                    <a:pt x="425841" y="362960"/>
                  </a:lnTo>
                  <a:lnTo>
                    <a:pt x="397414" y="397414"/>
                  </a:lnTo>
                  <a:lnTo>
                    <a:pt x="362960" y="425841"/>
                  </a:lnTo>
                  <a:lnTo>
                    <a:pt x="323416" y="447305"/>
                  </a:lnTo>
                  <a:lnTo>
                    <a:pt x="279717" y="460870"/>
                  </a:lnTo>
                  <a:lnTo>
                    <a:pt x="232799" y="465599"/>
                  </a:lnTo>
                  <a:lnTo>
                    <a:pt x="185882" y="460870"/>
                  </a:lnTo>
                  <a:lnTo>
                    <a:pt x="142183" y="447305"/>
                  </a:lnTo>
                  <a:lnTo>
                    <a:pt x="102639" y="425841"/>
                  </a:lnTo>
                  <a:lnTo>
                    <a:pt x="68185" y="397414"/>
                  </a:lnTo>
                  <a:lnTo>
                    <a:pt x="39758" y="362960"/>
                  </a:lnTo>
                  <a:lnTo>
                    <a:pt x="18294" y="323416"/>
                  </a:lnTo>
                  <a:lnTo>
                    <a:pt x="4729" y="279717"/>
                  </a:lnTo>
                  <a:lnTo>
                    <a:pt x="0" y="232799"/>
                  </a:lnTo>
                  <a:close/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961678" y="451437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3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035684" y="451437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3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109691" y="451437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3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097521" y="403379"/>
            <a:ext cx="235013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Table</a:t>
            </a:r>
            <a:r>
              <a:rPr dirty="0" spc="-275"/>
              <a:t> </a:t>
            </a:r>
            <a:r>
              <a:rPr dirty="0" spc="-375"/>
              <a:t>Of</a:t>
            </a:r>
            <a:r>
              <a:rPr dirty="0" spc="-275"/>
              <a:t> </a:t>
            </a:r>
            <a:r>
              <a:rPr dirty="0" spc="-265"/>
              <a:t>COntents</a:t>
            </a:r>
          </a:p>
        </p:txBody>
      </p:sp>
      <p:sp>
        <p:nvSpPr>
          <p:cNvPr id="31" name="object 31" descr=""/>
          <p:cNvSpPr txBox="1"/>
          <p:nvPr/>
        </p:nvSpPr>
        <p:spPr>
          <a:xfrm>
            <a:off x="1737233" y="493648"/>
            <a:ext cx="1134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>
                <a:solidFill>
                  <a:srgbClr val="FF806C"/>
                </a:solidFill>
                <a:latin typeface="Tahoma"/>
                <a:cs typeface="Tahoma"/>
              </a:rPr>
              <a:t>Introduction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98365" y="1572641"/>
            <a:ext cx="2544445" cy="2715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1535">
              <a:lnSpc>
                <a:spcPts val="1975"/>
              </a:lnSpc>
              <a:spcBef>
                <a:spcPts val="100"/>
              </a:spcBef>
            </a:pPr>
            <a:r>
              <a:rPr dirty="0" sz="1800" spc="-100">
                <a:solidFill>
                  <a:srgbClr val="FF806C"/>
                </a:solidFill>
                <a:latin typeface="Tahoma"/>
                <a:cs typeface="Tahoma"/>
              </a:rPr>
              <a:t>Technologies</a:t>
            </a:r>
            <a:r>
              <a:rPr dirty="0" sz="1800" spc="-9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800" spc="-75">
                <a:solidFill>
                  <a:srgbClr val="FF806C"/>
                </a:solidFill>
                <a:latin typeface="Tahoma"/>
                <a:cs typeface="Tahoma"/>
              </a:rPr>
              <a:t>Used</a:t>
            </a:r>
            <a:endParaRPr sz="1800">
              <a:latin typeface="Tahoma"/>
              <a:cs typeface="Tahoma"/>
            </a:endParaRPr>
          </a:p>
          <a:p>
            <a:pPr marL="19050">
              <a:lnSpc>
                <a:spcPts val="2215"/>
              </a:lnSpc>
            </a:pPr>
            <a:r>
              <a:rPr dirty="0" sz="2000" spc="-25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2000">
              <a:latin typeface="Tahoma"/>
              <a:cs typeface="Tahoma"/>
            </a:endParaRPr>
          </a:p>
          <a:p>
            <a:pPr marL="851535">
              <a:lnSpc>
                <a:spcPts val="1975"/>
              </a:lnSpc>
            </a:pPr>
            <a:r>
              <a:rPr dirty="0" sz="1800" spc="-175">
                <a:solidFill>
                  <a:srgbClr val="FF806C"/>
                </a:solidFill>
                <a:latin typeface="Tahoma"/>
                <a:cs typeface="Tahoma"/>
              </a:rPr>
              <a:t>How</a:t>
            </a:r>
            <a:r>
              <a:rPr dirty="0" sz="1800" spc="-180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FF806C"/>
                </a:solidFill>
                <a:latin typeface="Tahoma"/>
                <a:cs typeface="Tahoma"/>
              </a:rPr>
              <a:t>it</a:t>
            </a:r>
            <a:r>
              <a:rPr dirty="0" sz="1800" spc="-17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800" spc="-95">
                <a:solidFill>
                  <a:srgbClr val="FF806C"/>
                </a:solidFill>
                <a:latin typeface="Tahoma"/>
                <a:cs typeface="Tahoma"/>
              </a:rPr>
              <a:t>works</a:t>
            </a:r>
            <a:r>
              <a:rPr dirty="0" sz="1800" spc="-17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FF806C"/>
                </a:solidFill>
                <a:latin typeface="Tahoma"/>
                <a:cs typeface="Tahoma"/>
              </a:rPr>
              <a:t>?</a:t>
            </a:r>
            <a:endParaRPr sz="1800">
              <a:latin typeface="Tahoma"/>
              <a:cs typeface="Tahoma"/>
            </a:endParaRPr>
          </a:p>
          <a:p>
            <a:pPr marL="15875">
              <a:lnSpc>
                <a:spcPts val="2215"/>
              </a:lnSpc>
            </a:pPr>
            <a:r>
              <a:rPr dirty="0" sz="2000" spc="-25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2000">
              <a:latin typeface="Tahoma"/>
              <a:cs typeface="Tahoma"/>
            </a:endParaRPr>
          </a:p>
          <a:p>
            <a:pPr marL="851535">
              <a:lnSpc>
                <a:spcPts val="1975"/>
              </a:lnSpc>
            </a:pPr>
            <a:r>
              <a:rPr dirty="0" sz="1800" spc="-10">
                <a:solidFill>
                  <a:srgbClr val="FF806C"/>
                </a:solidFill>
                <a:latin typeface="Tahoma"/>
                <a:cs typeface="Tahoma"/>
              </a:rPr>
              <a:t>Benefits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215"/>
              </a:lnSpc>
            </a:pPr>
            <a:r>
              <a:rPr dirty="0" sz="2000" spc="-25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12497" y="720816"/>
            <a:ext cx="2603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45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994617" y="1510458"/>
            <a:ext cx="4429760" cy="3106420"/>
            <a:chOff x="3994617" y="1510458"/>
            <a:chExt cx="4429760" cy="3106420"/>
          </a:xfrm>
        </p:grpSpPr>
        <p:pic>
          <p:nvPicPr>
            <p:cNvPr id="35" name="object 3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4617" y="1510458"/>
              <a:ext cx="4429667" cy="3106384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4985029" y="4604981"/>
              <a:ext cx="3251200" cy="12065"/>
            </a:xfrm>
            <a:custGeom>
              <a:avLst/>
              <a:gdLst/>
              <a:ahLst/>
              <a:cxnLst/>
              <a:rect l="l" t="t" r="r" b="b"/>
              <a:pathLst>
                <a:path w="3251200" h="12064">
                  <a:moveTo>
                    <a:pt x="3055785" y="2806"/>
                  </a:moveTo>
                  <a:lnTo>
                    <a:pt x="3053016" y="0"/>
                  </a:lnTo>
                  <a:lnTo>
                    <a:pt x="5588" y="0"/>
                  </a:lnTo>
                  <a:lnTo>
                    <a:pt x="2794" y="0"/>
                  </a:lnTo>
                  <a:lnTo>
                    <a:pt x="0" y="2806"/>
                  </a:lnTo>
                  <a:lnTo>
                    <a:pt x="0" y="9067"/>
                  </a:lnTo>
                  <a:lnTo>
                    <a:pt x="2794" y="11861"/>
                  </a:lnTo>
                  <a:lnTo>
                    <a:pt x="3053016" y="11861"/>
                  </a:lnTo>
                  <a:lnTo>
                    <a:pt x="3055785" y="9067"/>
                  </a:lnTo>
                  <a:lnTo>
                    <a:pt x="3055785" y="2806"/>
                  </a:lnTo>
                  <a:close/>
                </a:path>
                <a:path w="3251200" h="12064">
                  <a:moveTo>
                    <a:pt x="3250666" y="2806"/>
                  </a:moveTo>
                  <a:lnTo>
                    <a:pt x="3247872" y="0"/>
                  </a:lnTo>
                  <a:lnTo>
                    <a:pt x="3136823" y="0"/>
                  </a:lnTo>
                  <a:lnTo>
                    <a:pt x="3133318" y="0"/>
                  </a:lnTo>
                  <a:lnTo>
                    <a:pt x="3130524" y="2806"/>
                  </a:lnTo>
                  <a:lnTo>
                    <a:pt x="3130524" y="9067"/>
                  </a:lnTo>
                  <a:lnTo>
                    <a:pt x="3133318" y="11861"/>
                  </a:lnTo>
                  <a:lnTo>
                    <a:pt x="3247872" y="11861"/>
                  </a:lnTo>
                  <a:lnTo>
                    <a:pt x="3250666" y="9067"/>
                  </a:lnTo>
                  <a:lnTo>
                    <a:pt x="3250666" y="2806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538015" y="2246566"/>
              <a:ext cx="2103120" cy="1305560"/>
            </a:xfrm>
            <a:custGeom>
              <a:avLst/>
              <a:gdLst/>
              <a:ahLst/>
              <a:cxnLst/>
              <a:rect l="l" t="t" r="r" b="b"/>
              <a:pathLst>
                <a:path w="2103120" h="1305560">
                  <a:moveTo>
                    <a:pt x="2103081" y="0"/>
                  </a:moveTo>
                  <a:lnTo>
                    <a:pt x="816521" y="0"/>
                  </a:lnTo>
                  <a:lnTo>
                    <a:pt x="0" y="0"/>
                  </a:lnTo>
                  <a:lnTo>
                    <a:pt x="0" y="1280121"/>
                  </a:lnTo>
                  <a:lnTo>
                    <a:pt x="0" y="1305267"/>
                  </a:lnTo>
                  <a:lnTo>
                    <a:pt x="60756" y="1305267"/>
                  </a:lnTo>
                  <a:lnTo>
                    <a:pt x="429564" y="1305267"/>
                  </a:lnTo>
                  <a:lnTo>
                    <a:pt x="1792960" y="1305267"/>
                  </a:lnTo>
                  <a:lnTo>
                    <a:pt x="1803463" y="1295831"/>
                  </a:lnTo>
                  <a:lnTo>
                    <a:pt x="1814093" y="1286408"/>
                  </a:lnTo>
                  <a:lnTo>
                    <a:pt x="1824990" y="1276972"/>
                  </a:lnTo>
                  <a:lnTo>
                    <a:pt x="1836280" y="1267536"/>
                  </a:lnTo>
                  <a:lnTo>
                    <a:pt x="1838350" y="1259230"/>
                  </a:lnTo>
                  <a:lnTo>
                    <a:pt x="1838350" y="1305267"/>
                  </a:lnTo>
                  <a:lnTo>
                    <a:pt x="2103081" y="1305267"/>
                  </a:lnTo>
                  <a:lnTo>
                    <a:pt x="2103081" y="685800"/>
                  </a:lnTo>
                  <a:lnTo>
                    <a:pt x="1987613" y="685800"/>
                  </a:lnTo>
                  <a:lnTo>
                    <a:pt x="1989607" y="683945"/>
                  </a:lnTo>
                  <a:lnTo>
                    <a:pt x="1999703" y="678116"/>
                  </a:lnTo>
                  <a:lnTo>
                    <a:pt x="2009813" y="674903"/>
                  </a:lnTo>
                  <a:lnTo>
                    <a:pt x="2019274" y="673925"/>
                  </a:lnTo>
                  <a:lnTo>
                    <a:pt x="2030361" y="674281"/>
                  </a:lnTo>
                  <a:lnTo>
                    <a:pt x="2045716" y="675233"/>
                  </a:lnTo>
                  <a:lnTo>
                    <a:pt x="2082101" y="678116"/>
                  </a:lnTo>
                  <a:lnTo>
                    <a:pt x="2096808" y="679513"/>
                  </a:lnTo>
                  <a:lnTo>
                    <a:pt x="2103081" y="679513"/>
                  </a:lnTo>
                  <a:lnTo>
                    <a:pt x="2103081" y="673925"/>
                  </a:lnTo>
                  <a:lnTo>
                    <a:pt x="2103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330975" y="2920491"/>
              <a:ext cx="310515" cy="631825"/>
            </a:xfrm>
            <a:custGeom>
              <a:avLst/>
              <a:gdLst/>
              <a:ahLst/>
              <a:cxnLst/>
              <a:rect l="l" t="t" r="r" b="b"/>
              <a:pathLst>
                <a:path w="310515" h="631825">
                  <a:moveTo>
                    <a:pt x="310121" y="5588"/>
                  </a:moveTo>
                  <a:lnTo>
                    <a:pt x="303847" y="5588"/>
                  </a:lnTo>
                  <a:lnTo>
                    <a:pt x="296849" y="4889"/>
                  </a:lnTo>
                  <a:lnTo>
                    <a:pt x="289166" y="4191"/>
                  </a:lnTo>
                  <a:lnTo>
                    <a:pt x="270598" y="2654"/>
                  </a:lnTo>
                  <a:lnTo>
                    <a:pt x="252755" y="1308"/>
                  </a:lnTo>
                  <a:lnTo>
                    <a:pt x="237401" y="355"/>
                  </a:lnTo>
                  <a:lnTo>
                    <a:pt x="226314" y="0"/>
                  </a:lnTo>
                  <a:lnTo>
                    <a:pt x="216852" y="977"/>
                  </a:lnTo>
                  <a:lnTo>
                    <a:pt x="178358" y="31508"/>
                  </a:lnTo>
                  <a:lnTo>
                    <a:pt x="165392" y="68059"/>
                  </a:lnTo>
                  <a:lnTo>
                    <a:pt x="161798" y="96939"/>
                  </a:lnTo>
                  <a:lnTo>
                    <a:pt x="161010" y="102831"/>
                  </a:lnTo>
                  <a:lnTo>
                    <a:pt x="152539" y="144691"/>
                  </a:lnTo>
                  <a:lnTo>
                    <a:pt x="136804" y="212712"/>
                  </a:lnTo>
                  <a:lnTo>
                    <a:pt x="126682" y="255117"/>
                  </a:lnTo>
                  <a:lnTo>
                    <a:pt x="115252" y="302399"/>
                  </a:lnTo>
                  <a:lnTo>
                    <a:pt x="102641" y="354037"/>
                  </a:lnTo>
                  <a:lnTo>
                    <a:pt x="88988" y="409498"/>
                  </a:lnTo>
                  <a:lnTo>
                    <a:pt x="74460" y="468274"/>
                  </a:lnTo>
                  <a:lnTo>
                    <a:pt x="59194" y="529818"/>
                  </a:lnTo>
                  <a:lnTo>
                    <a:pt x="43319" y="593610"/>
                  </a:lnTo>
                  <a:lnTo>
                    <a:pt x="32029" y="603046"/>
                  </a:lnTo>
                  <a:lnTo>
                    <a:pt x="21132" y="612482"/>
                  </a:lnTo>
                  <a:lnTo>
                    <a:pt x="10502" y="621906"/>
                  </a:lnTo>
                  <a:lnTo>
                    <a:pt x="0" y="631342"/>
                  </a:lnTo>
                  <a:lnTo>
                    <a:pt x="17475" y="631342"/>
                  </a:lnTo>
                  <a:lnTo>
                    <a:pt x="33528" y="631342"/>
                  </a:lnTo>
                  <a:lnTo>
                    <a:pt x="45389" y="631342"/>
                  </a:lnTo>
                  <a:lnTo>
                    <a:pt x="50622" y="611035"/>
                  </a:lnTo>
                  <a:lnTo>
                    <a:pt x="55791" y="591007"/>
                  </a:lnTo>
                  <a:lnTo>
                    <a:pt x="65671" y="551713"/>
                  </a:lnTo>
                  <a:lnTo>
                    <a:pt x="80073" y="493356"/>
                  </a:lnTo>
                  <a:lnTo>
                    <a:pt x="93903" y="437261"/>
                  </a:lnTo>
                  <a:lnTo>
                    <a:pt x="107035" y="383844"/>
                  </a:lnTo>
                  <a:lnTo>
                    <a:pt x="119354" y="333514"/>
                  </a:lnTo>
                  <a:lnTo>
                    <a:pt x="130746" y="286677"/>
                  </a:lnTo>
                  <a:lnTo>
                    <a:pt x="141084" y="243738"/>
                  </a:lnTo>
                  <a:lnTo>
                    <a:pt x="154190" y="188036"/>
                  </a:lnTo>
                  <a:lnTo>
                    <a:pt x="164134" y="143865"/>
                  </a:lnTo>
                  <a:lnTo>
                    <a:pt x="172885" y="101041"/>
                  </a:lnTo>
                  <a:lnTo>
                    <a:pt x="177114" y="70053"/>
                  </a:lnTo>
                  <a:lnTo>
                    <a:pt x="182130" y="51422"/>
                  </a:lnTo>
                  <a:lnTo>
                    <a:pt x="203517" y="19240"/>
                  </a:lnTo>
                  <a:lnTo>
                    <a:pt x="226314" y="11874"/>
                  </a:lnTo>
                  <a:lnTo>
                    <a:pt x="236994" y="12230"/>
                  </a:lnTo>
                  <a:lnTo>
                    <a:pt x="252145" y="13106"/>
                  </a:lnTo>
                  <a:lnTo>
                    <a:pt x="269913" y="14236"/>
                  </a:lnTo>
                  <a:lnTo>
                    <a:pt x="288467" y="15379"/>
                  </a:lnTo>
                  <a:lnTo>
                    <a:pt x="303847" y="16776"/>
                  </a:lnTo>
                  <a:lnTo>
                    <a:pt x="310121" y="17475"/>
                  </a:lnTo>
                  <a:lnTo>
                    <a:pt x="310121" y="558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498213" y="2161552"/>
              <a:ext cx="2183765" cy="1474470"/>
            </a:xfrm>
            <a:custGeom>
              <a:avLst/>
              <a:gdLst/>
              <a:ahLst/>
              <a:cxnLst/>
              <a:rect l="l" t="t" r="r" b="b"/>
              <a:pathLst>
                <a:path w="2183765" h="1474470">
                  <a:moveTo>
                    <a:pt x="2183396" y="0"/>
                  </a:moveTo>
                  <a:lnTo>
                    <a:pt x="2149170" y="0"/>
                  </a:lnTo>
                  <a:lnTo>
                    <a:pt x="2149170" y="80010"/>
                  </a:lnTo>
                  <a:lnTo>
                    <a:pt x="2149170" y="1395730"/>
                  </a:lnTo>
                  <a:lnTo>
                    <a:pt x="34213" y="1395730"/>
                  </a:lnTo>
                  <a:lnTo>
                    <a:pt x="34213" y="80010"/>
                  </a:lnTo>
                  <a:lnTo>
                    <a:pt x="2149170" y="80010"/>
                  </a:lnTo>
                  <a:lnTo>
                    <a:pt x="2149170" y="0"/>
                  </a:lnTo>
                  <a:lnTo>
                    <a:pt x="0" y="0"/>
                  </a:lnTo>
                  <a:lnTo>
                    <a:pt x="0" y="80010"/>
                  </a:lnTo>
                  <a:lnTo>
                    <a:pt x="0" y="1395730"/>
                  </a:lnTo>
                  <a:lnTo>
                    <a:pt x="0" y="1474470"/>
                  </a:lnTo>
                  <a:lnTo>
                    <a:pt x="2183396" y="1474470"/>
                  </a:lnTo>
                  <a:lnTo>
                    <a:pt x="2183396" y="1395869"/>
                  </a:lnTo>
                  <a:lnTo>
                    <a:pt x="2183396" y="1395730"/>
                  </a:lnTo>
                  <a:lnTo>
                    <a:pt x="2183396" y="80010"/>
                  </a:lnTo>
                  <a:lnTo>
                    <a:pt x="2183396" y="79425"/>
                  </a:lnTo>
                  <a:lnTo>
                    <a:pt x="2183396" y="0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491924" y="2155759"/>
              <a:ext cx="2195830" cy="1486535"/>
            </a:xfrm>
            <a:custGeom>
              <a:avLst/>
              <a:gdLst/>
              <a:ahLst/>
              <a:cxnLst/>
              <a:rect l="l" t="t" r="r" b="b"/>
              <a:pathLst>
                <a:path w="2195829" h="1486535">
                  <a:moveTo>
                    <a:pt x="2191095" y="1486151"/>
                  </a:moveTo>
                  <a:lnTo>
                    <a:pt x="4193" y="1486151"/>
                  </a:lnTo>
                  <a:lnTo>
                    <a:pt x="2795" y="1485452"/>
                  </a:lnTo>
                  <a:lnTo>
                    <a:pt x="699" y="1483356"/>
                  </a:lnTo>
                  <a:lnTo>
                    <a:pt x="0" y="1481958"/>
                  </a:lnTo>
                  <a:lnTo>
                    <a:pt x="0" y="4892"/>
                  </a:lnTo>
                  <a:lnTo>
                    <a:pt x="699" y="2795"/>
                  </a:lnTo>
                  <a:lnTo>
                    <a:pt x="2097" y="2096"/>
                  </a:lnTo>
                  <a:lnTo>
                    <a:pt x="2795" y="698"/>
                  </a:lnTo>
                  <a:lnTo>
                    <a:pt x="4193" y="0"/>
                  </a:lnTo>
                  <a:lnTo>
                    <a:pt x="2191095" y="0"/>
                  </a:lnTo>
                  <a:lnTo>
                    <a:pt x="2192493" y="698"/>
                  </a:lnTo>
                  <a:lnTo>
                    <a:pt x="2193872" y="2096"/>
                  </a:lnTo>
                  <a:lnTo>
                    <a:pt x="2195270" y="4892"/>
                  </a:lnTo>
                  <a:lnTo>
                    <a:pt x="2195270" y="11881"/>
                  </a:lnTo>
                  <a:lnTo>
                    <a:pt x="11864" y="11881"/>
                  </a:lnTo>
                  <a:lnTo>
                    <a:pt x="11864" y="1474968"/>
                  </a:lnTo>
                  <a:lnTo>
                    <a:pt x="2195270" y="1474968"/>
                  </a:lnTo>
                  <a:lnTo>
                    <a:pt x="2195270" y="1481958"/>
                  </a:lnTo>
                  <a:lnTo>
                    <a:pt x="2193872" y="1484753"/>
                  </a:lnTo>
                  <a:lnTo>
                    <a:pt x="2191095" y="1486151"/>
                  </a:lnTo>
                  <a:close/>
                </a:path>
                <a:path w="2195829" h="1486535">
                  <a:moveTo>
                    <a:pt x="2195270" y="1474968"/>
                  </a:moveTo>
                  <a:lnTo>
                    <a:pt x="2184105" y="1474968"/>
                  </a:lnTo>
                  <a:lnTo>
                    <a:pt x="2184105" y="11881"/>
                  </a:lnTo>
                  <a:lnTo>
                    <a:pt x="2195270" y="11881"/>
                  </a:lnTo>
                  <a:lnTo>
                    <a:pt x="2195270" y="1474968"/>
                  </a:lnTo>
                  <a:close/>
                </a:path>
                <a:path w="2195829" h="1486535">
                  <a:moveTo>
                    <a:pt x="2156862" y="1407928"/>
                  </a:moveTo>
                  <a:lnTo>
                    <a:pt x="39107" y="1407928"/>
                  </a:lnTo>
                  <a:lnTo>
                    <a:pt x="37709" y="1407229"/>
                  </a:lnTo>
                  <a:lnTo>
                    <a:pt x="36311" y="1405831"/>
                  </a:lnTo>
                  <a:lnTo>
                    <a:pt x="34913" y="1405132"/>
                  </a:lnTo>
                  <a:lnTo>
                    <a:pt x="34913" y="81718"/>
                  </a:lnTo>
                  <a:lnTo>
                    <a:pt x="36311" y="81019"/>
                  </a:lnTo>
                  <a:lnTo>
                    <a:pt x="37709" y="79621"/>
                  </a:lnTo>
                  <a:lnTo>
                    <a:pt x="39107" y="78922"/>
                  </a:lnTo>
                  <a:lnTo>
                    <a:pt x="2156862" y="78922"/>
                  </a:lnTo>
                  <a:lnTo>
                    <a:pt x="2158260" y="79621"/>
                  </a:lnTo>
                  <a:lnTo>
                    <a:pt x="2160357" y="81718"/>
                  </a:lnTo>
                  <a:lnTo>
                    <a:pt x="2161056" y="83115"/>
                  </a:lnTo>
                  <a:lnTo>
                    <a:pt x="2161056" y="90804"/>
                  </a:lnTo>
                  <a:lnTo>
                    <a:pt x="46097" y="90804"/>
                  </a:lnTo>
                  <a:lnTo>
                    <a:pt x="46097" y="1396065"/>
                  </a:lnTo>
                  <a:lnTo>
                    <a:pt x="2161056" y="1396065"/>
                  </a:lnTo>
                  <a:lnTo>
                    <a:pt x="2161056" y="1403054"/>
                  </a:lnTo>
                  <a:lnTo>
                    <a:pt x="2160357" y="1405132"/>
                  </a:lnTo>
                  <a:lnTo>
                    <a:pt x="2158260" y="1407229"/>
                  </a:lnTo>
                  <a:lnTo>
                    <a:pt x="2156862" y="1407928"/>
                  </a:lnTo>
                  <a:close/>
                </a:path>
                <a:path w="2195829" h="1486535">
                  <a:moveTo>
                    <a:pt x="2161056" y="1396065"/>
                  </a:moveTo>
                  <a:lnTo>
                    <a:pt x="2149173" y="1396065"/>
                  </a:lnTo>
                  <a:lnTo>
                    <a:pt x="2149173" y="90804"/>
                  </a:lnTo>
                  <a:lnTo>
                    <a:pt x="2161056" y="90804"/>
                  </a:lnTo>
                  <a:lnTo>
                    <a:pt x="2161056" y="1396065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577828" y="2282171"/>
              <a:ext cx="1492250" cy="116839"/>
            </a:xfrm>
            <a:custGeom>
              <a:avLst/>
              <a:gdLst/>
              <a:ahLst/>
              <a:cxnLst/>
              <a:rect l="l" t="t" r="r" b="b"/>
              <a:pathLst>
                <a:path w="1492250" h="116839">
                  <a:moveTo>
                    <a:pt x="1452115" y="116626"/>
                  </a:moveTo>
                  <a:lnTo>
                    <a:pt x="39126" y="116626"/>
                  </a:lnTo>
                  <a:lnTo>
                    <a:pt x="23870" y="113561"/>
                  </a:lnTo>
                  <a:lnTo>
                    <a:pt x="11436" y="105193"/>
                  </a:lnTo>
                  <a:lnTo>
                    <a:pt x="3066" y="92766"/>
                  </a:lnTo>
                  <a:lnTo>
                    <a:pt x="0" y="77524"/>
                  </a:lnTo>
                  <a:lnTo>
                    <a:pt x="0" y="39101"/>
                  </a:lnTo>
                  <a:lnTo>
                    <a:pt x="3066" y="23859"/>
                  </a:lnTo>
                  <a:lnTo>
                    <a:pt x="11436" y="11433"/>
                  </a:lnTo>
                  <a:lnTo>
                    <a:pt x="23870" y="3065"/>
                  </a:lnTo>
                  <a:lnTo>
                    <a:pt x="39126" y="0"/>
                  </a:lnTo>
                  <a:lnTo>
                    <a:pt x="1452115" y="0"/>
                  </a:lnTo>
                  <a:lnTo>
                    <a:pt x="1467469" y="3065"/>
                  </a:lnTo>
                  <a:lnTo>
                    <a:pt x="1480137" y="11433"/>
                  </a:lnTo>
                  <a:lnTo>
                    <a:pt x="1488746" y="23859"/>
                  </a:lnTo>
                  <a:lnTo>
                    <a:pt x="1491921" y="39101"/>
                  </a:lnTo>
                  <a:lnTo>
                    <a:pt x="1491921" y="77524"/>
                  </a:lnTo>
                  <a:lnTo>
                    <a:pt x="1488746" y="92766"/>
                  </a:lnTo>
                  <a:lnTo>
                    <a:pt x="1480137" y="105193"/>
                  </a:lnTo>
                  <a:lnTo>
                    <a:pt x="1467469" y="113561"/>
                  </a:lnTo>
                  <a:lnTo>
                    <a:pt x="1452115" y="116626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571530" y="2276589"/>
              <a:ext cx="1504315" cy="472440"/>
            </a:xfrm>
            <a:custGeom>
              <a:avLst/>
              <a:gdLst/>
              <a:ahLst/>
              <a:cxnLst/>
              <a:rect l="l" t="t" r="r" b="b"/>
              <a:pathLst>
                <a:path w="1504314" h="472439">
                  <a:moveTo>
                    <a:pt x="342950" y="463029"/>
                  </a:moveTo>
                  <a:lnTo>
                    <a:pt x="340855" y="460235"/>
                  </a:lnTo>
                  <a:lnTo>
                    <a:pt x="30035" y="460235"/>
                  </a:lnTo>
                  <a:lnTo>
                    <a:pt x="27241" y="460235"/>
                  </a:lnTo>
                  <a:lnTo>
                    <a:pt x="24447" y="463029"/>
                  </a:lnTo>
                  <a:lnTo>
                    <a:pt x="24447" y="469315"/>
                  </a:lnTo>
                  <a:lnTo>
                    <a:pt x="27241" y="472097"/>
                  </a:lnTo>
                  <a:lnTo>
                    <a:pt x="340855" y="472097"/>
                  </a:lnTo>
                  <a:lnTo>
                    <a:pt x="342950" y="469315"/>
                  </a:lnTo>
                  <a:lnTo>
                    <a:pt x="342950" y="463029"/>
                  </a:lnTo>
                  <a:close/>
                </a:path>
                <a:path w="1504314" h="472439">
                  <a:moveTo>
                    <a:pt x="342950" y="389699"/>
                  </a:moveTo>
                  <a:lnTo>
                    <a:pt x="340855" y="386905"/>
                  </a:lnTo>
                  <a:lnTo>
                    <a:pt x="30035" y="386905"/>
                  </a:lnTo>
                  <a:lnTo>
                    <a:pt x="27241" y="386905"/>
                  </a:lnTo>
                  <a:lnTo>
                    <a:pt x="24447" y="389699"/>
                  </a:lnTo>
                  <a:lnTo>
                    <a:pt x="24447" y="395986"/>
                  </a:lnTo>
                  <a:lnTo>
                    <a:pt x="27241" y="398780"/>
                  </a:lnTo>
                  <a:lnTo>
                    <a:pt x="340855" y="398780"/>
                  </a:lnTo>
                  <a:lnTo>
                    <a:pt x="342950" y="395986"/>
                  </a:lnTo>
                  <a:lnTo>
                    <a:pt x="342950" y="389699"/>
                  </a:lnTo>
                  <a:close/>
                </a:path>
                <a:path w="1504314" h="472439">
                  <a:moveTo>
                    <a:pt x="342950" y="320560"/>
                  </a:moveTo>
                  <a:lnTo>
                    <a:pt x="340855" y="317766"/>
                  </a:lnTo>
                  <a:lnTo>
                    <a:pt x="30035" y="317766"/>
                  </a:lnTo>
                  <a:lnTo>
                    <a:pt x="27241" y="317766"/>
                  </a:lnTo>
                  <a:lnTo>
                    <a:pt x="24447" y="320560"/>
                  </a:lnTo>
                  <a:lnTo>
                    <a:pt x="24447" y="326847"/>
                  </a:lnTo>
                  <a:lnTo>
                    <a:pt x="27241" y="329628"/>
                  </a:lnTo>
                  <a:lnTo>
                    <a:pt x="340855" y="329628"/>
                  </a:lnTo>
                  <a:lnTo>
                    <a:pt x="342950" y="326847"/>
                  </a:lnTo>
                  <a:lnTo>
                    <a:pt x="342950" y="320560"/>
                  </a:lnTo>
                  <a:close/>
                </a:path>
                <a:path w="1504314" h="472439">
                  <a:moveTo>
                    <a:pt x="342950" y="251421"/>
                  </a:moveTo>
                  <a:lnTo>
                    <a:pt x="340855" y="248627"/>
                  </a:lnTo>
                  <a:lnTo>
                    <a:pt x="30035" y="248627"/>
                  </a:lnTo>
                  <a:lnTo>
                    <a:pt x="27241" y="248627"/>
                  </a:lnTo>
                  <a:lnTo>
                    <a:pt x="24447" y="251421"/>
                  </a:lnTo>
                  <a:lnTo>
                    <a:pt x="24447" y="257695"/>
                  </a:lnTo>
                  <a:lnTo>
                    <a:pt x="27241" y="260489"/>
                  </a:lnTo>
                  <a:lnTo>
                    <a:pt x="340855" y="260489"/>
                  </a:lnTo>
                  <a:lnTo>
                    <a:pt x="342950" y="257695"/>
                  </a:lnTo>
                  <a:lnTo>
                    <a:pt x="342950" y="251421"/>
                  </a:lnTo>
                  <a:close/>
                </a:path>
                <a:path w="1504314" h="472439">
                  <a:moveTo>
                    <a:pt x="709663" y="463029"/>
                  </a:moveTo>
                  <a:lnTo>
                    <a:pt x="707567" y="460235"/>
                  </a:lnTo>
                  <a:lnTo>
                    <a:pt x="396748" y="460235"/>
                  </a:lnTo>
                  <a:lnTo>
                    <a:pt x="393941" y="460235"/>
                  </a:lnTo>
                  <a:lnTo>
                    <a:pt x="391147" y="463029"/>
                  </a:lnTo>
                  <a:lnTo>
                    <a:pt x="391147" y="469315"/>
                  </a:lnTo>
                  <a:lnTo>
                    <a:pt x="393941" y="472097"/>
                  </a:lnTo>
                  <a:lnTo>
                    <a:pt x="707567" y="472097"/>
                  </a:lnTo>
                  <a:lnTo>
                    <a:pt x="709663" y="469315"/>
                  </a:lnTo>
                  <a:lnTo>
                    <a:pt x="709663" y="463029"/>
                  </a:lnTo>
                  <a:close/>
                </a:path>
                <a:path w="1504314" h="472439">
                  <a:moveTo>
                    <a:pt x="709663" y="389699"/>
                  </a:moveTo>
                  <a:lnTo>
                    <a:pt x="707567" y="386905"/>
                  </a:lnTo>
                  <a:lnTo>
                    <a:pt x="396748" y="386905"/>
                  </a:lnTo>
                  <a:lnTo>
                    <a:pt x="393941" y="386905"/>
                  </a:lnTo>
                  <a:lnTo>
                    <a:pt x="391147" y="389699"/>
                  </a:lnTo>
                  <a:lnTo>
                    <a:pt x="391147" y="395986"/>
                  </a:lnTo>
                  <a:lnTo>
                    <a:pt x="393941" y="398780"/>
                  </a:lnTo>
                  <a:lnTo>
                    <a:pt x="707567" y="398780"/>
                  </a:lnTo>
                  <a:lnTo>
                    <a:pt x="709663" y="395986"/>
                  </a:lnTo>
                  <a:lnTo>
                    <a:pt x="709663" y="389699"/>
                  </a:lnTo>
                  <a:close/>
                </a:path>
                <a:path w="1504314" h="472439">
                  <a:moveTo>
                    <a:pt x="709663" y="320560"/>
                  </a:moveTo>
                  <a:lnTo>
                    <a:pt x="707567" y="317766"/>
                  </a:lnTo>
                  <a:lnTo>
                    <a:pt x="396748" y="317766"/>
                  </a:lnTo>
                  <a:lnTo>
                    <a:pt x="393941" y="317766"/>
                  </a:lnTo>
                  <a:lnTo>
                    <a:pt x="391147" y="320560"/>
                  </a:lnTo>
                  <a:lnTo>
                    <a:pt x="391147" y="326847"/>
                  </a:lnTo>
                  <a:lnTo>
                    <a:pt x="393941" y="329628"/>
                  </a:lnTo>
                  <a:lnTo>
                    <a:pt x="707567" y="329628"/>
                  </a:lnTo>
                  <a:lnTo>
                    <a:pt x="709663" y="326847"/>
                  </a:lnTo>
                  <a:lnTo>
                    <a:pt x="709663" y="320560"/>
                  </a:lnTo>
                  <a:close/>
                </a:path>
                <a:path w="1504314" h="472439">
                  <a:moveTo>
                    <a:pt x="709663" y="251421"/>
                  </a:moveTo>
                  <a:lnTo>
                    <a:pt x="707567" y="248627"/>
                  </a:lnTo>
                  <a:lnTo>
                    <a:pt x="396748" y="248627"/>
                  </a:lnTo>
                  <a:lnTo>
                    <a:pt x="393941" y="248627"/>
                  </a:lnTo>
                  <a:lnTo>
                    <a:pt x="391147" y="251421"/>
                  </a:lnTo>
                  <a:lnTo>
                    <a:pt x="391147" y="257695"/>
                  </a:lnTo>
                  <a:lnTo>
                    <a:pt x="393941" y="260489"/>
                  </a:lnTo>
                  <a:lnTo>
                    <a:pt x="707567" y="260489"/>
                  </a:lnTo>
                  <a:lnTo>
                    <a:pt x="709663" y="257695"/>
                  </a:lnTo>
                  <a:lnTo>
                    <a:pt x="709663" y="251421"/>
                  </a:lnTo>
                  <a:close/>
                </a:path>
                <a:path w="1504314" h="472439">
                  <a:moveTo>
                    <a:pt x="1076350" y="463029"/>
                  </a:moveTo>
                  <a:lnTo>
                    <a:pt x="1074242" y="460235"/>
                  </a:lnTo>
                  <a:lnTo>
                    <a:pt x="763422" y="460235"/>
                  </a:lnTo>
                  <a:lnTo>
                    <a:pt x="760628" y="460235"/>
                  </a:lnTo>
                  <a:lnTo>
                    <a:pt x="757859" y="463029"/>
                  </a:lnTo>
                  <a:lnTo>
                    <a:pt x="757859" y="469315"/>
                  </a:lnTo>
                  <a:lnTo>
                    <a:pt x="760628" y="472097"/>
                  </a:lnTo>
                  <a:lnTo>
                    <a:pt x="1074242" y="472097"/>
                  </a:lnTo>
                  <a:lnTo>
                    <a:pt x="1076350" y="469315"/>
                  </a:lnTo>
                  <a:lnTo>
                    <a:pt x="1076350" y="463029"/>
                  </a:lnTo>
                  <a:close/>
                </a:path>
                <a:path w="1504314" h="472439">
                  <a:moveTo>
                    <a:pt x="1076350" y="389699"/>
                  </a:moveTo>
                  <a:lnTo>
                    <a:pt x="1074242" y="386905"/>
                  </a:lnTo>
                  <a:lnTo>
                    <a:pt x="763422" y="386905"/>
                  </a:lnTo>
                  <a:lnTo>
                    <a:pt x="760628" y="386905"/>
                  </a:lnTo>
                  <a:lnTo>
                    <a:pt x="757859" y="389699"/>
                  </a:lnTo>
                  <a:lnTo>
                    <a:pt x="757859" y="395986"/>
                  </a:lnTo>
                  <a:lnTo>
                    <a:pt x="760628" y="398780"/>
                  </a:lnTo>
                  <a:lnTo>
                    <a:pt x="1074242" y="398780"/>
                  </a:lnTo>
                  <a:lnTo>
                    <a:pt x="1076350" y="395986"/>
                  </a:lnTo>
                  <a:lnTo>
                    <a:pt x="1076350" y="389699"/>
                  </a:lnTo>
                  <a:close/>
                </a:path>
                <a:path w="1504314" h="472439">
                  <a:moveTo>
                    <a:pt x="1076350" y="320560"/>
                  </a:moveTo>
                  <a:lnTo>
                    <a:pt x="1074242" y="317766"/>
                  </a:lnTo>
                  <a:lnTo>
                    <a:pt x="763422" y="317766"/>
                  </a:lnTo>
                  <a:lnTo>
                    <a:pt x="760628" y="317766"/>
                  </a:lnTo>
                  <a:lnTo>
                    <a:pt x="757859" y="320560"/>
                  </a:lnTo>
                  <a:lnTo>
                    <a:pt x="757859" y="326847"/>
                  </a:lnTo>
                  <a:lnTo>
                    <a:pt x="760628" y="329628"/>
                  </a:lnTo>
                  <a:lnTo>
                    <a:pt x="1074242" y="329628"/>
                  </a:lnTo>
                  <a:lnTo>
                    <a:pt x="1076350" y="326847"/>
                  </a:lnTo>
                  <a:lnTo>
                    <a:pt x="1076350" y="320560"/>
                  </a:lnTo>
                  <a:close/>
                </a:path>
                <a:path w="1504314" h="472439">
                  <a:moveTo>
                    <a:pt x="1076350" y="251421"/>
                  </a:moveTo>
                  <a:lnTo>
                    <a:pt x="1074242" y="248627"/>
                  </a:lnTo>
                  <a:lnTo>
                    <a:pt x="763422" y="248627"/>
                  </a:lnTo>
                  <a:lnTo>
                    <a:pt x="760628" y="248627"/>
                  </a:lnTo>
                  <a:lnTo>
                    <a:pt x="757859" y="251421"/>
                  </a:lnTo>
                  <a:lnTo>
                    <a:pt x="757859" y="257695"/>
                  </a:lnTo>
                  <a:lnTo>
                    <a:pt x="760628" y="260489"/>
                  </a:lnTo>
                  <a:lnTo>
                    <a:pt x="1074242" y="260489"/>
                  </a:lnTo>
                  <a:lnTo>
                    <a:pt x="1076350" y="257695"/>
                  </a:lnTo>
                  <a:lnTo>
                    <a:pt x="1076350" y="251421"/>
                  </a:lnTo>
                  <a:close/>
                </a:path>
                <a:path w="1504314" h="472439">
                  <a:moveTo>
                    <a:pt x="1443050" y="463029"/>
                  </a:moveTo>
                  <a:lnTo>
                    <a:pt x="1440954" y="460235"/>
                  </a:lnTo>
                  <a:lnTo>
                    <a:pt x="1130134" y="460235"/>
                  </a:lnTo>
                  <a:lnTo>
                    <a:pt x="1127340" y="460235"/>
                  </a:lnTo>
                  <a:lnTo>
                    <a:pt x="1124534" y="463029"/>
                  </a:lnTo>
                  <a:lnTo>
                    <a:pt x="1124534" y="469315"/>
                  </a:lnTo>
                  <a:lnTo>
                    <a:pt x="1127340" y="472097"/>
                  </a:lnTo>
                  <a:lnTo>
                    <a:pt x="1440954" y="472097"/>
                  </a:lnTo>
                  <a:lnTo>
                    <a:pt x="1443050" y="469315"/>
                  </a:lnTo>
                  <a:lnTo>
                    <a:pt x="1443050" y="463029"/>
                  </a:lnTo>
                  <a:close/>
                </a:path>
                <a:path w="1504314" h="472439">
                  <a:moveTo>
                    <a:pt x="1443050" y="389699"/>
                  </a:moveTo>
                  <a:lnTo>
                    <a:pt x="1440954" y="386905"/>
                  </a:lnTo>
                  <a:lnTo>
                    <a:pt x="1130134" y="386905"/>
                  </a:lnTo>
                  <a:lnTo>
                    <a:pt x="1127340" y="386905"/>
                  </a:lnTo>
                  <a:lnTo>
                    <a:pt x="1124534" y="389699"/>
                  </a:lnTo>
                  <a:lnTo>
                    <a:pt x="1124534" y="395986"/>
                  </a:lnTo>
                  <a:lnTo>
                    <a:pt x="1127340" y="398780"/>
                  </a:lnTo>
                  <a:lnTo>
                    <a:pt x="1440954" y="398780"/>
                  </a:lnTo>
                  <a:lnTo>
                    <a:pt x="1443050" y="395986"/>
                  </a:lnTo>
                  <a:lnTo>
                    <a:pt x="1443050" y="389699"/>
                  </a:lnTo>
                  <a:close/>
                </a:path>
                <a:path w="1504314" h="472439">
                  <a:moveTo>
                    <a:pt x="1443050" y="320560"/>
                  </a:moveTo>
                  <a:lnTo>
                    <a:pt x="1440954" y="317766"/>
                  </a:lnTo>
                  <a:lnTo>
                    <a:pt x="1130134" y="317766"/>
                  </a:lnTo>
                  <a:lnTo>
                    <a:pt x="1127340" y="317766"/>
                  </a:lnTo>
                  <a:lnTo>
                    <a:pt x="1124534" y="320560"/>
                  </a:lnTo>
                  <a:lnTo>
                    <a:pt x="1124534" y="326847"/>
                  </a:lnTo>
                  <a:lnTo>
                    <a:pt x="1127340" y="329628"/>
                  </a:lnTo>
                  <a:lnTo>
                    <a:pt x="1440954" y="329628"/>
                  </a:lnTo>
                  <a:lnTo>
                    <a:pt x="1443050" y="326847"/>
                  </a:lnTo>
                  <a:lnTo>
                    <a:pt x="1443050" y="320560"/>
                  </a:lnTo>
                  <a:close/>
                </a:path>
                <a:path w="1504314" h="472439">
                  <a:moveTo>
                    <a:pt x="1443050" y="251421"/>
                  </a:moveTo>
                  <a:lnTo>
                    <a:pt x="1440954" y="248627"/>
                  </a:lnTo>
                  <a:lnTo>
                    <a:pt x="1130134" y="248627"/>
                  </a:lnTo>
                  <a:lnTo>
                    <a:pt x="1127340" y="248627"/>
                  </a:lnTo>
                  <a:lnTo>
                    <a:pt x="1124534" y="251421"/>
                  </a:lnTo>
                  <a:lnTo>
                    <a:pt x="1124534" y="257695"/>
                  </a:lnTo>
                  <a:lnTo>
                    <a:pt x="1127340" y="260489"/>
                  </a:lnTo>
                  <a:lnTo>
                    <a:pt x="1440954" y="260489"/>
                  </a:lnTo>
                  <a:lnTo>
                    <a:pt x="1443050" y="257695"/>
                  </a:lnTo>
                  <a:lnTo>
                    <a:pt x="1443050" y="251421"/>
                  </a:lnTo>
                  <a:close/>
                </a:path>
                <a:path w="1504314" h="472439">
                  <a:moveTo>
                    <a:pt x="1503807" y="44691"/>
                  </a:moveTo>
                  <a:lnTo>
                    <a:pt x="1500251" y="27393"/>
                  </a:lnTo>
                  <a:lnTo>
                    <a:pt x="1491945" y="15252"/>
                  </a:lnTo>
                  <a:lnTo>
                    <a:pt x="1491945" y="44691"/>
                  </a:lnTo>
                  <a:lnTo>
                    <a:pt x="1491945" y="83108"/>
                  </a:lnTo>
                  <a:lnTo>
                    <a:pt x="1489354" y="96304"/>
                  </a:lnTo>
                  <a:lnTo>
                    <a:pt x="1482242" y="106934"/>
                  </a:lnTo>
                  <a:lnTo>
                    <a:pt x="1471599" y="114033"/>
                  </a:lnTo>
                  <a:lnTo>
                    <a:pt x="1458404" y="116624"/>
                  </a:lnTo>
                  <a:lnTo>
                    <a:pt x="45415" y="116624"/>
                  </a:lnTo>
                  <a:lnTo>
                    <a:pt x="32512" y="114033"/>
                  </a:lnTo>
                  <a:lnTo>
                    <a:pt x="21831" y="106934"/>
                  </a:lnTo>
                  <a:lnTo>
                    <a:pt x="14566" y="96304"/>
                  </a:lnTo>
                  <a:lnTo>
                    <a:pt x="11887" y="83108"/>
                  </a:lnTo>
                  <a:lnTo>
                    <a:pt x="11887" y="44691"/>
                  </a:lnTo>
                  <a:lnTo>
                    <a:pt x="14566" y="31902"/>
                  </a:lnTo>
                  <a:lnTo>
                    <a:pt x="21831" y="21475"/>
                  </a:lnTo>
                  <a:lnTo>
                    <a:pt x="32512" y="14452"/>
                  </a:lnTo>
                  <a:lnTo>
                    <a:pt x="45415" y="11874"/>
                  </a:lnTo>
                  <a:lnTo>
                    <a:pt x="1458404" y="11874"/>
                  </a:lnTo>
                  <a:lnTo>
                    <a:pt x="1471599" y="14452"/>
                  </a:lnTo>
                  <a:lnTo>
                    <a:pt x="1482242" y="21475"/>
                  </a:lnTo>
                  <a:lnTo>
                    <a:pt x="1489354" y="31902"/>
                  </a:lnTo>
                  <a:lnTo>
                    <a:pt x="1491945" y="44691"/>
                  </a:lnTo>
                  <a:lnTo>
                    <a:pt x="1491945" y="15252"/>
                  </a:lnTo>
                  <a:lnTo>
                    <a:pt x="1490535" y="13182"/>
                  </a:lnTo>
                  <a:lnTo>
                    <a:pt x="1488592" y="11874"/>
                  </a:lnTo>
                  <a:lnTo>
                    <a:pt x="1476108" y="3543"/>
                  </a:lnTo>
                  <a:lnTo>
                    <a:pt x="1458404" y="0"/>
                  </a:lnTo>
                  <a:lnTo>
                    <a:pt x="45415" y="0"/>
                  </a:lnTo>
                  <a:lnTo>
                    <a:pt x="27711" y="3543"/>
                  </a:lnTo>
                  <a:lnTo>
                    <a:pt x="13284" y="13182"/>
                  </a:lnTo>
                  <a:lnTo>
                    <a:pt x="3556" y="27393"/>
                  </a:lnTo>
                  <a:lnTo>
                    <a:pt x="0" y="44691"/>
                  </a:lnTo>
                  <a:lnTo>
                    <a:pt x="0" y="83108"/>
                  </a:lnTo>
                  <a:lnTo>
                    <a:pt x="3556" y="100812"/>
                  </a:lnTo>
                  <a:lnTo>
                    <a:pt x="13284" y="115239"/>
                  </a:lnTo>
                  <a:lnTo>
                    <a:pt x="27711" y="124955"/>
                  </a:lnTo>
                  <a:lnTo>
                    <a:pt x="45415" y="128511"/>
                  </a:lnTo>
                  <a:lnTo>
                    <a:pt x="1458404" y="128511"/>
                  </a:lnTo>
                  <a:lnTo>
                    <a:pt x="1476108" y="124955"/>
                  </a:lnTo>
                  <a:lnTo>
                    <a:pt x="1488478" y="116624"/>
                  </a:lnTo>
                  <a:lnTo>
                    <a:pt x="1490535" y="115239"/>
                  </a:lnTo>
                  <a:lnTo>
                    <a:pt x="1500251" y="100812"/>
                  </a:lnTo>
                  <a:lnTo>
                    <a:pt x="1503807" y="83108"/>
                  </a:lnTo>
                  <a:lnTo>
                    <a:pt x="1503807" y="44691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780394" y="2899364"/>
              <a:ext cx="1129665" cy="341630"/>
            </a:xfrm>
            <a:custGeom>
              <a:avLst/>
              <a:gdLst/>
              <a:ahLst/>
              <a:cxnLst/>
              <a:rect l="l" t="t" r="r" b="b"/>
              <a:pathLst>
                <a:path w="1129664" h="341630">
                  <a:moveTo>
                    <a:pt x="7858" y="341153"/>
                  </a:moveTo>
                  <a:lnTo>
                    <a:pt x="4703" y="341153"/>
                  </a:lnTo>
                  <a:lnTo>
                    <a:pt x="3135" y="340624"/>
                  </a:lnTo>
                  <a:lnTo>
                    <a:pt x="2096" y="339585"/>
                  </a:lnTo>
                  <a:lnTo>
                    <a:pt x="0" y="336789"/>
                  </a:lnTo>
                  <a:lnTo>
                    <a:pt x="0" y="333295"/>
                  </a:lnTo>
                  <a:lnTo>
                    <a:pt x="2096" y="331198"/>
                  </a:lnTo>
                  <a:lnTo>
                    <a:pt x="264116" y="69212"/>
                  </a:lnTo>
                  <a:lnTo>
                    <a:pt x="265816" y="68513"/>
                  </a:lnTo>
                  <a:lnTo>
                    <a:pt x="268745" y="68513"/>
                  </a:lnTo>
                  <a:lnTo>
                    <a:pt x="270030" y="69042"/>
                  </a:lnTo>
                  <a:lnTo>
                    <a:pt x="270993" y="70006"/>
                  </a:lnTo>
                  <a:lnTo>
                    <a:pt x="458879" y="239015"/>
                  </a:lnTo>
                  <a:lnTo>
                    <a:pt x="617444" y="95148"/>
                  </a:lnTo>
                  <a:lnTo>
                    <a:pt x="618596" y="93996"/>
                  </a:lnTo>
                  <a:lnTo>
                    <a:pt x="619957" y="93486"/>
                  </a:lnTo>
                  <a:lnTo>
                    <a:pt x="622394" y="93486"/>
                  </a:lnTo>
                  <a:lnTo>
                    <a:pt x="623490" y="93826"/>
                  </a:lnTo>
                  <a:lnTo>
                    <a:pt x="624415" y="94449"/>
                  </a:lnTo>
                  <a:lnTo>
                    <a:pt x="861195" y="273243"/>
                  </a:lnTo>
                  <a:lnTo>
                    <a:pt x="1118945" y="1567"/>
                  </a:lnTo>
                  <a:lnTo>
                    <a:pt x="1119984" y="528"/>
                  </a:lnTo>
                  <a:lnTo>
                    <a:pt x="1121383" y="0"/>
                  </a:lnTo>
                  <a:lnTo>
                    <a:pt x="1122781" y="0"/>
                  </a:lnTo>
                  <a:lnTo>
                    <a:pt x="1124179" y="0"/>
                  </a:lnTo>
                  <a:lnTo>
                    <a:pt x="1125577" y="528"/>
                  </a:lnTo>
                  <a:lnTo>
                    <a:pt x="1126616" y="1567"/>
                  </a:lnTo>
                  <a:lnTo>
                    <a:pt x="1129412" y="3664"/>
                  </a:lnTo>
                  <a:lnTo>
                    <a:pt x="1129412" y="7159"/>
                  </a:lnTo>
                  <a:lnTo>
                    <a:pt x="1127315" y="9954"/>
                  </a:lnTo>
                  <a:lnTo>
                    <a:pt x="866088" y="285106"/>
                  </a:lnTo>
                  <a:lnTo>
                    <a:pt x="865333" y="286258"/>
                  </a:lnTo>
                  <a:lnTo>
                    <a:pt x="863915" y="286787"/>
                  </a:lnTo>
                  <a:lnTo>
                    <a:pt x="861063" y="286787"/>
                  </a:lnTo>
                  <a:lnTo>
                    <a:pt x="859665" y="286428"/>
                  </a:lnTo>
                  <a:lnTo>
                    <a:pt x="858418" y="285805"/>
                  </a:lnTo>
                  <a:lnTo>
                    <a:pt x="621638" y="107030"/>
                  </a:lnTo>
                  <a:lnTo>
                    <a:pt x="463073" y="250896"/>
                  </a:lnTo>
                  <a:lnTo>
                    <a:pt x="461675" y="251935"/>
                  </a:lnTo>
                  <a:lnTo>
                    <a:pt x="460277" y="252464"/>
                  </a:lnTo>
                  <a:lnTo>
                    <a:pt x="457481" y="252464"/>
                  </a:lnTo>
                  <a:lnTo>
                    <a:pt x="456083" y="251935"/>
                  </a:lnTo>
                  <a:lnTo>
                    <a:pt x="454704" y="250896"/>
                  </a:lnTo>
                  <a:lnTo>
                    <a:pt x="267498" y="82586"/>
                  </a:lnTo>
                  <a:lnTo>
                    <a:pt x="9427" y="340624"/>
                  </a:lnTo>
                  <a:lnTo>
                    <a:pt x="7858" y="34115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7387" y="2933763"/>
              <a:ext cx="80330" cy="8030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1508" y="2958206"/>
              <a:ext cx="80331" cy="80301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2482" y="3140476"/>
              <a:ext cx="80330" cy="80320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8116" y="2864625"/>
              <a:ext cx="80330" cy="81000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46161" y="3194256"/>
              <a:ext cx="81029" cy="80301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8768" y="3095782"/>
              <a:ext cx="81030" cy="8032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6144489" y="2280074"/>
              <a:ext cx="40005" cy="1248410"/>
            </a:xfrm>
            <a:custGeom>
              <a:avLst/>
              <a:gdLst/>
              <a:ahLst/>
              <a:cxnLst/>
              <a:rect l="l" t="t" r="r" b="b"/>
              <a:pathLst>
                <a:path w="40004" h="1248410">
                  <a:moveTo>
                    <a:pt x="19553" y="1248005"/>
                  </a:moveTo>
                  <a:lnTo>
                    <a:pt x="12083" y="1246422"/>
                  </a:lnTo>
                  <a:lnTo>
                    <a:pt x="5852" y="1242154"/>
                  </a:lnTo>
                  <a:lnTo>
                    <a:pt x="1583" y="1235924"/>
                  </a:lnTo>
                  <a:lnTo>
                    <a:pt x="0" y="1228454"/>
                  </a:lnTo>
                  <a:lnTo>
                    <a:pt x="0" y="20249"/>
                  </a:lnTo>
                  <a:lnTo>
                    <a:pt x="1583" y="12376"/>
                  </a:lnTo>
                  <a:lnTo>
                    <a:pt x="5852" y="5938"/>
                  </a:lnTo>
                  <a:lnTo>
                    <a:pt x="12083" y="1594"/>
                  </a:lnTo>
                  <a:lnTo>
                    <a:pt x="19553" y="0"/>
                  </a:lnTo>
                  <a:lnTo>
                    <a:pt x="27439" y="1594"/>
                  </a:lnTo>
                  <a:lnTo>
                    <a:pt x="33883" y="5938"/>
                  </a:lnTo>
                  <a:lnTo>
                    <a:pt x="38230" y="12376"/>
                  </a:lnTo>
                  <a:lnTo>
                    <a:pt x="39825" y="20249"/>
                  </a:lnTo>
                  <a:lnTo>
                    <a:pt x="39825" y="1228454"/>
                  </a:lnTo>
                  <a:lnTo>
                    <a:pt x="38230" y="1235924"/>
                  </a:lnTo>
                  <a:lnTo>
                    <a:pt x="33883" y="1242154"/>
                  </a:lnTo>
                  <a:lnTo>
                    <a:pt x="27439" y="1246422"/>
                  </a:lnTo>
                  <a:lnTo>
                    <a:pt x="19553" y="1248005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138888" y="2274493"/>
              <a:ext cx="471170" cy="1259205"/>
            </a:xfrm>
            <a:custGeom>
              <a:avLst/>
              <a:gdLst/>
              <a:ahLst/>
              <a:cxnLst/>
              <a:rect l="l" t="t" r="r" b="b"/>
              <a:pathLst>
                <a:path w="471170" h="1259204">
                  <a:moveTo>
                    <a:pt x="50990" y="25831"/>
                  </a:moveTo>
                  <a:lnTo>
                    <a:pt x="49022" y="15621"/>
                  </a:lnTo>
                  <a:lnTo>
                    <a:pt x="46532" y="11874"/>
                  </a:lnTo>
                  <a:lnTo>
                    <a:pt x="43573" y="7416"/>
                  </a:lnTo>
                  <a:lnTo>
                    <a:pt x="39128" y="4470"/>
                  </a:lnTo>
                  <a:lnTo>
                    <a:pt x="39128" y="18173"/>
                  </a:lnTo>
                  <a:lnTo>
                    <a:pt x="39128" y="1241717"/>
                  </a:lnTo>
                  <a:lnTo>
                    <a:pt x="32842" y="1248003"/>
                  </a:lnTo>
                  <a:lnTo>
                    <a:pt x="17475" y="1248003"/>
                  </a:lnTo>
                  <a:lnTo>
                    <a:pt x="11188" y="1241717"/>
                  </a:lnTo>
                  <a:lnTo>
                    <a:pt x="11188" y="18173"/>
                  </a:lnTo>
                  <a:lnTo>
                    <a:pt x="17475" y="11874"/>
                  </a:lnTo>
                  <a:lnTo>
                    <a:pt x="32842" y="11874"/>
                  </a:lnTo>
                  <a:lnTo>
                    <a:pt x="39128" y="18173"/>
                  </a:lnTo>
                  <a:lnTo>
                    <a:pt x="39128" y="4470"/>
                  </a:lnTo>
                  <a:lnTo>
                    <a:pt x="35382" y="1968"/>
                  </a:lnTo>
                  <a:lnTo>
                    <a:pt x="25146" y="0"/>
                  </a:lnTo>
                  <a:lnTo>
                    <a:pt x="15328" y="1968"/>
                  </a:lnTo>
                  <a:lnTo>
                    <a:pt x="7340" y="7416"/>
                  </a:lnTo>
                  <a:lnTo>
                    <a:pt x="1968" y="15621"/>
                  </a:lnTo>
                  <a:lnTo>
                    <a:pt x="0" y="25831"/>
                  </a:lnTo>
                  <a:lnTo>
                    <a:pt x="0" y="1234046"/>
                  </a:lnTo>
                  <a:lnTo>
                    <a:pt x="1968" y="1243863"/>
                  </a:lnTo>
                  <a:lnTo>
                    <a:pt x="7340" y="1251851"/>
                  </a:lnTo>
                  <a:lnTo>
                    <a:pt x="15328" y="1257223"/>
                  </a:lnTo>
                  <a:lnTo>
                    <a:pt x="25146" y="1259179"/>
                  </a:lnTo>
                  <a:lnTo>
                    <a:pt x="35382" y="1257223"/>
                  </a:lnTo>
                  <a:lnTo>
                    <a:pt x="43573" y="1251851"/>
                  </a:lnTo>
                  <a:lnTo>
                    <a:pt x="46202" y="1248003"/>
                  </a:lnTo>
                  <a:lnTo>
                    <a:pt x="49022" y="1243863"/>
                  </a:lnTo>
                  <a:lnTo>
                    <a:pt x="50990" y="1234046"/>
                  </a:lnTo>
                  <a:lnTo>
                    <a:pt x="50990" y="25831"/>
                  </a:lnTo>
                  <a:close/>
                </a:path>
                <a:path w="471170" h="1259204">
                  <a:moveTo>
                    <a:pt x="136918" y="1099248"/>
                  </a:moveTo>
                  <a:lnTo>
                    <a:pt x="134823" y="1096441"/>
                  </a:lnTo>
                  <a:lnTo>
                    <a:pt x="85928" y="1096441"/>
                  </a:lnTo>
                  <a:lnTo>
                    <a:pt x="82435" y="1096441"/>
                  </a:lnTo>
                  <a:lnTo>
                    <a:pt x="79629" y="1099248"/>
                  </a:lnTo>
                  <a:lnTo>
                    <a:pt x="79629" y="1105535"/>
                  </a:lnTo>
                  <a:lnTo>
                    <a:pt x="82435" y="1108329"/>
                  </a:lnTo>
                  <a:lnTo>
                    <a:pt x="134823" y="1108329"/>
                  </a:lnTo>
                  <a:lnTo>
                    <a:pt x="136918" y="1105535"/>
                  </a:lnTo>
                  <a:lnTo>
                    <a:pt x="136918" y="1099248"/>
                  </a:lnTo>
                  <a:close/>
                </a:path>
                <a:path w="471170" h="1259204">
                  <a:moveTo>
                    <a:pt x="136918" y="872972"/>
                  </a:moveTo>
                  <a:lnTo>
                    <a:pt x="134823" y="870178"/>
                  </a:lnTo>
                  <a:lnTo>
                    <a:pt x="85928" y="870178"/>
                  </a:lnTo>
                  <a:lnTo>
                    <a:pt x="82435" y="870178"/>
                  </a:lnTo>
                  <a:lnTo>
                    <a:pt x="79629" y="872972"/>
                  </a:lnTo>
                  <a:lnTo>
                    <a:pt x="79629" y="879246"/>
                  </a:lnTo>
                  <a:lnTo>
                    <a:pt x="82435" y="882040"/>
                  </a:lnTo>
                  <a:lnTo>
                    <a:pt x="134823" y="882040"/>
                  </a:lnTo>
                  <a:lnTo>
                    <a:pt x="136918" y="879246"/>
                  </a:lnTo>
                  <a:lnTo>
                    <a:pt x="136918" y="872972"/>
                  </a:lnTo>
                  <a:close/>
                </a:path>
                <a:path w="471170" h="1259204">
                  <a:moveTo>
                    <a:pt x="136918" y="646696"/>
                  </a:moveTo>
                  <a:lnTo>
                    <a:pt x="134823" y="643902"/>
                  </a:lnTo>
                  <a:lnTo>
                    <a:pt x="85928" y="643902"/>
                  </a:lnTo>
                  <a:lnTo>
                    <a:pt x="82435" y="643902"/>
                  </a:lnTo>
                  <a:lnTo>
                    <a:pt x="79629" y="646696"/>
                  </a:lnTo>
                  <a:lnTo>
                    <a:pt x="79629" y="652983"/>
                  </a:lnTo>
                  <a:lnTo>
                    <a:pt x="82435" y="655777"/>
                  </a:lnTo>
                  <a:lnTo>
                    <a:pt x="134823" y="655777"/>
                  </a:lnTo>
                  <a:lnTo>
                    <a:pt x="136918" y="652983"/>
                  </a:lnTo>
                  <a:lnTo>
                    <a:pt x="136918" y="646696"/>
                  </a:lnTo>
                  <a:close/>
                </a:path>
                <a:path w="471170" h="1259204">
                  <a:moveTo>
                    <a:pt x="136918" y="420433"/>
                  </a:moveTo>
                  <a:lnTo>
                    <a:pt x="134823" y="418338"/>
                  </a:lnTo>
                  <a:lnTo>
                    <a:pt x="85928" y="418338"/>
                  </a:lnTo>
                  <a:lnTo>
                    <a:pt x="82435" y="418338"/>
                  </a:lnTo>
                  <a:lnTo>
                    <a:pt x="79629" y="420433"/>
                  </a:lnTo>
                  <a:lnTo>
                    <a:pt x="79629" y="426707"/>
                  </a:lnTo>
                  <a:lnTo>
                    <a:pt x="82435" y="429501"/>
                  </a:lnTo>
                  <a:lnTo>
                    <a:pt x="134823" y="429501"/>
                  </a:lnTo>
                  <a:lnTo>
                    <a:pt x="136918" y="426707"/>
                  </a:lnTo>
                  <a:lnTo>
                    <a:pt x="136918" y="420433"/>
                  </a:lnTo>
                  <a:close/>
                </a:path>
                <a:path w="471170" h="1259204">
                  <a:moveTo>
                    <a:pt x="169037" y="923963"/>
                  </a:moveTo>
                  <a:lnTo>
                    <a:pt x="166243" y="921867"/>
                  </a:lnTo>
                  <a:lnTo>
                    <a:pt x="85928" y="921867"/>
                  </a:lnTo>
                  <a:lnTo>
                    <a:pt x="82435" y="921867"/>
                  </a:lnTo>
                  <a:lnTo>
                    <a:pt x="79629" y="923963"/>
                  </a:lnTo>
                  <a:lnTo>
                    <a:pt x="79629" y="930935"/>
                  </a:lnTo>
                  <a:lnTo>
                    <a:pt x="82435" y="933030"/>
                  </a:lnTo>
                  <a:lnTo>
                    <a:pt x="166243" y="933030"/>
                  </a:lnTo>
                  <a:lnTo>
                    <a:pt x="169037" y="930935"/>
                  </a:lnTo>
                  <a:lnTo>
                    <a:pt x="169037" y="923963"/>
                  </a:lnTo>
                  <a:close/>
                </a:path>
                <a:path w="471170" h="1259204">
                  <a:moveTo>
                    <a:pt x="169037" y="697674"/>
                  </a:moveTo>
                  <a:lnTo>
                    <a:pt x="166243" y="695579"/>
                  </a:lnTo>
                  <a:lnTo>
                    <a:pt x="85928" y="695579"/>
                  </a:lnTo>
                  <a:lnTo>
                    <a:pt x="82435" y="695579"/>
                  </a:lnTo>
                  <a:lnTo>
                    <a:pt x="79629" y="697674"/>
                  </a:lnTo>
                  <a:lnTo>
                    <a:pt x="79629" y="704672"/>
                  </a:lnTo>
                  <a:lnTo>
                    <a:pt x="82435" y="706767"/>
                  </a:lnTo>
                  <a:lnTo>
                    <a:pt x="166243" y="706767"/>
                  </a:lnTo>
                  <a:lnTo>
                    <a:pt x="169037" y="704672"/>
                  </a:lnTo>
                  <a:lnTo>
                    <a:pt x="169037" y="697674"/>
                  </a:lnTo>
                  <a:close/>
                </a:path>
                <a:path w="471170" h="1259204">
                  <a:moveTo>
                    <a:pt x="169037" y="471411"/>
                  </a:moveTo>
                  <a:lnTo>
                    <a:pt x="166243" y="469315"/>
                  </a:lnTo>
                  <a:lnTo>
                    <a:pt x="85928" y="469315"/>
                  </a:lnTo>
                  <a:lnTo>
                    <a:pt x="82435" y="469315"/>
                  </a:lnTo>
                  <a:lnTo>
                    <a:pt x="79629" y="471411"/>
                  </a:lnTo>
                  <a:lnTo>
                    <a:pt x="79629" y="478383"/>
                  </a:lnTo>
                  <a:lnTo>
                    <a:pt x="82435" y="480479"/>
                  </a:lnTo>
                  <a:lnTo>
                    <a:pt x="166243" y="480479"/>
                  </a:lnTo>
                  <a:lnTo>
                    <a:pt x="169037" y="478383"/>
                  </a:lnTo>
                  <a:lnTo>
                    <a:pt x="169037" y="471411"/>
                  </a:lnTo>
                  <a:close/>
                </a:path>
                <a:path w="471170" h="1259204">
                  <a:moveTo>
                    <a:pt x="169037" y="245135"/>
                  </a:moveTo>
                  <a:lnTo>
                    <a:pt x="166243" y="243039"/>
                  </a:lnTo>
                  <a:lnTo>
                    <a:pt x="85928" y="243039"/>
                  </a:lnTo>
                  <a:lnTo>
                    <a:pt x="82435" y="243039"/>
                  </a:lnTo>
                  <a:lnTo>
                    <a:pt x="79629" y="245135"/>
                  </a:lnTo>
                  <a:lnTo>
                    <a:pt x="79629" y="252120"/>
                  </a:lnTo>
                  <a:lnTo>
                    <a:pt x="82435" y="254215"/>
                  </a:lnTo>
                  <a:lnTo>
                    <a:pt x="166243" y="254215"/>
                  </a:lnTo>
                  <a:lnTo>
                    <a:pt x="169037" y="252120"/>
                  </a:lnTo>
                  <a:lnTo>
                    <a:pt x="169037" y="245135"/>
                  </a:lnTo>
                  <a:close/>
                </a:path>
                <a:path w="471170" h="1259204">
                  <a:moveTo>
                    <a:pt x="231902" y="1041285"/>
                  </a:moveTo>
                  <a:lnTo>
                    <a:pt x="229806" y="1038491"/>
                  </a:lnTo>
                  <a:lnTo>
                    <a:pt x="85928" y="1038491"/>
                  </a:lnTo>
                  <a:lnTo>
                    <a:pt x="82435" y="1038491"/>
                  </a:lnTo>
                  <a:lnTo>
                    <a:pt x="79629" y="1041285"/>
                  </a:lnTo>
                  <a:lnTo>
                    <a:pt x="79629" y="1047559"/>
                  </a:lnTo>
                  <a:lnTo>
                    <a:pt x="82435" y="1049655"/>
                  </a:lnTo>
                  <a:lnTo>
                    <a:pt x="229806" y="1049655"/>
                  </a:lnTo>
                  <a:lnTo>
                    <a:pt x="231902" y="1047559"/>
                  </a:lnTo>
                  <a:lnTo>
                    <a:pt x="231902" y="1041285"/>
                  </a:lnTo>
                  <a:close/>
                </a:path>
                <a:path w="471170" h="1259204">
                  <a:moveTo>
                    <a:pt x="231902" y="815009"/>
                  </a:moveTo>
                  <a:lnTo>
                    <a:pt x="229806" y="812203"/>
                  </a:lnTo>
                  <a:lnTo>
                    <a:pt x="85928" y="812203"/>
                  </a:lnTo>
                  <a:lnTo>
                    <a:pt x="82435" y="812203"/>
                  </a:lnTo>
                  <a:lnTo>
                    <a:pt x="79629" y="815009"/>
                  </a:lnTo>
                  <a:lnTo>
                    <a:pt x="79629" y="821296"/>
                  </a:lnTo>
                  <a:lnTo>
                    <a:pt x="82435" y="824090"/>
                  </a:lnTo>
                  <a:lnTo>
                    <a:pt x="229806" y="824090"/>
                  </a:lnTo>
                  <a:lnTo>
                    <a:pt x="231902" y="821296"/>
                  </a:lnTo>
                  <a:lnTo>
                    <a:pt x="231902" y="815009"/>
                  </a:lnTo>
                  <a:close/>
                </a:path>
                <a:path w="471170" h="1259204">
                  <a:moveTo>
                    <a:pt x="231902" y="588746"/>
                  </a:moveTo>
                  <a:lnTo>
                    <a:pt x="229806" y="585939"/>
                  </a:lnTo>
                  <a:lnTo>
                    <a:pt x="85928" y="585939"/>
                  </a:lnTo>
                  <a:lnTo>
                    <a:pt x="82435" y="585939"/>
                  </a:lnTo>
                  <a:lnTo>
                    <a:pt x="79629" y="588746"/>
                  </a:lnTo>
                  <a:lnTo>
                    <a:pt x="79629" y="595007"/>
                  </a:lnTo>
                  <a:lnTo>
                    <a:pt x="82435" y="597801"/>
                  </a:lnTo>
                  <a:lnTo>
                    <a:pt x="229806" y="597801"/>
                  </a:lnTo>
                  <a:lnTo>
                    <a:pt x="231902" y="595007"/>
                  </a:lnTo>
                  <a:lnTo>
                    <a:pt x="231902" y="588746"/>
                  </a:lnTo>
                  <a:close/>
                </a:path>
                <a:path w="471170" h="1259204">
                  <a:moveTo>
                    <a:pt x="231902" y="362458"/>
                  </a:moveTo>
                  <a:lnTo>
                    <a:pt x="229806" y="359664"/>
                  </a:lnTo>
                  <a:lnTo>
                    <a:pt x="85928" y="359664"/>
                  </a:lnTo>
                  <a:lnTo>
                    <a:pt x="82435" y="359664"/>
                  </a:lnTo>
                  <a:lnTo>
                    <a:pt x="79629" y="362458"/>
                  </a:lnTo>
                  <a:lnTo>
                    <a:pt x="79629" y="368744"/>
                  </a:lnTo>
                  <a:lnTo>
                    <a:pt x="82435" y="371538"/>
                  </a:lnTo>
                  <a:lnTo>
                    <a:pt x="229806" y="371538"/>
                  </a:lnTo>
                  <a:lnTo>
                    <a:pt x="231902" y="368744"/>
                  </a:lnTo>
                  <a:lnTo>
                    <a:pt x="231902" y="362458"/>
                  </a:lnTo>
                  <a:close/>
                </a:path>
                <a:path w="471170" h="1259204">
                  <a:moveTo>
                    <a:pt x="271018" y="982611"/>
                  </a:moveTo>
                  <a:lnTo>
                    <a:pt x="268224" y="979817"/>
                  </a:lnTo>
                  <a:lnTo>
                    <a:pt x="85928" y="979817"/>
                  </a:lnTo>
                  <a:lnTo>
                    <a:pt x="82435" y="979817"/>
                  </a:lnTo>
                  <a:lnTo>
                    <a:pt x="79629" y="982611"/>
                  </a:lnTo>
                  <a:lnTo>
                    <a:pt x="79629" y="988910"/>
                  </a:lnTo>
                  <a:lnTo>
                    <a:pt x="82435" y="991704"/>
                  </a:lnTo>
                  <a:lnTo>
                    <a:pt x="268224" y="991704"/>
                  </a:lnTo>
                  <a:lnTo>
                    <a:pt x="271018" y="988910"/>
                  </a:lnTo>
                  <a:lnTo>
                    <a:pt x="271018" y="982611"/>
                  </a:lnTo>
                  <a:close/>
                </a:path>
                <a:path w="471170" h="1259204">
                  <a:moveTo>
                    <a:pt x="271018" y="756348"/>
                  </a:moveTo>
                  <a:lnTo>
                    <a:pt x="268224" y="753554"/>
                  </a:lnTo>
                  <a:lnTo>
                    <a:pt x="85928" y="753554"/>
                  </a:lnTo>
                  <a:lnTo>
                    <a:pt x="82435" y="753554"/>
                  </a:lnTo>
                  <a:lnTo>
                    <a:pt x="79629" y="756348"/>
                  </a:lnTo>
                  <a:lnTo>
                    <a:pt x="79629" y="762622"/>
                  </a:lnTo>
                  <a:lnTo>
                    <a:pt x="82435" y="765416"/>
                  </a:lnTo>
                  <a:lnTo>
                    <a:pt x="268224" y="765416"/>
                  </a:lnTo>
                  <a:lnTo>
                    <a:pt x="271018" y="762622"/>
                  </a:lnTo>
                  <a:lnTo>
                    <a:pt x="271018" y="756348"/>
                  </a:lnTo>
                  <a:close/>
                </a:path>
                <a:path w="471170" h="1259204">
                  <a:moveTo>
                    <a:pt x="271018" y="530072"/>
                  </a:moveTo>
                  <a:lnTo>
                    <a:pt x="268224" y="527278"/>
                  </a:lnTo>
                  <a:lnTo>
                    <a:pt x="85928" y="527278"/>
                  </a:lnTo>
                  <a:lnTo>
                    <a:pt x="82435" y="527278"/>
                  </a:lnTo>
                  <a:lnTo>
                    <a:pt x="79629" y="530072"/>
                  </a:lnTo>
                  <a:lnTo>
                    <a:pt x="79629" y="536359"/>
                  </a:lnTo>
                  <a:lnTo>
                    <a:pt x="82435" y="539153"/>
                  </a:lnTo>
                  <a:lnTo>
                    <a:pt x="268224" y="539153"/>
                  </a:lnTo>
                  <a:lnTo>
                    <a:pt x="271018" y="536359"/>
                  </a:lnTo>
                  <a:lnTo>
                    <a:pt x="271018" y="530072"/>
                  </a:lnTo>
                  <a:close/>
                </a:path>
                <a:path w="471170" h="1259204">
                  <a:moveTo>
                    <a:pt x="271018" y="303809"/>
                  </a:moveTo>
                  <a:lnTo>
                    <a:pt x="268224" y="301002"/>
                  </a:lnTo>
                  <a:lnTo>
                    <a:pt x="85928" y="301002"/>
                  </a:lnTo>
                  <a:lnTo>
                    <a:pt x="82435" y="301002"/>
                  </a:lnTo>
                  <a:lnTo>
                    <a:pt x="79629" y="303809"/>
                  </a:lnTo>
                  <a:lnTo>
                    <a:pt x="79629" y="310070"/>
                  </a:lnTo>
                  <a:lnTo>
                    <a:pt x="82435" y="312877"/>
                  </a:lnTo>
                  <a:lnTo>
                    <a:pt x="268224" y="312877"/>
                  </a:lnTo>
                  <a:lnTo>
                    <a:pt x="271018" y="310070"/>
                  </a:lnTo>
                  <a:lnTo>
                    <a:pt x="271018" y="303809"/>
                  </a:lnTo>
                  <a:close/>
                </a:path>
                <a:path w="471170" h="1259204">
                  <a:moveTo>
                    <a:pt x="351345" y="1099248"/>
                  </a:moveTo>
                  <a:lnTo>
                    <a:pt x="349250" y="1096441"/>
                  </a:lnTo>
                  <a:lnTo>
                    <a:pt x="169735" y="1096441"/>
                  </a:lnTo>
                  <a:lnTo>
                    <a:pt x="166941" y="1096441"/>
                  </a:lnTo>
                  <a:lnTo>
                    <a:pt x="164160" y="1099248"/>
                  </a:lnTo>
                  <a:lnTo>
                    <a:pt x="164160" y="1105535"/>
                  </a:lnTo>
                  <a:lnTo>
                    <a:pt x="166941" y="1108329"/>
                  </a:lnTo>
                  <a:lnTo>
                    <a:pt x="349250" y="1108329"/>
                  </a:lnTo>
                  <a:lnTo>
                    <a:pt x="351345" y="1105535"/>
                  </a:lnTo>
                  <a:lnTo>
                    <a:pt x="351345" y="1099248"/>
                  </a:lnTo>
                  <a:close/>
                </a:path>
                <a:path w="471170" h="1259204">
                  <a:moveTo>
                    <a:pt x="351345" y="872972"/>
                  </a:moveTo>
                  <a:lnTo>
                    <a:pt x="349250" y="870178"/>
                  </a:lnTo>
                  <a:lnTo>
                    <a:pt x="169735" y="870178"/>
                  </a:lnTo>
                  <a:lnTo>
                    <a:pt x="166941" y="870178"/>
                  </a:lnTo>
                  <a:lnTo>
                    <a:pt x="164160" y="872972"/>
                  </a:lnTo>
                  <a:lnTo>
                    <a:pt x="164160" y="879246"/>
                  </a:lnTo>
                  <a:lnTo>
                    <a:pt x="166941" y="882040"/>
                  </a:lnTo>
                  <a:lnTo>
                    <a:pt x="349250" y="882040"/>
                  </a:lnTo>
                  <a:lnTo>
                    <a:pt x="351345" y="879246"/>
                  </a:lnTo>
                  <a:lnTo>
                    <a:pt x="351345" y="872972"/>
                  </a:lnTo>
                  <a:close/>
                </a:path>
                <a:path w="471170" h="1259204">
                  <a:moveTo>
                    <a:pt x="351345" y="646696"/>
                  </a:moveTo>
                  <a:lnTo>
                    <a:pt x="349250" y="643902"/>
                  </a:lnTo>
                  <a:lnTo>
                    <a:pt x="169735" y="643902"/>
                  </a:lnTo>
                  <a:lnTo>
                    <a:pt x="166941" y="643902"/>
                  </a:lnTo>
                  <a:lnTo>
                    <a:pt x="164160" y="646696"/>
                  </a:lnTo>
                  <a:lnTo>
                    <a:pt x="164160" y="652983"/>
                  </a:lnTo>
                  <a:lnTo>
                    <a:pt x="166941" y="655777"/>
                  </a:lnTo>
                  <a:lnTo>
                    <a:pt x="349250" y="655777"/>
                  </a:lnTo>
                  <a:lnTo>
                    <a:pt x="351345" y="652983"/>
                  </a:lnTo>
                  <a:lnTo>
                    <a:pt x="351345" y="646696"/>
                  </a:lnTo>
                  <a:close/>
                </a:path>
                <a:path w="471170" h="1259204">
                  <a:moveTo>
                    <a:pt x="351345" y="420433"/>
                  </a:moveTo>
                  <a:lnTo>
                    <a:pt x="349250" y="418338"/>
                  </a:lnTo>
                  <a:lnTo>
                    <a:pt x="169735" y="418338"/>
                  </a:lnTo>
                  <a:lnTo>
                    <a:pt x="166941" y="418338"/>
                  </a:lnTo>
                  <a:lnTo>
                    <a:pt x="164160" y="420433"/>
                  </a:lnTo>
                  <a:lnTo>
                    <a:pt x="164160" y="426707"/>
                  </a:lnTo>
                  <a:lnTo>
                    <a:pt x="166941" y="429501"/>
                  </a:lnTo>
                  <a:lnTo>
                    <a:pt x="349250" y="429501"/>
                  </a:lnTo>
                  <a:lnTo>
                    <a:pt x="351345" y="426707"/>
                  </a:lnTo>
                  <a:lnTo>
                    <a:pt x="351345" y="420433"/>
                  </a:lnTo>
                  <a:close/>
                </a:path>
                <a:path w="471170" h="1259204">
                  <a:moveTo>
                    <a:pt x="400939" y="982611"/>
                  </a:moveTo>
                  <a:lnTo>
                    <a:pt x="398145" y="979817"/>
                  </a:lnTo>
                  <a:lnTo>
                    <a:pt x="317817" y="979817"/>
                  </a:lnTo>
                  <a:lnTo>
                    <a:pt x="314312" y="979817"/>
                  </a:lnTo>
                  <a:lnTo>
                    <a:pt x="311518" y="982611"/>
                  </a:lnTo>
                  <a:lnTo>
                    <a:pt x="311518" y="988910"/>
                  </a:lnTo>
                  <a:lnTo>
                    <a:pt x="314312" y="991704"/>
                  </a:lnTo>
                  <a:lnTo>
                    <a:pt x="398145" y="991704"/>
                  </a:lnTo>
                  <a:lnTo>
                    <a:pt x="400939" y="988910"/>
                  </a:lnTo>
                  <a:lnTo>
                    <a:pt x="400939" y="982611"/>
                  </a:lnTo>
                  <a:close/>
                </a:path>
                <a:path w="471170" h="1259204">
                  <a:moveTo>
                    <a:pt x="400939" y="756348"/>
                  </a:moveTo>
                  <a:lnTo>
                    <a:pt x="398145" y="753554"/>
                  </a:lnTo>
                  <a:lnTo>
                    <a:pt x="317817" y="753554"/>
                  </a:lnTo>
                  <a:lnTo>
                    <a:pt x="314312" y="753554"/>
                  </a:lnTo>
                  <a:lnTo>
                    <a:pt x="311518" y="756348"/>
                  </a:lnTo>
                  <a:lnTo>
                    <a:pt x="311518" y="762622"/>
                  </a:lnTo>
                  <a:lnTo>
                    <a:pt x="314312" y="765416"/>
                  </a:lnTo>
                  <a:lnTo>
                    <a:pt x="398145" y="765416"/>
                  </a:lnTo>
                  <a:lnTo>
                    <a:pt x="400939" y="762622"/>
                  </a:lnTo>
                  <a:lnTo>
                    <a:pt x="400939" y="756348"/>
                  </a:lnTo>
                  <a:close/>
                </a:path>
                <a:path w="471170" h="1259204">
                  <a:moveTo>
                    <a:pt x="400939" y="530072"/>
                  </a:moveTo>
                  <a:lnTo>
                    <a:pt x="398145" y="527278"/>
                  </a:lnTo>
                  <a:lnTo>
                    <a:pt x="317817" y="527278"/>
                  </a:lnTo>
                  <a:lnTo>
                    <a:pt x="314312" y="527278"/>
                  </a:lnTo>
                  <a:lnTo>
                    <a:pt x="311518" y="530072"/>
                  </a:lnTo>
                  <a:lnTo>
                    <a:pt x="311518" y="536359"/>
                  </a:lnTo>
                  <a:lnTo>
                    <a:pt x="314312" y="539153"/>
                  </a:lnTo>
                  <a:lnTo>
                    <a:pt x="398145" y="539153"/>
                  </a:lnTo>
                  <a:lnTo>
                    <a:pt x="400939" y="536359"/>
                  </a:lnTo>
                  <a:lnTo>
                    <a:pt x="400939" y="530072"/>
                  </a:lnTo>
                  <a:close/>
                </a:path>
                <a:path w="471170" h="1259204">
                  <a:moveTo>
                    <a:pt x="400939" y="303809"/>
                  </a:moveTo>
                  <a:lnTo>
                    <a:pt x="398145" y="301002"/>
                  </a:lnTo>
                  <a:lnTo>
                    <a:pt x="317817" y="301002"/>
                  </a:lnTo>
                  <a:lnTo>
                    <a:pt x="314312" y="301002"/>
                  </a:lnTo>
                  <a:lnTo>
                    <a:pt x="311518" y="303809"/>
                  </a:lnTo>
                  <a:lnTo>
                    <a:pt x="311518" y="310070"/>
                  </a:lnTo>
                  <a:lnTo>
                    <a:pt x="314312" y="312877"/>
                  </a:lnTo>
                  <a:lnTo>
                    <a:pt x="398145" y="312877"/>
                  </a:lnTo>
                  <a:lnTo>
                    <a:pt x="400939" y="310070"/>
                  </a:lnTo>
                  <a:lnTo>
                    <a:pt x="400939" y="303809"/>
                  </a:lnTo>
                  <a:close/>
                </a:path>
                <a:path w="471170" h="1259204">
                  <a:moveTo>
                    <a:pt x="470789" y="1099248"/>
                  </a:moveTo>
                  <a:lnTo>
                    <a:pt x="468693" y="1096441"/>
                  </a:lnTo>
                  <a:lnTo>
                    <a:pt x="380669" y="1096441"/>
                  </a:lnTo>
                  <a:lnTo>
                    <a:pt x="377888" y="1096441"/>
                  </a:lnTo>
                  <a:lnTo>
                    <a:pt x="375094" y="1099248"/>
                  </a:lnTo>
                  <a:lnTo>
                    <a:pt x="375094" y="1105535"/>
                  </a:lnTo>
                  <a:lnTo>
                    <a:pt x="377888" y="1108329"/>
                  </a:lnTo>
                  <a:lnTo>
                    <a:pt x="468693" y="1108329"/>
                  </a:lnTo>
                  <a:lnTo>
                    <a:pt x="470789" y="1105535"/>
                  </a:lnTo>
                  <a:lnTo>
                    <a:pt x="470789" y="1099248"/>
                  </a:lnTo>
                  <a:close/>
                </a:path>
                <a:path w="471170" h="1259204">
                  <a:moveTo>
                    <a:pt x="470789" y="1041285"/>
                  </a:moveTo>
                  <a:lnTo>
                    <a:pt x="468693" y="1038491"/>
                  </a:lnTo>
                  <a:lnTo>
                    <a:pt x="268224" y="1038491"/>
                  </a:lnTo>
                  <a:lnTo>
                    <a:pt x="265417" y="1038491"/>
                  </a:lnTo>
                  <a:lnTo>
                    <a:pt x="262623" y="1041285"/>
                  </a:lnTo>
                  <a:lnTo>
                    <a:pt x="262623" y="1047559"/>
                  </a:lnTo>
                  <a:lnTo>
                    <a:pt x="265417" y="1049655"/>
                  </a:lnTo>
                  <a:lnTo>
                    <a:pt x="468693" y="1049655"/>
                  </a:lnTo>
                  <a:lnTo>
                    <a:pt x="470789" y="1047559"/>
                  </a:lnTo>
                  <a:lnTo>
                    <a:pt x="470789" y="1041285"/>
                  </a:lnTo>
                  <a:close/>
                </a:path>
                <a:path w="471170" h="1259204">
                  <a:moveTo>
                    <a:pt x="470789" y="982611"/>
                  </a:moveTo>
                  <a:lnTo>
                    <a:pt x="468693" y="979817"/>
                  </a:lnTo>
                  <a:lnTo>
                    <a:pt x="426783" y="979817"/>
                  </a:lnTo>
                  <a:lnTo>
                    <a:pt x="423291" y="979817"/>
                  </a:lnTo>
                  <a:lnTo>
                    <a:pt x="420497" y="982611"/>
                  </a:lnTo>
                  <a:lnTo>
                    <a:pt x="420497" y="988910"/>
                  </a:lnTo>
                  <a:lnTo>
                    <a:pt x="423291" y="991704"/>
                  </a:lnTo>
                  <a:lnTo>
                    <a:pt x="468693" y="991704"/>
                  </a:lnTo>
                  <a:lnTo>
                    <a:pt x="470789" y="988910"/>
                  </a:lnTo>
                  <a:lnTo>
                    <a:pt x="470789" y="982611"/>
                  </a:lnTo>
                  <a:close/>
                </a:path>
                <a:path w="471170" h="1259204">
                  <a:moveTo>
                    <a:pt x="470789" y="923963"/>
                  </a:moveTo>
                  <a:lnTo>
                    <a:pt x="468693" y="921867"/>
                  </a:lnTo>
                  <a:lnTo>
                    <a:pt x="243776" y="921867"/>
                  </a:lnTo>
                  <a:lnTo>
                    <a:pt x="240284" y="921867"/>
                  </a:lnTo>
                  <a:lnTo>
                    <a:pt x="238175" y="923963"/>
                  </a:lnTo>
                  <a:lnTo>
                    <a:pt x="238175" y="930935"/>
                  </a:lnTo>
                  <a:lnTo>
                    <a:pt x="240284" y="933030"/>
                  </a:lnTo>
                  <a:lnTo>
                    <a:pt x="468693" y="933030"/>
                  </a:lnTo>
                  <a:lnTo>
                    <a:pt x="470789" y="930935"/>
                  </a:lnTo>
                  <a:lnTo>
                    <a:pt x="470789" y="923963"/>
                  </a:lnTo>
                  <a:close/>
                </a:path>
                <a:path w="471170" h="1259204">
                  <a:moveTo>
                    <a:pt x="470789" y="872972"/>
                  </a:moveTo>
                  <a:lnTo>
                    <a:pt x="468693" y="870178"/>
                  </a:lnTo>
                  <a:lnTo>
                    <a:pt x="380669" y="870178"/>
                  </a:lnTo>
                  <a:lnTo>
                    <a:pt x="377888" y="870178"/>
                  </a:lnTo>
                  <a:lnTo>
                    <a:pt x="375094" y="872972"/>
                  </a:lnTo>
                  <a:lnTo>
                    <a:pt x="375094" y="879246"/>
                  </a:lnTo>
                  <a:lnTo>
                    <a:pt x="377888" y="882040"/>
                  </a:lnTo>
                  <a:lnTo>
                    <a:pt x="468693" y="882040"/>
                  </a:lnTo>
                  <a:lnTo>
                    <a:pt x="470789" y="879246"/>
                  </a:lnTo>
                  <a:lnTo>
                    <a:pt x="470789" y="872972"/>
                  </a:lnTo>
                  <a:close/>
                </a:path>
                <a:path w="471170" h="1259204">
                  <a:moveTo>
                    <a:pt x="470789" y="815009"/>
                  </a:moveTo>
                  <a:lnTo>
                    <a:pt x="468693" y="812203"/>
                  </a:lnTo>
                  <a:lnTo>
                    <a:pt x="268224" y="812203"/>
                  </a:lnTo>
                  <a:lnTo>
                    <a:pt x="265417" y="812203"/>
                  </a:lnTo>
                  <a:lnTo>
                    <a:pt x="262623" y="815009"/>
                  </a:lnTo>
                  <a:lnTo>
                    <a:pt x="262623" y="821296"/>
                  </a:lnTo>
                  <a:lnTo>
                    <a:pt x="265417" y="824090"/>
                  </a:lnTo>
                  <a:lnTo>
                    <a:pt x="468693" y="824090"/>
                  </a:lnTo>
                  <a:lnTo>
                    <a:pt x="470789" y="821296"/>
                  </a:lnTo>
                  <a:lnTo>
                    <a:pt x="470789" y="815009"/>
                  </a:lnTo>
                  <a:close/>
                </a:path>
                <a:path w="471170" h="1259204">
                  <a:moveTo>
                    <a:pt x="470789" y="756348"/>
                  </a:moveTo>
                  <a:lnTo>
                    <a:pt x="468693" y="753554"/>
                  </a:lnTo>
                  <a:lnTo>
                    <a:pt x="426783" y="753554"/>
                  </a:lnTo>
                  <a:lnTo>
                    <a:pt x="423291" y="753554"/>
                  </a:lnTo>
                  <a:lnTo>
                    <a:pt x="420497" y="756348"/>
                  </a:lnTo>
                  <a:lnTo>
                    <a:pt x="420497" y="762622"/>
                  </a:lnTo>
                  <a:lnTo>
                    <a:pt x="423291" y="765416"/>
                  </a:lnTo>
                  <a:lnTo>
                    <a:pt x="468693" y="765416"/>
                  </a:lnTo>
                  <a:lnTo>
                    <a:pt x="470789" y="762622"/>
                  </a:lnTo>
                  <a:lnTo>
                    <a:pt x="470789" y="756348"/>
                  </a:lnTo>
                  <a:close/>
                </a:path>
                <a:path w="471170" h="1259204">
                  <a:moveTo>
                    <a:pt x="470789" y="697674"/>
                  </a:moveTo>
                  <a:lnTo>
                    <a:pt x="468693" y="695579"/>
                  </a:lnTo>
                  <a:lnTo>
                    <a:pt x="243776" y="695579"/>
                  </a:lnTo>
                  <a:lnTo>
                    <a:pt x="240284" y="695579"/>
                  </a:lnTo>
                  <a:lnTo>
                    <a:pt x="238175" y="697674"/>
                  </a:lnTo>
                  <a:lnTo>
                    <a:pt x="238175" y="704672"/>
                  </a:lnTo>
                  <a:lnTo>
                    <a:pt x="240284" y="706767"/>
                  </a:lnTo>
                  <a:lnTo>
                    <a:pt x="468693" y="706767"/>
                  </a:lnTo>
                  <a:lnTo>
                    <a:pt x="470789" y="704672"/>
                  </a:lnTo>
                  <a:lnTo>
                    <a:pt x="470789" y="697674"/>
                  </a:lnTo>
                  <a:close/>
                </a:path>
                <a:path w="471170" h="1259204">
                  <a:moveTo>
                    <a:pt x="470789" y="646696"/>
                  </a:moveTo>
                  <a:lnTo>
                    <a:pt x="468693" y="643902"/>
                  </a:lnTo>
                  <a:lnTo>
                    <a:pt x="380669" y="643902"/>
                  </a:lnTo>
                  <a:lnTo>
                    <a:pt x="377888" y="643902"/>
                  </a:lnTo>
                  <a:lnTo>
                    <a:pt x="375094" y="646696"/>
                  </a:lnTo>
                  <a:lnTo>
                    <a:pt x="375094" y="652983"/>
                  </a:lnTo>
                  <a:lnTo>
                    <a:pt x="377888" y="655777"/>
                  </a:lnTo>
                  <a:lnTo>
                    <a:pt x="468693" y="655777"/>
                  </a:lnTo>
                  <a:lnTo>
                    <a:pt x="470789" y="652983"/>
                  </a:lnTo>
                  <a:lnTo>
                    <a:pt x="470789" y="646696"/>
                  </a:lnTo>
                  <a:close/>
                </a:path>
                <a:path w="471170" h="1259204">
                  <a:moveTo>
                    <a:pt x="470789" y="588746"/>
                  </a:moveTo>
                  <a:lnTo>
                    <a:pt x="468693" y="585939"/>
                  </a:lnTo>
                  <a:lnTo>
                    <a:pt x="268224" y="585939"/>
                  </a:lnTo>
                  <a:lnTo>
                    <a:pt x="265417" y="585939"/>
                  </a:lnTo>
                  <a:lnTo>
                    <a:pt x="262623" y="588746"/>
                  </a:lnTo>
                  <a:lnTo>
                    <a:pt x="262623" y="595007"/>
                  </a:lnTo>
                  <a:lnTo>
                    <a:pt x="265417" y="597801"/>
                  </a:lnTo>
                  <a:lnTo>
                    <a:pt x="468693" y="597801"/>
                  </a:lnTo>
                  <a:lnTo>
                    <a:pt x="470789" y="595007"/>
                  </a:lnTo>
                  <a:lnTo>
                    <a:pt x="470789" y="588746"/>
                  </a:lnTo>
                  <a:close/>
                </a:path>
                <a:path w="471170" h="1259204">
                  <a:moveTo>
                    <a:pt x="470789" y="530072"/>
                  </a:moveTo>
                  <a:lnTo>
                    <a:pt x="468693" y="527278"/>
                  </a:lnTo>
                  <a:lnTo>
                    <a:pt x="426783" y="527278"/>
                  </a:lnTo>
                  <a:lnTo>
                    <a:pt x="423291" y="527278"/>
                  </a:lnTo>
                  <a:lnTo>
                    <a:pt x="420497" y="530072"/>
                  </a:lnTo>
                  <a:lnTo>
                    <a:pt x="420497" y="536359"/>
                  </a:lnTo>
                  <a:lnTo>
                    <a:pt x="423291" y="539153"/>
                  </a:lnTo>
                  <a:lnTo>
                    <a:pt x="468693" y="539153"/>
                  </a:lnTo>
                  <a:lnTo>
                    <a:pt x="470789" y="536359"/>
                  </a:lnTo>
                  <a:lnTo>
                    <a:pt x="470789" y="530072"/>
                  </a:lnTo>
                  <a:close/>
                </a:path>
                <a:path w="471170" h="1259204">
                  <a:moveTo>
                    <a:pt x="470789" y="471411"/>
                  </a:moveTo>
                  <a:lnTo>
                    <a:pt x="468693" y="469315"/>
                  </a:lnTo>
                  <a:lnTo>
                    <a:pt x="243776" y="469315"/>
                  </a:lnTo>
                  <a:lnTo>
                    <a:pt x="240284" y="469315"/>
                  </a:lnTo>
                  <a:lnTo>
                    <a:pt x="238175" y="471411"/>
                  </a:lnTo>
                  <a:lnTo>
                    <a:pt x="238175" y="478383"/>
                  </a:lnTo>
                  <a:lnTo>
                    <a:pt x="240284" y="480479"/>
                  </a:lnTo>
                  <a:lnTo>
                    <a:pt x="468693" y="480479"/>
                  </a:lnTo>
                  <a:lnTo>
                    <a:pt x="470789" y="478383"/>
                  </a:lnTo>
                  <a:lnTo>
                    <a:pt x="470789" y="471411"/>
                  </a:lnTo>
                  <a:close/>
                </a:path>
                <a:path w="471170" h="1259204">
                  <a:moveTo>
                    <a:pt x="470789" y="420433"/>
                  </a:moveTo>
                  <a:lnTo>
                    <a:pt x="468693" y="418338"/>
                  </a:lnTo>
                  <a:lnTo>
                    <a:pt x="380669" y="418338"/>
                  </a:lnTo>
                  <a:lnTo>
                    <a:pt x="377888" y="418338"/>
                  </a:lnTo>
                  <a:lnTo>
                    <a:pt x="375094" y="420433"/>
                  </a:lnTo>
                  <a:lnTo>
                    <a:pt x="375094" y="426707"/>
                  </a:lnTo>
                  <a:lnTo>
                    <a:pt x="377888" y="429501"/>
                  </a:lnTo>
                  <a:lnTo>
                    <a:pt x="468693" y="429501"/>
                  </a:lnTo>
                  <a:lnTo>
                    <a:pt x="470789" y="426707"/>
                  </a:lnTo>
                  <a:lnTo>
                    <a:pt x="470789" y="420433"/>
                  </a:lnTo>
                  <a:close/>
                </a:path>
                <a:path w="471170" h="1259204">
                  <a:moveTo>
                    <a:pt x="470789" y="362458"/>
                  </a:moveTo>
                  <a:lnTo>
                    <a:pt x="468693" y="359664"/>
                  </a:lnTo>
                  <a:lnTo>
                    <a:pt x="268224" y="359664"/>
                  </a:lnTo>
                  <a:lnTo>
                    <a:pt x="265417" y="359664"/>
                  </a:lnTo>
                  <a:lnTo>
                    <a:pt x="262623" y="362458"/>
                  </a:lnTo>
                  <a:lnTo>
                    <a:pt x="262623" y="368744"/>
                  </a:lnTo>
                  <a:lnTo>
                    <a:pt x="265417" y="371538"/>
                  </a:lnTo>
                  <a:lnTo>
                    <a:pt x="468693" y="371538"/>
                  </a:lnTo>
                  <a:lnTo>
                    <a:pt x="470789" y="368744"/>
                  </a:lnTo>
                  <a:lnTo>
                    <a:pt x="470789" y="362458"/>
                  </a:lnTo>
                  <a:close/>
                </a:path>
                <a:path w="471170" h="1259204">
                  <a:moveTo>
                    <a:pt x="470789" y="303809"/>
                  </a:moveTo>
                  <a:lnTo>
                    <a:pt x="468693" y="301002"/>
                  </a:lnTo>
                  <a:lnTo>
                    <a:pt x="426783" y="301002"/>
                  </a:lnTo>
                  <a:lnTo>
                    <a:pt x="423291" y="301002"/>
                  </a:lnTo>
                  <a:lnTo>
                    <a:pt x="420497" y="303809"/>
                  </a:lnTo>
                  <a:lnTo>
                    <a:pt x="420497" y="310070"/>
                  </a:lnTo>
                  <a:lnTo>
                    <a:pt x="423291" y="312877"/>
                  </a:lnTo>
                  <a:lnTo>
                    <a:pt x="468693" y="312877"/>
                  </a:lnTo>
                  <a:lnTo>
                    <a:pt x="470789" y="310070"/>
                  </a:lnTo>
                  <a:lnTo>
                    <a:pt x="470789" y="303809"/>
                  </a:lnTo>
                  <a:close/>
                </a:path>
                <a:path w="471170" h="1259204">
                  <a:moveTo>
                    <a:pt x="470789" y="245135"/>
                  </a:moveTo>
                  <a:lnTo>
                    <a:pt x="468693" y="243039"/>
                  </a:lnTo>
                  <a:lnTo>
                    <a:pt x="243776" y="243039"/>
                  </a:lnTo>
                  <a:lnTo>
                    <a:pt x="240284" y="243039"/>
                  </a:lnTo>
                  <a:lnTo>
                    <a:pt x="238175" y="245135"/>
                  </a:lnTo>
                  <a:lnTo>
                    <a:pt x="238175" y="252120"/>
                  </a:lnTo>
                  <a:lnTo>
                    <a:pt x="240284" y="254215"/>
                  </a:lnTo>
                  <a:lnTo>
                    <a:pt x="468693" y="254215"/>
                  </a:lnTo>
                  <a:lnTo>
                    <a:pt x="470789" y="252120"/>
                  </a:lnTo>
                  <a:lnTo>
                    <a:pt x="470789" y="245135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627421" y="3405862"/>
              <a:ext cx="52705" cy="116839"/>
            </a:xfrm>
            <a:custGeom>
              <a:avLst/>
              <a:gdLst/>
              <a:ahLst/>
              <a:cxnLst/>
              <a:rect l="l" t="t" r="r" b="b"/>
              <a:pathLst>
                <a:path w="52704" h="116839">
                  <a:moveTo>
                    <a:pt x="52388" y="116626"/>
                  </a:moveTo>
                  <a:lnTo>
                    <a:pt x="0" y="116626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116626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732199" y="3457545"/>
              <a:ext cx="52705" cy="65405"/>
            </a:xfrm>
            <a:custGeom>
              <a:avLst/>
              <a:gdLst/>
              <a:ahLst/>
              <a:cxnLst/>
              <a:rect l="l" t="t" r="r" b="b"/>
              <a:pathLst>
                <a:path w="52704" h="65404">
                  <a:moveTo>
                    <a:pt x="52388" y="64943"/>
                  </a:moveTo>
                  <a:lnTo>
                    <a:pt x="0" y="64943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64943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836958" y="3487561"/>
              <a:ext cx="52705" cy="34925"/>
            </a:xfrm>
            <a:custGeom>
              <a:avLst/>
              <a:gdLst/>
              <a:ahLst/>
              <a:cxnLst/>
              <a:rect l="l" t="t" r="r" b="b"/>
              <a:pathLst>
                <a:path w="52704" h="34925">
                  <a:moveTo>
                    <a:pt x="52388" y="34927"/>
                  </a:moveTo>
                  <a:lnTo>
                    <a:pt x="0" y="34927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34927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941736" y="3440071"/>
              <a:ext cx="52705" cy="82550"/>
            </a:xfrm>
            <a:custGeom>
              <a:avLst/>
              <a:gdLst/>
              <a:ahLst/>
              <a:cxnLst/>
              <a:rect l="l" t="t" r="r" b="b"/>
              <a:pathLst>
                <a:path w="52704" h="82550">
                  <a:moveTo>
                    <a:pt x="52388" y="82416"/>
                  </a:moveTo>
                  <a:lnTo>
                    <a:pt x="0" y="82416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82416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046495" y="347010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52388" y="52381"/>
                  </a:moveTo>
                  <a:lnTo>
                    <a:pt x="0" y="52381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52381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151272" y="3435897"/>
              <a:ext cx="52705" cy="86995"/>
            </a:xfrm>
            <a:custGeom>
              <a:avLst/>
              <a:gdLst/>
              <a:ahLst/>
              <a:cxnLst/>
              <a:rect l="l" t="t" r="r" b="b"/>
              <a:pathLst>
                <a:path w="52704" h="86995">
                  <a:moveTo>
                    <a:pt x="52389" y="86591"/>
                  </a:moveTo>
                  <a:lnTo>
                    <a:pt x="0" y="86591"/>
                  </a:lnTo>
                  <a:lnTo>
                    <a:pt x="0" y="0"/>
                  </a:lnTo>
                  <a:lnTo>
                    <a:pt x="52389" y="0"/>
                  </a:lnTo>
                  <a:lnTo>
                    <a:pt x="52389" y="86591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256050" y="3507830"/>
              <a:ext cx="52705" cy="15240"/>
            </a:xfrm>
            <a:custGeom>
              <a:avLst/>
              <a:gdLst/>
              <a:ahLst/>
              <a:cxnLst/>
              <a:rect l="l" t="t" r="r" b="b"/>
              <a:pathLst>
                <a:path w="52704" h="15239">
                  <a:moveTo>
                    <a:pt x="52369" y="14658"/>
                  </a:moveTo>
                  <a:lnTo>
                    <a:pt x="0" y="14658"/>
                  </a:lnTo>
                  <a:lnTo>
                    <a:pt x="0" y="0"/>
                  </a:lnTo>
                  <a:lnTo>
                    <a:pt x="52369" y="0"/>
                  </a:lnTo>
                  <a:lnTo>
                    <a:pt x="52369" y="14658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360809" y="3405862"/>
              <a:ext cx="52705" cy="116839"/>
            </a:xfrm>
            <a:custGeom>
              <a:avLst/>
              <a:gdLst/>
              <a:ahLst/>
              <a:cxnLst/>
              <a:rect l="l" t="t" r="r" b="b"/>
              <a:pathLst>
                <a:path w="52704" h="116839">
                  <a:moveTo>
                    <a:pt x="52388" y="116626"/>
                  </a:moveTo>
                  <a:lnTo>
                    <a:pt x="0" y="116626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116626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465587" y="3479892"/>
              <a:ext cx="52705" cy="43180"/>
            </a:xfrm>
            <a:custGeom>
              <a:avLst/>
              <a:gdLst/>
              <a:ahLst/>
              <a:cxnLst/>
              <a:rect l="l" t="t" r="r" b="b"/>
              <a:pathLst>
                <a:path w="52704" h="43179">
                  <a:moveTo>
                    <a:pt x="52389" y="42596"/>
                  </a:moveTo>
                  <a:lnTo>
                    <a:pt x="0" y="42596"/>
                  </a:lnTo>
                  <a:lnTo>
                    <a:pt x="0" y="0"/>
                  </a:lnTo>
                  <a:lnTo>
                    <a:pt x="52389" y="0"/>
                  </a:lnTo>
                  <a:lnTo>
                    <a:pt x="52389" y="42596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570346" y="3505733"/>
              <a:ext cx="52705" cy="17145"/>
            </a:xfrm>
            <a:custGeom>
              <a:avLst/>
              <a:gdLst/>
              <a:ahLst/>
              <a:cxnLst/>
              <a:rect l="l" t="t" r="r" b="b"/>
              <a:pathLst>
                <a:path w="52704" h="17145">
                  <a:moveTo>
                    <a:pt x="52388" y="16755"/>
                  </a:moveTo>
                  <a:lnTo>
                    <a:pt x="0" y="16755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16755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675123" y="3484085"/>
              <a:ext cx="52705" cy="38735"/>
            </a:xfrm>
            <a:custGeom>
              <a:avLst/>
              <a:gdLst/>
              <a:ahLst/>
              <a:cxnLst/>
              <a:rect l="l" t="t" r="r" b="b"/>
              <a:pathLst>
                <a:path w="52704" h="38735">
                  <a:moveTo>
                    <a:pt x="52389" y="38403"/>
                  </a:moveTo>
                  <a:lnTo>
                    <a:pt x="0" y="38403"/>
                  </a:lnTo>
                  <a:lnTo>
                    <a:pt x="0" y="0"/>
                  </a:lnTo>
                  <a:lnTo>
                    <a:pt x="52389" y="0"/>
                  </a:lnTo>
                  <a:lnTo>
                    <a:pt x="52389" y="384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779901" y="3405862"/>
              <a:ext cx="52705" cy="116839"/>
            </a:xfrm>
            <a:custGeom>
              <a:avLst/>
              <a:gdLst/>
              <a:ahLst/>
              <a:cxnLst/>
              <a:rect l="l" t="t" r="r" b="b"/>
              <a:pathLst>
                <a:path w="52704" h="116839">
                  <a:moveTo>
                    <a:pt x="52370" y="116626"/>
                  </a:moveTo>
                  <a:lnTo>
                    <a:pt x="0" y="116626"/>
                  </a:lnTo>
                  <a:lnTo>
                    <a:pt x="0" y="0"/>
                  </a:lnTo>
                  <a:lnTo>
                    <a:pt x="52370" y="0"/>
                  </a:lnTo>
                  <a:lnTo>
                    <a:pt x="52370" y="116626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884660" y="3429606"/>
              <a:ext cx="52705" cy="93345"/>
            </a:xfrm>
            <a:custGeom>
              <a:avLst/>
              <a:gdLst/>
              <a:ahLst/>
              <a:cxnLst/>
              <a:rect l="l" t="t" r="r" b="b"/>
              <a:pathLst>
                <a:path w="52704" h="93345">
                  <a:moveTo>
                    <a:pt x="52388" y="92881"/>
                  </a:moveTo>
                  <a:lnTo>
                    <a:pt x="0" y="92881"/>
                  </a:lnTo>
                  <a:lnTo>
                    <a:pt x="0" y="0"/>
                  </a:lnTo>
                  <a:lnTo>
                    <a:pt x="52388" y="0"/>
                  </a:lnTo>
                  <a:lnTo>
                    <a:pt x="52388" y="92881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989434" y="1823338"/>
              <a:ext cx="702945" cy="1699260"/>
            </a:xfrm>
            <a:custGeom>
              <a:avLst/>
              <a:gdLst/>
              <a:ahLst/>
              <a:cxnLst/>
              <a:rect l="l" t="t" r="r" b="b"/>
              <a:pathLst>
                <a:path w="702945" h="1699260">
                  <a:moveTo>
                    <a:pt x="52387" y="1622336"/>
                  </a:moveTo>
                  <a:lnTo>
                    <a:pt x="0" y="1622336"/>
                  </a:lnTo>
                  <a:lnTo>
                    <a:pt x="0" y="1699158"/>
                  </a:lnTo>
                  <a:lnTo>
                    <a:pt x="52387" y="1699158"/>
                  </a:lnTo>
                  <a:lnTo>
                    <a:pt x="52387" y="1622336"/>
                  </a:lnTo>
                  <a:close/>
                </a:path>
                <a:path w="702945" h="1699260">
                  <a:moveTo>
                    <a:pt x="395325" y="6985"/>
                  </a:moveTo>
                  <a:lnTo>
                    <a:pt x="392531" y="4191"/>
                  </a:lnTo>
                  <a:lnTo>
                    <a:pt x="272389" y="4191"/>
                  </a:lnTo>
                  <a:lnTo>
                    <a:pt x="270992" y="4191"/>
                  </a:lnTo>
                  <a:lnTo>
                    <a:pt x="269595" y="4889"/>
                  </a:lnTo>
                  <a:lnTo>
                    <a:pt x="268897" y="5588"/>
                  </a:lnTo>
                  <a:lnTo>
                    <a:pt x="267512" y="6985"/>
                  </a:lnTo>
                  <a:lnTo>
                    <a:pt x="266814" y="8382"/>
                  </a:lnTo>
                  <a:lnTo>
                    <a:pt x="266814" y="622960"/>
                  </a:lnTo>
                  <a:lnTo>
                    <a:pt x="269595" y="625754"/>
                  </a:lnTo>
                  <a:lnTo>
                    <a:pt x="275882" y="625754"/>
                  </a:lnTo>
                  <a:lnTo>
                    <a:pt x="278676" y="622960"/>
                  </a:lnTo>
                  <a:lnTo>
                    <a:pt x="278676" y="16078"/>
                  </a:lnTo>
                  <a:lnTo>
                    <a:pt x="392531" y="16078"/>
                  </a:lnTo>
                  <a:lnTo>
                    <a:pt x="395325" y="13284"/>
                  </a:lnTo>
                  <a:lnTo>
                    <a:pt x="395325" y="6985"/>
                  </a:lnTo>
                  <a:close/>
                </a:path>
                <a:path w="702945" h="1699260">
                  <a:moveTo>
                    <a:pt x="702652" y="141071"/>
                  </a:moveTo>
                  <a:lnTo>
                    <a:pt x="699846" y="138277"/>
                  </a:lnTo>
                  <a:lnTo>
                    <a:pt x="480542" y="138277"/>
                  </a:lnTo>
                  <a:lnTo>
                    <a:pt x="477050" y="138277"/>
                  </a:lnTo>
                  <a:lnTo>
                    <a:pt x="474256" y="141071"/>
                  </a:lnTo>
                  <a:lnTo>
                    <a:pt x="474256" y="147358"/>
                  </a:lnTo>
                  <a:lnTo>
                    <a:pt x="477050" y="150152"/>
                  </a:lnTo>
                  <a:lnTo>
                    <a:pt x="699846" y="150152"/>
                  </a:lnTo>
                  <a:lnTo>
                    <a:pt x="702652" y="147358"/>
                  </a:lnTo>
                  <a:lnTo>
                    <a:pt x="702652" y="141071"/>
                  </a:lnTo>
                  <a:close/>
                </a:path>
                <a:path w="702945" h="1699260">
                  <a:moveTo>
                    <a:pt x="702652" y="71932"/>
                  </a:moveTo>
                  <a:lnTo>
                    <a:pt x="699846" y="69138"/>
                  </a:lnTo>
                  <a:lnTo>
                    <a:pt x="480542" y="69138"/>
                  </a:lnTo>
                  <a:lnTo>
                    <a:pt x="477050" y="69138"/>
                  </a:lnTo>
                  <a:lnTo>
                    <a:pt x="474256" y="71932"/>
                  </a:lnTo>
                  <a:lnTo>
                    <a:pt x="474256" y="78219"/>
                  </a:lnTo>
                  <a:lnTo>
                    <a:pt x="477050" y="81026"/>
                  </a:lnTo>
                  <a:lnTo>
                    <a:pt x="699846" y="81026"/>
                  </a:lnTo>
                  <a:lnTo>
                    <a:pt x="702652" y="78219"/>
                  </a:lnTo>
                  <a:lnTo>
                    <a:pt x="702652" y="71932"/>
                  </a:lnTo>
                  <a:close/>
                </a:path>
                <a:path w="702945" h="1699260">
                  <a:moveTo>
                    <a:pt x="702652" y="2794"/>
                  </a:moveTo>
                  <a:lnTo>
                    <a:pt x="699846" y="0"/>
                  </a:lnTo>
                  <a:lnTo>
                    <a:pt x="480542" y="0"/>
                  </a:lnTo>
                  <a:lnTo>
                    <a:pt x="477050" y="0"/>
                  </a:lnTo>
                  <a:lnTo>
                    <a:pt x="474256" y="2794"/>
                  </a:lnTo>
                  <a:lnTo>
                    <a:pt x="474256" y="9093"/>
                  </a:lnTo>
                  <a:lnTo>
                    <a:pt x="477050" y="11188"/>
                  </a:lnTo>
                  <a:lnTo>
                    <a:pt x="699846" y="11188"/>
                  </a:lnTo>
                  <a:lnTo>
                    <a:pt x="702652" y="9093"/>
                  </a:lnTo>
                  <a:lnTo>
                    <a:pt x="702652" y="2794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634408" y="4321441"/>
              <a:ext cx="240665" cy="206375"/>
            </a:xfrm>
            <a:custGeom>
              <a:avLst/>
              <a:gdLst/>
              <a:ahLst/>
              <a:cxnLst/>
              <a:rect l="l" t="t" r="r" b="b"/>
              <a:pathLst>
                <a:path w="240664" h="206375">
                  <a:moveTo>
                    <a:pt x="240271" y="196938"/>
                  </a:moveTo>
                  <a:lnTo>
                    <a:pt x="238175" y="194843"/>
                  </a:lnTo>
                  <a:lnTo>
                    <a:pt x="5588" y="194843"/>
                  </a:lnTo>
                  <a:lnTo>
                    <a:pt x="2095" y="194843"/>
                  </a:lnTo>
                  <a:lnTo>
                    <a:pt x="0" y="196938"/>
                  </a:lnTo>
                  <a:lnTo>
                    <a:pt x="0" y="203923"/>
                  </a:lnTo>
                  <a:lnTo>
                    <a:pt x="2095" y="206019"/>
                  </a:lnTo>
                  <a:lnTo>
                    <a:pt x="238175" y="206019"/>
                  </a:lnTo>
                  <a:lnTo>
                    <a:pt x="240271" y="203923"/>
                  </a:lnTo>
                  <a:lnTo>
                    <a:pt x="240271" y="196938"/>
                  </a:lnTo>
                  <a:close/>
                </a:path>
                <a:path w="240664" h="206375">
                  <a:moveTo>
                    <a:pt x="240271" y="132689"/>
                  </a:moveTo>
                  <a:lnTo>
                    <a:pt x="238175" y="129895"/>
                  </a:lnTo>
                  <a:lnTo>
                    <a:pt x="5588" y="129895"/>
                  </a:lnTo>
                  <a:lnTo>
                    <a:pt x="2095" y="129895"/>
                  </a:lnTo>
                  <a:lnTo>
                    <a:pt x="0" y="132689"/>
                  </a:lnTo>
                  <a:lnTo>
                    <a:pt x="0" y="138976"/>
                  </a:lnTo>
                  <a:lnTo>
                    <a:pt x="2095" y="141770"/>
                  </a:lnTo>
                  <a:lnTo>
                    <a:pt x="238175" y="141770"/>
                  </a:lnTo>
                  <a:lnTo>
                    <a:pt x="240271" y="138976"/>
                  </a:lnTo>
                  <a:lnTo>
                    <a:pt x="240271" y="132689"/>
                  </a:lnTo>
                  <a:close/>
                </a:path>
                <a:path w="240664" h="206375">
                  <a:moveTo>
                    <a:pt x="240271" y="67741"/>
                  </a:moveTo>
                  <a:lnTo>
                    <a:pt x="238175" y="64947"/>
                  </a:lnTo>
                  <a:lnTo>
                    <a:pt x="5588" y="64947"/>
                  </a:lnTo>
                  <a:lnTo>
                    <a:pt x="2095" y="64947"/>
                  </a:lnTo>
                  <a:lnTo>
                    <a:pt x="0" y="67741"/>
                  </a:lnTo>
                  <a:lnTo>
                    <a:pt x="0" y="74015"/>
                  </a:lnTo>
                  <a:lnTo>
                    <a:pt x="2095" y="76809"/>
                  </a:lnTo>
                  <a:lnTo>
                    <a:pt x="238175" y="76809"/>
                  </a:lnTo>
                  <a:lnTo>
                    <a:pt x="240271" y="74015"/>
                  </a:lnTo>
                  <a:lnTo>
                    <a:pt x="240271" y="67741"/>
                  </a:lnTo>
                  <a:close/>
                </a:path>
                <a:path w="240664" h="206375">
                  <a:moveTo>
                    <a:pt x="240271" y="2781"/>
                  </a:moveTo>
                  <a:lnTo>
                    <a:pt x="238175" y="0"/>
                  </a:lnTo>
                  <a:lnTo>
                    <a:pt x="5588" y="0"/>
                  </a:lnTo>
                  <a:lnTo>
                    <a:pt x="2095" y="0"/>
                  </a:lnTo>
                  <a:lnTo>
                    <a:pt x="0" y="2781"/>
                  </a:lnTo>
                  <a:lnTo>
                    <a:pt x="0" y="9067"/>
                  </a:lnTo>
                  <a:lnTo>
                    <a:pt x="2095" y="11874"/>
                  </a:lnTo>
                  <a:lnTo>
                    <a:pt x="238175" y="11874"/>
                  </a:lnTo>
                  <a:lnTo>
                    <a:pt x="240271" y="9067"/>
                  </a:lnTo>
                  <a:lnTo>
                    <a:pt x="240271" y="278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50" y="3716640"/>
              <a:ext cx="1494717" cy="72979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5354536" y="1597075"/>
              <a:ext cx="713105" cy="558800"/>
            </a:xfrm>
            <a:custGeom>
              <a:avLst/>
              <a:gdLst/>
              <a:ahLst/>
              <a:cxnLst/>
              <a:rect l="l" t="t" r="r" b="b"/>
              <a:pathLst>
                <a:path w="713104" h="558800">
                  <a:moveTo>
                    <a:pt x="713105" y="0"/>
                  </a:moveTo>
                  <a:lnTo>
                    <a:pt x="0" y="0"/>
                  </a:lnTo>
                  <a:lnTo>
                    <a:pt x="0" y="558685"/>
                  </a:lnTo>
                  <a:lnTo>
                    <a:pt x="67741" y="558685"/>
                  </a:lnTo>
                  <a:lnTo>
                    <a:pt x="713105" y="558685"/>
                  </a:lnTo>
                  <a:lnTo>
                    <a:pt x="713105" y="455345"/>
                  </a:lnTo>
                  <a:lnTo>
                    <a:pt x="7131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354537" y="2167641"/>
              <a:ext cx="713740" cy="57150"/>
            </a:xfrm>
            <a:custGeom>
              <a:avLst/>
              <a:gdLst/>
              <a:ahLst/>
              <a:cxnLst/>
              <a:rect l="l" t="t" r="r" b="b"/>
              <a:pathLst>
                <a:path w="713739" h="57150">
                  <a:moveTo>
                    <a:pt x="713116" y="56556"/>
                  </a:moveTo>
                  <a:lnTo>
                    <a:pt x="0" y="56556"/>
                  </a:lnTo>
                  <a:lnTo>
                    <a:pt x="0" y="0"/>
                  </a:lnTo>
                  <a:lnTo>
                    <a:pt x="713116" y="0"/>
                  </a:lnTo>
                  <a:lnTo>
                    <a:pt x="713116" y="56556"/>
                  </a:lnTo>
                  <a:close/>
                </a:path>
              </a:pathLst>
            </a:custGeom>
            <a:solidFill>
              <a:srgbClr val="FF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354537" y="2155759"/>
              <a:ext cx="713740" cy="12065"/>
            </a:xfrm>
            <a:custGeom>
              <a:avLst/>
              <a:gdLst/>
              <a:ahLst/>
              <a:cxnLst/>
              <a:rect l="l" t="t" r="r" b="b"/>
              <a:pathLst>
                <a:path w="713739" h="12064">
                  <a:moveTo>
                    <a:pt x="713116" y="11881"/>
                  </a:moveTo>
                  <a:lnTo>
                    <a:pt x="0" y="11881"/>
                  </a:lnTo>
                  <a:lnTo>
                    <a:pt x="0" y="0"/>
                  </a:lnTo>
                  <a:lnTo>
                    <a:pt x="713116" y="0"/>
                  </a:lnTo>
                  <a:lnTo>
                    <a:pt x="713116" y="1188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348945" y="1591477"/>
              <a:ext cx="725170" cy="638810"/>
            </a:xfrm>
            <a:custGeom>
              <a:avLst/>
              <a:gdLst/>
              <a:ahLst/>
              <a:cxnLst/>
              <a:rect l="l" t="t" r="r" b="b"/>
              <a:pathLst>
                <a:path w="725170" h="638810">
                  <a:moveTo>
                    <a:pt x="722203" y="638312"/>
                  </a:moveTo>
                  <a:lnTo>
                    <a:pt x="2795" y="638312"/>
                  </a:lnTo>
                  <a:lnTo>
                    <a:pt x="0" y="635516"/>
                  </a:lnTo>
                  <a:lnTo>
                    <a:pt x="0" y="2795"/>
                  </a:lnTo>
                  <a:lnTo>
                    <a:pt x="1397" y="2096"/>
                  </a:lnTo>
                  <a:lnTo>
                    <a:pt x="2795" y="698"/>
                  </a:lnTo>
                  <a:lnTo>
                    <a:pt x="4193" y="0"/>
                  </a:lnTo>
                  <a:lnTo>
                    <a:pt x="720805" y="0"/>
                  </a:lnTo>
                  <a:lnTo>
                    <a:pt x="722203" y="698"/>
                  </a:lnTo>
                  <a:lnTo>
                    <a:pt x="722902" y="2096"/>
                  </a:lnTo>
                  <a:lnTo>
                    <a:pt x="724300" y="2795"/>
                  </a:lnTo>
                  <a:lnTo>
                    <a:pt x="724999" y="4193"/>
                  </a:lnTo>
                  <a:lnTo>
                    <a:pt x="724999" y="11881"/>
                  </a:lnTo>
                  <a:lnTo>
                    <a:pt x="11164" y="11881"/>
                  </a:lnTo>
                  <a:lnTo>
                    <a:pt x="11164" y="627147"/>
                  </a:lnTo>
                  <a:lnTo>
                    <a:pt x="724999" y="627147"/>
                  </a:lnTo>
                  <a:lnTo>
                    <a:pt x="724999" y="634118"/>
                  </a:lnTo>
                  <a:lnTo>
                    <a:pt x="724300" y="635516"/>
                  </a:lnTo>
                  <a:lnTo>
                    <a:pt x="722902" y="636914"/>
                  </a:lnTo>
                  <a:lnTo>
                    <a:pt x="722203" y="638312"/>
                  </a:lnTo>
                  <a:close/>
                </a:path>
                <a:path w="725170" h="638810">
                  <a:moveTo>
                    <a:pt x="724999" y="627147"/>
                  </a:moveTo>
                  <a:lnTo>
                    <a:pt x="713134" y="627147"/>
                  </a:lnTo>
                  <a:lnTo>
                    <a:pt x="713134" y="11881"/>
                  </a:lnTo>
                  <a:lnTo>
                    <a:pt x="724999" y="11881"/>
                  </a:lnTo>
                  <a:lnTo>
                    <a:pt x="724999" y="627147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354537" y="1597068"/>
              <a:ext cx="713740" cy="107314"/>
            </a:xfrm>
            <a:custGeom>
              <a:avLst/>
              <a:gdLst/>
              <a:ahLst/>
              <a:cxnLst/>
              <a:rect l="l" t="t" r="r" b="b"/>
              <a:pathLst>
                <a:path w="713739" h="107314">
                  <a:moveTo>
                    <a:pt x="713116" y="106841"/>
                  </a:moveTo>
                  <a:lnTo>
                    <a:pt x="0" y="106841"/>
                  </a:lnTo>
                  <a:lnTo>
                    <a:pt x="0" y="0"/>
                  </a:lnTo>
                  <a:lnTo>
                    <a:pt x="713116" y="0"/>
                  </a:lnTo>
                  <a:lnTo>
                    <a:pt x="713116" y="106841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348935" y="1591487"/>
              <a:ext cx="725170" cy="490855"/>
            </a:xfrm>
            <a:custGeom>
              <a:avLst/>
              <a:gdLst/>
              <a:ahLst/>
              <a:cxnLst/>
              <a:rect l="l" t="t" r="r" b="b"/>
              <a:pathLst>
                <a:path w="725170" h="490855">
                  <a:moveTo>
                    <a:pt x="511276" y="342912"/>
                  </a:moveTo>
                  <a:lnTo>
                    <a:pt x="503796" y="296545"/>
                  </a:lnTo>
                  <a:lnTo>
                    <a:pt x="482981" y="256286"/>
                  </a:lnTo>
                  <a:lnTo>
                    <a:pt x="451231" y="224536"/>
                  </a:lnTo>
                  <a:lnTo>
                    <a:pt x="410959" y="203720"/>
                  </a:lnTo>
                  <a:lnTo>
                    <a:pt x="364591" y="196240"/>
                  </a:lnTo>
                  <a:lnTo>
                    <a:pt x="317893" y="203720"/>
                  </a:lnTo>
                  <a:lnTo>
                    <a:pt x="277418" y="224536"/>
                  </a:lnTo>
                  <a:lnTo>
                    <a:pt x="245567" y="256286"/>
                  </a:lnTo>
                  <a:lnTo>
                    <a:pt x="224713" y="296545"/>
                  </a:lnTo>
                  <a:lnTo>
                    <a:pt x="217233" y="342912"/>
                  </a:lnTo>
                  <a:lnTo>
                    <a:pt x="224713" y="389597"/>
                  </a:lnTo>
                  <a:lnTo>
                    <a:pt x="245567" y="430060"/>
                  </a:lnTo>
                  <a:lnTo>
                    <a:pt x="277418" y="461911"/>
                  </a:lnTo>
                  <a:lnTo>
                    <a:pt x="317893" y="482765"/>
                  </a:lnTo>
                  <a:lnTo>
                    <a:pt x="364591" y="490245"/>
                  </a:lnTo>
                  <a:lnTo>
                    <a:pt x="410959" y="482765"/>
                  </a:lnTo>
                  <a:lnTo>
                    <a:pt x="451231" y="461911"/>
                  </a:lnTo>
                  <a:lnTo>
                    <a:pt x="482981" y="430060"/>
                  </a:lnTo>
                  <a:lnTo>
                    <a:pt x="503796" y="389597"/>
                  </a:lnTo>
                  <a:lnTo>
                    <a:pt x="511276" y="342912"/>
                  </a:lnTo>
                  <a:close/>
                </a:path>
                <a:path w="725170" h="490855">
                  <a:moveTo>
                    <a:pt x="725004" y="4191"/>
                  </a:moveTo>
                  <a:lnTo>
                    <a:pt x="724306" y="2794"/>
                  </a:lnTo>
                  <a:lnTo>
                    <a:pt x="722909" y="2095"/>
                  </a:lnTo>
                  <a:lnTo>
                    <a:pt x="722210" y="698"/>
                  </a:lnTo>
                  <a:lnTo>
                    <a:pt x="720813" y="0"/>
                  </a:lnTo>
                  <a:lnTo>
                    <a:pt x="713143" y="0"/>
                  </a:lnTo>
                  <a:lnTo>
                    <a:pt x="713143" y="11874"/>
                  </a:lnTo>
                  <a:lnTo>
                    <a:pt x="713143" y="106857"/>
                  </a:lnTo>
                  <a:lnTo>
                    <a:pt x="11163" y="106857"/>
                  </a:lnTo>
                  <a:lnTo>
                    <a:pt x="11163" y="11874"/>
                  </a:lnTo>
                  <a:lnTo>
                    <a:pt x="713143" y="11874"/>
                  </a:lnTo>
                  <a:lnTo>
                    <a:pt x="713143" y="0"/>
                  </a:lnTo>
                  <a:lnTo>
                    <a:pt x="4203" y="0"/>
                  </a:lnTo>
                  <a:lnTo>
                    <a:pt x="2794" y="698"/>
                  </a:lnTo>
                  <a:lnTo>
                    <a:pt x="1397" y="2095"/>
                  </a:lnTo>
                  <a:lnTo>
                    <a:pt x="0" y="2794"/>
                  </a:lnTo>
                  <a:lnTo>
                    <a:pt x="0" y="115227"/>
                  </a:lnTo>
                  <a:lnTo>
                    <a:pt x="1397" y="116624"/>
                  </a:lnTo>
                  <a:lnTo>
                    <a:pt x="4203" y="118021"/>
                  </a:lnTo>
                  <a:lnTo>
                    <a:pt x="720813" y="118021"/>
                  </a:lnTo>
                  <a:lnTo>
                    <a:pt x="722210" y="117322"/>
                  </a:lnTo>
                  <a:lnTo>
                    <a:pt x="724306" y="115227"/>
                  </a:lnTo>
                  <a:lnTo>
                    <a:pt x="725004" y="113830"/>
                  </a:lnTo>
                  <a:lnTo>
                    <a:pt x="725004" y="106857"/>
                  </a:lnTo>
                  <a:lnTo>
                    <a:pt x="725004" y="11874"/>
                  </a:lnTo>
                  <a:lnTo>
                    <a:pt x="725004" y="4191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560578" y="1781435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69">
                  <a:moveTo>
                    <a:pt x="152953" y="305885"/>
                  </a:moveTo>
                  <a:lnTo>
                    <a:pt x="104596" y="298092"/>
                  </a:lnTo>
                  <a:lnTo>
                    <a:pt x="62607" y="276387"/>
                  </a:lnTo>
                  <a:lnTo>
                    <a:pt x="29502" y="243286"/>
                  </a:lnTo>
                  <a:lnTo>
                    <a:pt x="7794" y="201303"/>
                  </a:lnTo>
                  <a:lnTo>
                    <a:pt x="0" y="152952"/>
                  </a:lnTo>
                  <a:lnTo>
                    <a:pt x="7794" y="104592"/>
                  </a:lnTo>
                  <a:lnTo>
                    <a:pt x="29502" y="62603"/>
                  </a:lnTo>
                  <a:lnTo>
                    <a:pt x="62607" y="29499"/>
                  </a:lnTo>
                  <a:lnTo>
                    <a:pt x="104596" y="7793"/>
                  </a:lnTo>
                  <a:lnTo>
                    <a:pt x="152953" y="0"/>
                  </a:lnTo>
                  <a:lnTo>
                    <a:pt x="201320" y="7793"/>
                  </a:lnTo>
                  <a:lnTo>
                    <a:pt x="209230" y="11881"/>
                  </a:lnTo>
                  <a:lnTo>
                    <a:pt x="152953" y="11881"/>
                  </a:lnTo>
                  <a:lnTo>
                    <a:pt x="124387" y="14783"/>
                  </a:lnTo>
                  <a:lnTo>
                    <a:pt x="73801" y="36036"/>
                  </a:lnTo>
                  <a:lnTo>
                    <a:pt x="35743" y="74086"/>
                  </a:lnTo>
                  <a:lnTo>
                    <a:pt x="14671" y="124477"/>
                  </a:lnTo>
                  <a:lnTo>
                    <a:pt x="11864" y="152952"/>
                  </a:lnTo>
                  <a:lnTo>
                    <a:pt x="14671" y="181514"/>
                  </a:lnTo>
                  <a:lnTo>
                    <a:pt x="35743" y="232094"/>
                  </a:lnTo>
                  <a:lnTo>
                    <a:pt x="73801" y="270147"/>
                  </a:lnTo>
                  <a:lnTo>
                    <a:pt x="124387" y="291216"/>
                  </a:lnTo>
                  <a:lnTo>
                    <a:pt x="152953" y="294022"/>
                  </a:lnTo>
                  <a:lnTo>
                    <a:pt x="209194" y="294022"/>
                  </a:lnTo>
                  <a:lnTo>
                    <a:pt x="201320" y="298092"/>
                  </a:lnTo>
                  <a:lnTo>
                    <a:pt x="152953" y="305885"/>
                  </a:lnTo>
                  <a:close/>
                </a:path>
                <a:path w="306070" h="306069">
                  <a:moveTo>
                    <a:pt x="209194" y="294022"/>
                  </a:moveTo>
                  <a:lnTo>
                    <a:pt x="152953" y="294022"/>
                  </a:lnTo>
                  <a:lnTo>
                    <a:pt x="181432" y="291216"/>
                  </a:lnTo>
                  <a:lnTo>
                    <a:pt x="207876" y="283104"/>
                  </a:lnTo>
                  <a:lnTo>
                    <a:pt x="252838" y="252804"/>
                  </a:lnTo>
                  <a:lnTo>
                    <a:pt x="282870" y="208113"/>
                  </a:lnTo>
                  <a:lnTo>
                    <a:pt x="294042" y="152952"/>
                  </a:lnTo>
                  <a:lnTo>
                    <a:pt x="291140" y="124477"/>
                  </a:lnTo>
                  <a:lnTo>
                    <a:pt x="269885" y="74086"/>
                  </a:lnTo>
                  <a:lnTo>
                    <a:pt x="231830" y="36036"/>
                  </a:lnTo>
                  <a:lnTo>
                    <a:pt x="181432" y="14783"/>
                  </a:lnTo>
                  <a:lnTo>
                    <a:pt x="152953" y="11881"/>
                  </a:lnTo>
                  <a:lnTo>
                    <a:pt x="209230" y="11881"/>
                  </a:lnTo>
                  <a:lnTo>
                    <a:pt x="243315" y="29499"/>
                  </a:lnTo>
                  <a:lnTo>
                    <a:pt x="276423" y="62603"/>
                  </a:lnTo>
                  <a:lnTo>
                    <a:pt x="298131" y="104592"/>
                  </a:lnTo>
                  <a:lnTo>
                    <a:pt x="305926" y="152952"/>
                  </a:lnTo>
                  <a:lnTo>
                    <a:pt x="298131" y="201303"/>
                  </a:lnTo>
                  <a:lnTo>
                    <a:pt x="276423" y="243286"/>
                  </a:lnTo>
                  <a:lnTo>
                    <a:pt x="243315" y="276387"/>
                  </a:lnTo>
                  <a:lnTo>
                    <a:pt x="209194" y="29402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38812" y="1831890"/>
              <a:ext cx="183691" cy="2105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15380" y="2239672"/>
            <a:ext cx="291020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 spc="-385">
                <a:solidFill>
                  <a:srgbClr val="494949"/>
                </a:solidFill>
                <a:latin typeface="Tahoma"/>
                <a:cs typeface="Tahoma"/>
              </a:rPr>
              <a:t>IntrOductiOn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80032" y="901294"/>
            <a:ext cx="115062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869">
                <a:solidFill>
                  <a:srgbClr val="494949"/>
                </a:solidFill>
                <a:latin typeface="Tahoma"/>
                <a:cs typeface="Tahoma"/>
              </a:rPr>
              <a:t>01</a:t>
            </a:r>
            <a:endParaRPr sz="9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484493" y="44329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58500" y="44329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632506" y="44329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8129375" y="2664299"/>
            <a:ext cx="582295" cy="2479675"/>
            <a:chOff x="8129375" y="2664299"/>
            <a:chExt cx="582295" cy="2479675"/>
          </a:xfrm>
        </p:grpSpPr>
        <p:sp>
          <p:nvSpPr>
            <p:cNvPr id="6" name="object 6" descr=""/>
            <p:cNvSpPr/>
            <p:nvPr/>
          </p:nvSpPr>
          <p:spPr>
            <a:xfrm>
              <a:off x="8415512" y="2664299"/>
              <a:ext cx="9525" cy="2479675"/>
            </a:xfrm>
            <a:custGeom>
              <a:avLst/>
              <a:gdLst/>
              <a:ahLst/>
              <a:cxnLst/>
              <a:rect l="l" t="t" r="r" b="b"/>
              <a:pathLst>
                <a:path w="9525" h="2479675">
                  <a:moveTo>
                    <a:pt x="9524" y="2479200"/>
                  </a:moveTo>
                  <a:lnTo>
                    <a:pt x="0" y="2479200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4792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133825" y="4297200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4" h="572770">
                  <a:moveTo>
                    <a:pt x="286424" y="572299"/>
                  </a:moveTo>
                  <a:lnTo>
                    <a:pt x="239950" y="568553"/>
                  </a:lnTo>
                  <a:lnTo>
                    <a:pt x="195868" y="557706"/>
                  </a:lnTo>
                  <a:lnTo>
                    <a:pt x="154768" y="540346"/>
                  </a:lnTo>
                  <a:lnTo>
                    <a:pt x="117239" y="517061"/>
                  </a:lnTo>
                  <a:lnTo>
                    <a:pt x="83868" y="488440"/>
                  </a:lnTo>
                  <a:lnTo>
                    <a:pt x="55245" y="455071"/>
                  </a:lnTo>
                  <a:lnTo>
                    <a:pt x="31958" y="417542"/>
                  </a:lnTo>
                  <a:lnTo>
                    <a:pt x="14596" y="376440"/>
                  </a:lnTo>
                  <a:lnTo>
                    <a:pt x="3747" y="332355"/>
                  </a:lnTo>
                  <a:lnTo>
                    <a:pt x="0" y="285874"/>
                  </a:lnTo>
                  <a:lnTo>
                    <a:pt x="3747" y="239549"/>
                  </a:lnTo>
                  <a:lnTo>
                    <a:pt x="14596" y="195587"/>
                  </a:lnTo>
                  <a:lnTo>
                    <a:pt x="31958" y="154580"/>
                  </a:lnTo>
                  <a:lnTo>
                    <a:pt x="55245" y="117120"/>
                  </a:lnTo>
                  <a:lnTo>
                    <a:pt x="83868" y="83799"/>
                  </a:lnTo>
                  <a:lnTo>
                    <a:pt x="117239" y="55210"/>
                  </a:lnTo>
                  <a:lnTo>
                    <a:pt x="154768" y="31943"/>
                  </a:lnTo>
                  <a:lnTo>
                    <a:pt x="195868" y="14591"/>
                  </a:lnTo>
                  <a:lnTo>
                    <a:pt x="239950" y="3746"/>
                  </a:lnTo>
                  <a:lnTo>
                    <a:pt x="286424" y="0"/>
                  </a:lnTo>
                  <a:lnTo>
                    <a:pt x="332905" y="3746"/>
                  </a:lnTo>
                  <a:lnTo>
                    <a:pt x="376990" y="14591"/>
                  </a:lnTo>
                  <a:lnTo>
                    <a:pt x="418092" y="31943"/>
                  </a:lnTo>
                  <a:lnTo>
                    <a:pt x="455621" y="55210"/>
                  </a:lnTo>
                  <a:lnTo>
                    <a:pt x="488990" y="83799"/>
                  </a:lnTo>
                  <a:lnTo>
                    <a:pt x="517611" y="117120"/>
                  </a:lnTo>
                  <a:lnTo>
                    <a:pt x="540896" y="154580"/>
                  </a:lnTo>
                  <a:lnTo>
                    <a:pt x="558256" y="195587"/>
                  </a:lnTo>
                  <a:lnTo>
                    <a:pt x="569103" y="239549"/>
                  </a:lnTo>
                  <a:lnTo>
                    <a:pt x="572849" y="285874"/>
                  </a:lnTo>
                  <a:lnTo>
                    <a:pt x="569103" y="332355"/>
                  </a:lnTo>
                  <a:lnTo>
                    <a:pt x="558256" y="376440"/>
                  </a:lnTo>
                  <a:lnTo>
                    <a:pt x="540896" y="417542"/>
                  </a:lnTo>
                  <a:lnTo>
                    <a:pt x="517611" y="455071"/>
                  </a:lnTo>
                  <a:lnTo>
                    <a:pt x="488990" y="488440"/>
                  </a:lnTo>
                  <a:lnTo>
                    <a:pt x="455621" y="517061"/>
                  </a:lnTo>
                  <a:lnTo>
                    <a:pt x="418092" y="540346"/>
                  </a:lnTo>
                  <a:lnTo>
                    <a:pt x="376990" y="557706"/>
                  </a:lnTo>
                  <a:lnTo>
                    <a:pt x="332905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129375" y="4292200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5" h="582929">
                  <a:moveTo>
                    <a:pt x="290874" y="582324"/>
                  </a:moveTo>
                  <a:lnTo>
                    <a:pt x="243735" y="578512"/>
                  </a:lnTo>
                  <a:lnTo>
                    <a:pt x="199001" y="567474"/>
                  </a:lnTo>
                  <a:lnTo>
                    <a:pt x="157276" y="549810"/>
                  </a:lnTo>
                  <a:lnTo>
                    <a:pt x="119161" y="526116"/>
                  </a:lnTo>
                  <a:lnTo>
                    <a:pt x="85259" y="496993"/>
                  </a:lnTo>
                  <a:lnTo>
                    <a:pt x="56171" y="463038"/>
                  </a:lnTo>
                  <a:lnTo>
                    <a:pt x="32499" y="424851"/>
                  </a:lnTo>
                  <a:lnTo>
                    <a:pt x="14845" y="383028"/>
                  </a:lnTo>
                  <a:lnTo>
                    <a:pt x="3811" y="338170"/>
                  </a:lnTo>
                  <a:lnTo>
                    <a:pt x="0" y="290874"/>
                  </a:lnTo>
                  <a:lnTo>
                    <a:pt x="3811" y="243735"/>
                  </a:lnTo>
                  <a:lnTo>
                    <a:pt x="14845" y="199001"/>
                  </a:lnTo>
                  <a:lnTo>
                    <a:pt x="32499" y="157276"/>
                  </a:lnTo>
                  <a:lnTo>
                    <a:pt x="56171" y="119161"/>
                  </a:lnTo>
                  <a:lnTo>
                    <a:pt x="85259" y="85259"/>
                  </a:lnTo>
                  <a:lnTo>
                    <a:pt x="119161" y="56171"/>
                  </a:lnTo>
                  <a:lnTo>
                    <a:pt x="157276" y="32499"/>
                  </a:lnTo>
                  <a:lnTo>
                    <a:pt x="199001" y="14845"/>
                  </a:lnTo>
                  <a:lnTo>
                    <a:pt x="243735" y="3811"/>
                  </a:lnTo>
                  <a:lnTo>
                    <a:pt x="290874" y="0"/>
                  </a:lnTo>
                  <a:lnTo>
                    <a:pt x="338021" y="3811"/>
                  </a:lnTo>
                  <a:lnTo>
                    <a:pt x="360985" y="9474"/>
                  </a:lnTo>
                  <a:lnTo>
                    <a:pt x="290874" y="9474"/>
                  </a:lnTo>
                  <a:lnTo>
                    <a:pt x="234007" y="15151"/>
                  </a:lnTo>
                  <a:lnTo>
                    <a:pt x="181106" y="31484"/>
                  </a:lnTo>
                  <a:lnTo>
                    <a:pt x="133220" y="57431"/>
                  </a:lnTo>
                  <a:lnTo>
                    <a:pt x="91399" y="91949"/>
                  </a:lnTo>
                  <a:lnTo>
                    <a:pt x="57113" y="133529"/>
                  </a:lnTo>
                  <a:lnTo>
                    <a:pt x="31140" y="181381"/>
                  </a:lnTo>
                  <a:lnTo>
                    <a:pt x="14678" y="234248"/>
                  </a:lnTo>
                  <a:lnTo>
                    <a:pt x="8924" y="290874"/>
                  </a:lnTo>
                  <a:lnTo>
                    <a:pt x="14678" y="347753"/>
                  </a:lnTo>
                  <a:lnTo>
                    <a:pt x="31140" y="400656"/>
                  </a:lnTo>
                  <a:lnTo>
                    <a:pt x="57113" y="448543"/>
                  </a:lnTo>
                  <a:lnTo>
                    <a:pt x="91399" y="490374"/>
                  </a:lnTo>
                  <a:lnTo>
                    <a:pt x="133220" y="524650"/>
                  </a:lnTo>
                  <a:lnTo>
                    <a:pt x="181106" y="550624"/>
                  </a:lnTo>
                  <a:lnTo>
                    <a:pt x="234007" y="567092"/>
                  </a:lnTo>
                  <a:lnTo>
                    <a:pt x="290874" y="572849"/>
                  </a:lnTo>
                  <a:lnTo>
                    <a:pt x="360974" y="572849"/>
                  </a:lnTo>
                  <a:lnTo>
                    <a:pt x="338021" y="578512"/>
                  </a:lnTo>
                  <a:lnTo>
                    <a:pt x="290874" y="582324"/>
                  </a:lnTo>
                  <a:close/>
                </a:path>
                <a:path w="582295" h="582929">
                  <a:moveTo>
                    <a:pt x="360974" y="572849"/>
                  </a:moveTo>
                  <a:lnTo>
                    <a:pt x="290874" y="572849"/>
                  </a:lnTo>
                  <a:lnTo>
                    <a:pt x="347748" y="567092"/>
                  </a:lnTo>
                  <a:lnTo>
                    <a:pt x="400596" y="550624"/>
                  </a:lnTo>
                  <a:lnTo>
                    <a:pt x="448322" y="524650"/>
                  </a:lnTo>
                  <a:lnTo>
                    <a:pt x="489824" y="490374"/>
                  </a:lnTo>
                  <a:lnTo>
                    <a:pt x="524343" y="448543"/>
                  </a:lnTo>
                  <a:lnTo>
                    <a:pt x="550290" y="400656"/>
                  </a:lnTo>
                  <a:lnTo>
                    <a:pt x="566623" y="347753"/>
                  </a:lnTo>
                  <a:lnTo>
                    <a:pt x="572299" y="290874"/>
                  </a:lnTo>
                  <a:lnTo>
                    <a:pt x="566623" y="234248"/>
                  </a:lnTo>
                  <a:lnTo>
                    <a:pt x="550290" y="181381"/>
                  </a:lnTo>
                  <a:lnTo>
                    <a:pt x="524343" y="133529"/>
                  </a:lnTo>
                  <a:lnTo>
                    <a:pt x="489824" y="91949"/>
                  </a:lnTo>
                  <a:lnTo>
                    <a:pt x="448322" y="57431"/>
                  </a:lnTo>
                  <a:lnTo>
                    <a:pt x="400596" y="31484"/>
                  </a:lnTo>
                  <a:lnTo>
                    <a:pt x="347748" y="15151"/>
                  </a:lnTo>
                  <a:lnTo>
                    <a:pt x="290874" y="9474"/>
                  </a:lnTo>
                  <a:lnTo>
                    <a:pt x="360985" y="9474"/>
                  </a:lnTo>
                  <a:lnTo>
                    <a:pt x="424489" y="32499"/>
                  </a:lnTo>
                  <a:lnTo>
                    <a:pt x="462607" y="56171"/>
                  </a:lnTo>
                  <a:lnTo>
                    <a:pt x="496512" y="85259"/>
                  </a:lnTo>
                  <a:lnTo>
                    <a:pt x="525602" y="119161"/>
                  </a:lnTo>
                  <a:lnTo>
                    <a:pt x="549275" y="157276"/>
                  </a:lnTo>
                  <a:lnTo>
                    <a:pt x="566929" y="199001"/>
                  </a:lnTo>
                  <a:lnTo>
                    <a:pt x="577963" y="243735"/>
                  </a:lnTo>
                  <a:lnTo>
                    <a:pt x="581774" y="290874"/>
                  </a:lnTo>
                  <a:lnTo>
                    <a:pt x="577963" y="338170"/>
                  </a:lnTo>
                  <a:lnTo>
                    <a:pt x="566929" y="383028"/>
                  </a:lnTo>
                  <a:lnTo>
                    <a:pt x="549275" y="424851"/>
                  </a:lnTo>
                  <a:lnTo>
                    <a:pt x="525602" y="463038"/>
                  </a:lnTo>
                  <a:lnTo>
                    <a:pt x="496512" y="496993"/>
                  </a:lnTo>
                  <a:lnTo>
                    <a:pt x="462607" y="526116"/>
                  </a:lnTo>
                  <a:lnTo>
                    <a:pt x="424489" y="549810"/>
                  </a:lnTo>
                  <a:lnTo>
                    <a:pt x="382760" y="567474"/>
                  </a:lnTo>
                  <a:lnTo>
                    <a:pt x="360974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206275" y="4369649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89">
                  <a:moveTo>
                    <a:pt x="213974" y="427424"/>
                  </a:moveTo>
                  <a:lnTo>
                    <a:pt x="164928" y="421771"/>
                  </a:lnTo>
                  <a:lnTo>
                    <a:pt x="119896" y="405666"/>
                  </a:lnTo>
                  <a:lnTo>
                    <a:pt x="80165" y="380399"/>
                  </a:lnTo>
                  <a:lnTo>
                    <a:pt x="47023" y="347254"/>
                  </a:lnTo>
                  <a:lnTo>
                    <a:pt x="21757" y="307519"/>
                  </a:lnTo>
                  <a:lnTo>
                    <a:pt x="5653" y="262480"/>
                  </a:lnTo>
                  <a:lnTo>
                    <a:pt x="0" y="213424"/>
                  </a:lnTo>
                  <a:lnTo>
                    <a:pt x="5653" y="164408"/>
                  </a:lnTo>
                  <a:lnTo>
                    <a:pt x="21757" y="119455"/>
                  </a:lnTo>
                  <a:lnTo>
                    <a:pt x="47023" y="79832"/>
                  </a:lnTo>
                  <a:lnTo>
                    <a:pt x="80165" y="46807"/>
                  </a:lnTo>
                  <a:lnTo>
                    <a:pt x="119896" y="21648"/>
                  </a:lnTo>
                  <a:lnTo>
                    <a:pt x="164928" y="5623"/>
                  </a:lnTo>
                  <a:lnTo>
                    <a:pt x="213974" y="0"/>
                  </a:lnTo>
                  <a:lnTo>
                    <a:pt x="263030" y="5623"/>
                  </a:lnTo>
                  <a:lnTo>
                    <a:pt x="308069" y="21648"/>
                  </a:lnTo>
                  <a:lnTo>
                    <a:pt x="347804" y="46807"/>
                  </a:lnTo>
                  <a:lnTo>
                    <a:pt x="380949" y="79832"/>
                  </a:lnTo>
                  <a:lnTo>
                    <a:pt x="406216" y="119455"/>
                  </a:lnTo>
                  <a:lnTo>
                    <a:pt x="422321" y="164408"/>
                  </a:lnTo>
                  <a:lnTo>
                    <a:pt x="427974" y="213424"/>
                  </a:lnTo>
                  <a:lnTo>
                    <a:pt x="422321" y="262480"/>
                  </a:lnTo>
                  <a:lnTo>
                    <a:pt x="406216" y="307519"/>
                  </a:lnTo>
                  <a:lnTo>
                    <a:pt x="380949" y="347254"/>
                  </a:lnTo>
                  <a:lnTo>
                    <a:pt x="347804" y="380399"/>
                  </a:lnTo>
                  <a:lnTo>
                    <a:pt x="308069" y="405666"/>
                  </a:lnTo>
                  <a:lnTo>
                    <a:pt x="263030" y="421771"/>
                  </a:lnTo>
                  <a:lnTo>
                    <a:pt x="213974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01825" y="4364625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79" h="437514">
                  <a:moveTo>
                    <a:pt x="218424" y="437449"/>
                  </a:moveTo>
                  <a:lnTo>
                    <a:pt x="168250" y="431664"/>
                  </a:lnTo>
                  <a:lnTo>
                    <a:pt x="122239" y="415186"/>
                  </a:lnTo>
                  <a:lnTo>
                    <a:pt x="81688" y="389330"/>
                  </a:lnTo>
                  <a:lnTo>
                    <a:pt x="47893" y="355412"/>
                  </a:lnTo>
                  <a:lnTo>
                    <a:pt x="22149" y="314749"/>
                  </a:lnTo>
                  <a:lnTo>
                    <a:pt x="5753" y="268656"/>
                  </a:lnTo>
                  <a:lnTo>
                    <a:pt x="0" y="218449"/>
                  </a:lnTo>
                  <a:lnTo>
                    <a:pt x="5753" y="168454"/>
                  </a:lnTo>
                  <a:lnTo>
                    <a:pt x="22149" y="122510"/>
                  </a:lnTo>
                  <a:lnTo>
                    <a:pt x="47893" y="81945"/>
                  </a:lnTo>
                  <a:lnTo>
                    <a:pt x="81688" y="48084"/>
                  </a:lnTo>
                  <a:lnTo>
                    <a:pt x="122239" y="22255"/>
                  </a:lnTo>
                  <a:lnTo>
                    <a:pt x="168250" y="5784"/>
                  </a:lnTo>
                  <a:lnTo>
                    <a:pt x="218424" y="0"/>
                  </a:lnTo>
                  <a:lnTo>
                    <a:pt x="268428" y="5784"/>
                  </a:lnTo>
                  <a:lnTo>
                    <a:pt x="278721" y="9474"/>
                  </a:lnTo>
                  <a:lnTo>
                    <a:pt x="218424" y="9474"/>
                  </a:lnTo>
                  <a:lnTo>
                    <a:pt x="176146" y="13726"/>
                  </a:lnTo>
                  <a:lnTo>
                    <a:pt x="136793" y="25921"/>
                  </a:lnTo>
                  <a:lnTo>
                    <a:pt x="101199" y="45218"/>
                  </a:lnTo>
                  <a:lnTo>
                    <a:pt x="70199" y="70774"/>
                  </a:lnTo>
                  <a:lnTo>
                    <a:pt x="44632" y="101766"/>
                  </a:lnTo>
                  <a:lnTo>
                    <a:pt x="25337" y="137299"/>
                  </a:lnTo>
                  <a:lnTo>
                    <a:pt x="13148" y="176489"/>
                  </a:lnTo>
                  <a:lnTo>
                    <a:pt x="8899" y="218449"/>
                  </a:lnTo>
                  <a:lnTo>
                    <a:pt x="13148" y="260731"/>
                  </a:lnTo>
                  <a:lnTo>
                    <a:pt x="25337" y="300090"/>
                  </a:lnTo>
                  <a:lnTo>
                    <a:pt x="44632" y="335685"/>
                  </a:lnTo>
                  <a:lnTo>
                    <a:pt x="70199" y="366674"/>
                  </a:lnTo>
                  <a:lnTo>
                    <a:pt x="101199" y="392242"/>
                  </a:lnTo>
                  <a:lnTo>
                    <a:pt x="136793" y="411537"/>
                  </a:lnTo>
                  <a:lnTo>
                    <a:pt x="176146" y="423726"/>
                  </a:lnTo>
                  <a:lnTo>
                    <a:pt x="218424" y="427974"/>
                  </a:lnTo>
                  <a:lnTo>
                    <a:pt x="278716" y="427974"/>
                  </a:lnTo>
                  <a:lnTo>
                    <a:pt x="268428" y="431664"/>
                  </a:lnTo>
                  <a:lnTo>
                    <a:pt x="218424" y="437449"/>
                  </a:lnTo>
                  <a:close/>
                </a:path>
                <a:path w="436879" h="437514">
                  <a:moveTo>
                    <a:pt x="278716" y="427974"/>
                  </a:moveTo>
                  <a:lnTo>
                    <a:pt x="218424" y="427974"/>
                  </a:lnTo>
                  <a:lnTo>
                    <a:pt x="260631" y="423726"/>
                  </a:lnTo>
                  <a:lnTo>
                    <a:pt x="299799" y="411537"/>
                  </a:lnTo>
                  <a:lnTo>
                    <a:pt x="335199" y="392242"/>
                  </a:lnTo>
                  <a:lnTo>
                    <a:pt x="366099" y="366674"/>
                  </a:lnTo>
                  <a:lnTo>
                    <a:pt x="391667" y="335685"/>
                  </a:lnTo>
                  <a:lnTo>
                    <a:pt x="410962" y="300090"/>
                  </a:lnTo>
                  <a:lnTo>
                    <a:pt x="423151" y="260731"/>
                  </a:lnTo>
                  <a:lnTo>
                    <a:pt x="427399" y="218449"/>
                  </a:lnTo>
                  <a:lnTo>
                    <a:pt x="423151" y="176489"/>
                  </a:lnTo>
                  <a:lnTo>
                    <a:pt x="410962" y="137299"/>
                  </a:lnTo>
                  <a:lnTo>
                    <a:pt x="391667" y="101766"/>
                  </a:lnTo>
                  <a:lnTo>
                    <a:pt x="366099" y="70774"/>
                  </a:lnTo>
                  <a:lnTo>
                    <a:pt x="335199" y="45218"/>
                  </a:lnTo>
                  <a:lnTo>
                    <a:pt x="299799" y="25921"/>
                  </a:lnTo>
                  <a:lnTo>
                    <a:pt x="260631" y="13726"/>
                  </a:lnTo>
                  <a:lnTo>
                    <a:pt x="218424" y="9474"/>
                  </a:lnTo>
                  <a:lnTo>
                    <a:pt x="278721" y="9474"/>
                  </a:lnTo>
                  <a:lnTo>
                    <a:pt x="354940" y="48084"/>
                  </a:lnTo>
                  <a:lnTo>
                    <a:pt x="388798" y="81945"/>
                  </a:lnTo>
                  <a:lnTo>
                    <a:pt x="414623" y="122510"/>
                  </a:lnTo>
                  <a:lnTo>
                    <a:pt x="431091" y="168454"/>
                  </a:lnTo>
                  <a:lnTo>
                    <a:pt x="436874" y="218449"/>
                  </a:lnTo>
                  <a:lnTo>
                    <a:pt x="431091" y="268656"/>
                  </a:lnTo>
                  <a:lnTo>
                    <a:pt x="414623" y="314749"/>
                  </a:lnTo>
                  <a:lnTo>
                    <a:pt x="388798" y="355412"/>
                  </a:lnTo>
                  <a:lnTo>
                    <a:pt x="354940" y="389330"/>
                  </a:lnTo>
                  <a:lnTo>
                    <a:pt x="314374" y="415186"/>
                  </a:lnTo>
                  <a:lnTo>
                    <a:pt x="278716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84850" y="4448224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10">
                  <a:moveTo>
                    <a:pt x="135399" y="270274"/>
                  </a:moveTo>
                  <a:lnTo>
                    <a:pt x="92643" y="263359"/>
                  </a:lnTo>
                  <a:lnTo>
                    <a:pt x="55479" y="244111"/>
                  </a:lnTo>
                  <a:lnTo>
                    <a:pt x="26154" y="214779"/>
                  </a:lnTo>
                  <a:lnTo>
                    <a:pt x="6912" y="177609"/>
                  </a:lnTo>
                  <a:lnTo>
                    <a:pt x="0" y="134849"/>
                  </a:lnTo>
                  <a:lnTo>
                    <a:pt x="6912" y="92371"/>
                  </a:lnTo>
                  <a:lnTo>
                    <a:pt x="26154" y="55371"/>
                  </a:lnTo>
                  <a:lnTo>
                    <a:pt x="55479" y="26126"/>
                  </a:lnTo>
                  <a:lnTo>
                    <a:pt x="92643" y="6910"/>
                  </a:lnTo>
                  <a:lnTo>
                    <a:pt x="135399" y="0"/>
                  </a:lnTo>
                  <a:lnTo>
                    <a:pt x="178102" y="6910"/>
                  </a:lnTo>
                  <a:lnTo>
                    <a:pt x="215135" y="26126"/>
                  </a:lnTo>
                  <a:lnTo>
                    <a:pt x="244305" y="55371"/>
                  </a:lnTo>
                  <a:lnTo>
                    <a:pt x="263416" y="92371"/>
                  </a:lnTo>
                  <a:lnTo>
                    <a:pt x="270274" y="134849"/>
                  </a:lnTo>
                  <a:lnTo>
                    <a:pt x="263416" y="177609"/>
                  </a:lnTo>
                  <a:lnTo>
                    <a:pt x="244305" y="214779"/>
                  </a:lnTo>
                  <a:lnTo>
                    <a:pt x="215135" y="244111"/>
                  </a:lnTo>
                  <a:lnTo>
                    <a:pt x="178102" y="263359"/>
                  </a:lnTo>
                  <a:lnTo>
                    <a:pt x="135399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280400" y="4443775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49" y="279174"/>
                  </a:moveTo>
                  <a:lnTo>
                    <a:pt x="95564" y="272065"/>
                  </a:lnTo>
                  <a:lnTo>
                    <a:pt x="57164" y="252251"/>
                  </a:lnTo>
                  <a:lnTo>
                    <a:pt x="26921" y="222005"/>
                  </a:lnTo>
                  <a:lnTo>
                    <a:pt x="7109" y="183597"/>
                  </a:lnTo>
                  <a:lnTo>
                    <a:pt x="0" y="139299"/>
                  </a:lnTo>
                  <a:lnTo>
                    <a:pt x="7109" y="95283"/>
                  </a:lnTo>
                  <a:lnTo>
                    <a:pt x="26921" y="57045"/>
                  </a:lnTo>
                  <a:lnTo>
                    <a:pt x="57164" y="26886"/>
                  </a:lnTo>
                  <a:lnTo>
                    <a:pt x="95564" y="7104"/>
                  </a:lnTo>
                  <a:lnTo>
                    <a:pt x="139849" y="0"/>
                  </a:lnTo>
                  <a:lnTo>
                    <a:pt x="183926" y="7104"/>
                  </a:lnTo>
                  <a:lnTo>
                    <a:pt x="187409" y="8899"/>
                  </a:lnTo>
                  <a:lnTo>
                    <a:pt x="139849" y="8899"/>
                  </a:lnTo>
                  <a:lnTo>
                    <a:pt x="113496" y="11539"/>
                  </a:lnTo>
                  <a:lnTo>
                    <a:pt x="66826" y="31238"/>
                  </a:lnTo>
                  <a:lnTo>
                    <a:pt x="31556" y="66586"/>
                  </a:lnTo>
                  <a:lnTo>
                    <a:pt x="12081" y="113187"/>
                  </a:lnTo>
                  <a:lnTo>
                    <a:pt x="9449" y="139299"/>
                  </a:lnTo>
                  <a:lnTo>
                    <a:pt x="12081" y="165744"/>
                  </a:lnTo>
                  <a:lnTo>
                    <a:pt x="31556" y="212569"/>
                  </a:lnTo>
                  <a:lnTo>
                    <a:pt x="66826" y="247604"/>
                  </a:lnTo>
                  <a:lnTo>
                    <a:pt x="113496" y="267072"/>
                  </a:lnTo>
                  <a:lnTo>
                    <a:pt x="139849" y="269699"/>
                  </a:lnTo>
                  <a:lnTo>
                    <a:pt x="188508" y="269699"/>
                  </a:lnTo>
                  <a:lnTo>
                    <a:pt x="183926" y="272065"/>
                  </a:lnTo>
                  <a:lnTo>
                    <a:pt x="139849" y="279174"/>
                  </a:lnTo>
                  <a:close/>
                </a:path>
                <a:path w="280034" h="279400">
                  <a:moveTo>
                    <a:pt x="188508" y="269699"/>
                  </a:moveTo>
                  <a:lnTo>
                    <a:pt x="139849" y="269699"/>
                  </a:lnTo>
                  <a:lnTo>
                    <a:pt x="166208" y="267072"/>
                  </a:lnTo>
                  <a:lnTo>
                    <a:pt x="190634" y="259534"/>
                  </a:lnTo>
                  <a:lnTo>
                    <a:pt x="231799" y="231799"/>
                  </a:lnTo>
                  <a:lnTo>
                    <a:pt x="260015" y="190359"/>
                  </a:lnTo>
                  <a:lnTo>
                    <a:pt x="270249" y="139299"/>
                  </a:lnTo>
                  <a:lnTo>
                    <a:pt x="267613" y="113187"/>
                  </a:lnTo>
                  <a:lnTo>
                    <a:pt x="247922" y="66586"/>
                  </a:lnTo>
                  <a:lnTo>
                    <a:pt x="212655" y="31238"/>
                  </a:lnTo>
                  <a:lnTo>
                    <a:pt x="166208" y="11539"/>
                  </a:lnTo>
                  <a:lnTo>
                    <a:pt x="139849" y="8899"/>
                  </a:lnTo>
                  <a:lnTo>
                    <a:pt x="187409" y="8899"/>
                  </a:lnTo>
                  <a:lnTo>
                    <a:pt x="222306" y="26886"/>
                  </a:lnTo>
                  <a:lnTo>
                    <a:pt x="252636" y="57045"/>
                  </a:lnTo>
                  <a:lnTo>
                    <a:pt x="272560" y="95283"/>
                  </a:lnTo>
                  <a:lnTo>
                    <a:pt x="279724" y="139299"/>
                  </a:lnTo>
                  <a:lnTo>
                    <a:pt x="272560" y="183597"/>
                  </a:lnTo>
                  <a:lnTo>
                    <a:pt x="252636" y="222005"/>
                  </a:lnTo>
                  <a:lnTo>
                    <a:pt x="222306" y="252251"/>
                  </a:lnTo>
                  <a:lnTo>
                    <a:pt x="188508" y="2696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279262" y="3725625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0999" y="282524"/>
                  </a:moveTo>
                  <a:lnTo>
                    <a:pt x="96374" y="275346"/>
                  </a:lnTo>
                  <a:lnTo>
                    <a:pt x="57661" y="255328"/>
                  </a:lnTo>
                  <a:lnTo>
                    <a:pt x="27160" y="224744"/>
                  </a:lnTo>
                  <a:lnTo>
                    <a:pt x="7173" y="185868"/>
                  </a:lnTo>
                  <a:lnTo>
                    <a:pt x="0" y="140974"/>
                  </a:lnTo>
                  <a:lnTo>
                    <a:pt x="7173" y="96361"/>
                  </a:lnTo>
                  <a:lnTo>
                    <a:pt x="27160" y="57655"/>
                  </a:lnTo>
                  <a:lnTo>
                    <a:pt x="57661" y="27159"/>
                  </a:lnTo>
                  <a:lnTo>
                    <a:pt x="96374" y="7173"/>
                  </a:lnTo>
                  <a:lnTo>
                    <a:pt x="140999" y="0"/>
                  </a:lnTo>
                  <a:lnTo>
                    <a:pt x="185891" y="7173"/>
                  </a:lnTo>
                  <a:lnTo>
                    <a:pt x="224761" y="27159"/>
                  </a:lnTo>
                  <a:lnTo>
                    <a:pt x="255337" y="57655"/>
                  </a:lnTo>
                  <a:lnTo>
                    <a:pt x="275349" y="96361"/>
                  </a:lnTo>
                  <a:lnTo>
                    <a:pt x="282524" y="140974"/>
                  </a:lnTo>
                  <a:lnTo>
                    <a:pt x="275349" y="185868"/>
                  </a:lnTo>
                  <a:lnTo>
                    <a:pt x="255337" y="224744"/>
                  </a:lnTo>
                  <a:lnTo>
                    <a:pt x="224761" y="255328"/>
                  </a:lnTo>
                  <a:lnTo>
                    <a:pt x="185891" y="275346"/>
                  </a:lnTo>
                  <a:lnTo>
                    <a:pt x="140999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274262" y="3720600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5">
                  <a:moveTo>
                    <a:pt x="145999" y="292574"/>
                  </a:moveTo>
                  <a:lnTo>
                    <a:pt x="99999" y="285087"/>
                  </a:lnTo>
                  <a:lnTo>
                    <a:pt x="59939" y="264250"/>
                  </a:lnTo>
                  <a:lnTo>
                    <a:pt x="28279" y="232499"/>
                  </a:lnTo>
                  <a:lnTo>
                    <a:pt x="7479" y="192270"/>
                  </a:lnTo>
                  <a:lnTo>
                    <a:pt x="0" y="145999"/>
                  </a:lnTo>
                  <a:lnTo>
                    <a:pt x="7479" y="99999"/>
                  </a:lnTo>
                  <a:lnTo>
                    <a:pt x="28279" y="59939"/>
                  </a:lnTo>
                  <a:lnTo>
                    <a:pt x="59939" y="28279"/>
                  </a:lnTo>
                  <a:lnTo>
                    <a:pt x="99999" y="7479"/>
                  </a:lnTo>
                  <a:lnTo>
                    <a:pt x="145999" y="0"/>
                  </a:lnTo>
                  <a:lnTo>
                    <a:pt x="192211" y="7479"/>
                  </a:lnTo>
                  <a:lnTo>
                    <a:pt x="196056" y="9474"/>
                  </a:lnTo>
                  <a:lnTo>
                    <a:pt x="145999" y="9474"/>
                  </a:lnTo>
                  <a:lnTo>
                    <a:pt x="118625" y="12218"/>
                  </a:lnTo>
                  <a:lnTo>
                    <a:pt x="69735" y="32751"/>
                  </a:lnTo>
                  <a:lnTo>
                    <a:pt x="32730" y="69760"/>
                  </a:lnTo>
                  <a:lnTo>
                    <a:pt x="12214" y="118639"/>
                  </a:lnTo>
                  <a:lnTo>
                    <a:pt x="9474" y="145999"/>
                  </a:lnTo>
                  <a:lnTo>
                    <a:pt x="12214" y="173692"/>
                  </a:lnTo>
                  <a:lnTo>
                    <a:pt x="32730" y="222805"/>
                  </a:lnTo>
                  <a:lnTo>
                    <a:pt x="69735" y="259580"/>
                  </a:lnTo>
                  <a:lnTo>
                    <a:pt x="118625" y="280275"/>
                  </a:lnTo>
                  <a:lnTo>
                    <a:pt x="145999" y="283099"/>
                  </a:lnTo>
                  <a:lnTo>
                    <a:pt x="196035" y="283099"/>
                  </a:lnTo>
                  <a:lnTo>
                    <a:pt x="192211" y="285087"/>
                  </a:lnTo>
                  <a:lnTo>
                    <a:pt x="145999" y="292574"/>
                  </a:lnTo>
                  <a:close/>
                </a:path>
                <a:path w="292100" h="292735">
                  <a:moveTo>
                    <a:pt x="196035" y="283099"/>
                  </a:moveTo>
                  <a:lnTo>
                    <a:pt x="145999" y="283099"/>
                  </a:lnTo>
                  <a:lnTo>
                    <a:pt x="173600" y="280275"/>
                  </a:lnTo>
                  <a:lnTo>
                    <a:pt x="199274" y="272224"/>
                  </a:lnTo>
                  <a:lnTo>
                    <a:pt x="242949" y="242974"/>
                  </a:lnTo>
                  <a:lnTo>
                    <a:pt x="272209" y="199503"/>
                  </a:lnTo>
                  <a:lnTo>
                    <a:pt x="283074" y="145999"/>
                  </a:lnTo>
                  <a:lnTo>
                    <a:pt x="280254" y="118639"/>
                  </a:lnTo>
                  <a:lnTo>
                    <a:pt x="259566" y="69760"/>
                  </a:lnTo>
                  <a:lnTo>
                    <a:pt x="222549" y="32751"/>
                  </a:lnTo>
                  <a:lnTo>
                    <a:pt x="173600" y="12218"/>
                  </a:lnTo>
                  <a:lnTo>
                    <a:pt x="145999" y="9474"/>
                  </a:lnTo>
                  <a:lnTo>
                    <a:pt x="196056" y="9474"/>
                  </a:lnTo>
                  <a:lnTo>
                    <a:pt x="232297" y="28279"/>
                  </a:lnTo>
                  <a:lnTo>
                    <a:pt x="263878" y="59939"/>
                  </a:lnTo>
                  <a:lnTo>
                    <a:pt x="284572" y="99999"/>
                  </a:lnTo>
                  <a:lnTo>
                    <a:pt x="291999" y="145999"/>
                  </a:lnTo>
                  <a:lnTo>
                    <a:pt x="284572" y="192270"/>
                  </a:lnTo>
                  <a:lnTo>
                    <a:pt x="263878" y="232499"/>
                  </a:lnTo>
                  <a:lnTo>
                    <a:pt x="232297" y="264250"/>
                  </a:lnTo>
                  <a:lnTo>
                    <a:pt x="196035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6662" y="3783024"/>
              <a:ext cx="167724" cy="1677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2762" y="3212500"/>
              <a:ext cx="174999" cy="174974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432849" y="612"/>
            <a:ext cx="582295" cy="2501900"/>
            <a:chOff x="432849" y="612"/>
            <a:chExt cx="582295" cy="2501900"/>
          </a:xfrm>
        </p:grpSpPr>
        <p:sp>
          <p:nvSpPr>
            <p:cNvPr id="18" name="object 18" descr=""/>
            <p:cNvSpPr/>
            <p:nvPr/>
          </p:nvSpPr>
          <p:spPr>
            <a:xfrm>
              <a:off x="723724" y="612"/>
              <a:ext cx="0" cy="2501900"/>
            </a:xfrm>
            <a:custGeom>
              <a:avLst/>
              <a:gdLst/>
              <a:ahLst/>
              <a:cxnLst/>
              <a:rect l="l" t="t" r="r" b="b"/>
              <a:pathLst>
                <a:path w="0" h="2501900">
                  <a:moveTo>
                    <a:pt x="0" y="0"/>
                  </a:moveTo>
                  <a:lnTo>
                    <a:pt x="0" y="2501399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37324" y="296812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5" h="572769">
                  <a:moveTo>
                    <a:pt x="286424" y="572299"/>
                  </a:moveTo>
                  <a:lnTo>
                    <a:pt x="239944" y="568553"/>
                  </a:lnTo>
                  <a:lnTo>
                    <a:pt x="195859" y="557708"/>
                  </a:lnTo>
                  <a:lnTo>
                    <a:pt x="154757" y="540356"/>
                  </a:lnTo>
                  <a:lnTo>
                    <a:pt x="117228" y="517089"/>
                  </a:lnTo>
                  <a:lnTo>
                    <a:pt x="83859" y="488499"/>
                  </a:lnTo>
                  <a:lnTo>
                    <a:pt x="55238" y="455179"/>
                  </a:lnTo>
                  <a:lnTo>
                    <a:pt x="31953" y="417719"/>
                  </a:lnTo>
                  <a:lnTo>
                    <a:pt x="14593" y="376712"/>
                  </a:lnTo>
                  <a:lnTo>
                    <a:pt x="3746" y="332750"/>
                  </a:lnTo>
                  <a:lnTo>
                    <a:pt x="0" y="286424"/>
                  </a:lnTo>
                  <a:lnTo>
                    <a:pt x="3746" y="239944"/>
                  </a:lnTo>
                  <a:lnTo>
                    <a:pt x="14593" y="195859"/>
                  </a:lnTo>
                  <a:lnTo>
                    <a:pt x="31953" y="154757"/>
                  </a:lnTo>
                  <a:lnTo>
                    <a:pt x="55238" y="117228"/>
                  </a:lnTo>
                  <a:lnTo>
                    <a:pt x="83859" y="83859"/>
                  </a:lnTo>
                  <a:lnTo>
                    <a:pt x="117228" y="55238"/>
                  </a:lnTo>
                  <a:lnTo>
                    <a:pt x="154757" y="31953"/>
                  </a:lnTo>
                  <a:lnTo>
                    <a:pt x="195859" y="14593"/>
                  </a:lnTo>
                  <a:lnTo>
                    <a:pt x="239944" y="3746"/>
                  </a:lnTo>
                  <a:lnTo>
                    <a:pt x="286424" y="0"/>
                  </a:lnTo>
                  <a:lnTo>
                    <a:pt x="332899" y="3746"/>
                  </a:lnTo>
                  <a:lnTo>
                    <a:pt x="376981" y="14593"/>
                  </a:lnTo>
                  <a:lnTo>
                    <a:pt x="418081" y="31953"/>
                  </a:lnTo>
                  <a:lnTo>
                    <a:pt x="455610" y="55238"/>
                  </a:lnTo>
                  <a:lnTo>
                    <a:pt x="488981" y="83859"/>
                  </a:lnTo>
                  <a:lnTo>
                    <a:pt x="517604" y="117228"/>
                  </a:lnTo>
                  <a:lnTo>
                    <a:pt x="540891" y="154757"/>
                  </a:lnTo>
                  <a:lnTo>
                    <a:pt x="558253" y="195859"/>
                  </a:lnTo>
                  <a:lnTo>
                    <a:pt x="569102" y="239944"/>
                  </a:lnTo>
                  <a:lnTo>
                    <a:pt x="572849" y="286424"/>
                  </a:lnTo>
                  <a:lnTo>
                    <a:pt x="569102" y="332750"/>
                  </a:lnTo>
                  <a:lnTo>
                    <a:pt x="558253" y="376712"/>
                  </a:lnTo>
                  <a:lnTo>
                    <a:pt x="540891" y="417719"/>
                  </a:lnTo>
                  <a:lnTo>
                    <a:pt x="517604" y="455179"/>
                  </a:lnTo>
                  <a:lnTo>
                    <a:pt x="488981" y="488499"/>
                  </a:lnTo>
                  <a:lnTo>
                    <a:pt x="455610" y="517089"/>
                  </a:lnTo>
                  <a:lnTo>
                    <a:pt x="418081" y="540356"/>
                  </a:lnTo>
                  <a:lnTo>
                    <a:pt x="376981" y="557708"/>
                  </a:lnTo>
                  <a:lnTo>
                    <a:pt x="332899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2849" y="291787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4" h="582930">
                  <a:moveTo>
                    <a:pt x="290899" y="582324"/>
                  </a:moveTo>
                  <a:lnTo>
                    <a:pt x="243753" y="578513"/>
                  </a:lnTo>
                  <a:lnTo>
                    <a:pt x="199014" y="567479"/>
                  </a:lnTo>
                  <a:lnTo>
                    <a:pt x="157285" y="549825"/>
                  </a:lnTo>
                  <a:lnTo>
                    <a:pt x="119167" y="526153"/>
                  </a:lnTo>
                  <a:lnTo>
                    <a:pt x="85262" y="497065"/>
                  </a:lnTo>
                  <a:lnTo>
                    <a:pt x="56172" y="463163"/>
                  </a:lnTo>
                  <a:lnTo>
                    <a:pt x="32499" y="425048"/>
                  </a:lnTo>
                  <a:lnTo>
                    <a:pt x="14845" y="383323"/>
                  </a:lnTo>
                  <a:lnTo>
                    <a:pt x="3811" y="338589"/>
                  </a:lnTo>
                  <a:lnTo>
                    <a:pt x="0" y="291449"/>
                  </a:lnTo>
                  <a:lnTo>
                    <a:pt x="3811" y="244154"/>
                  </a:lnTo>
                  <a:lnTo>
                    <a:pt x="14845" y="199295"/>
                  </a:lnTo>
                  <a:lnTo>
                    <a:pt x="32499" y="157473"/>
                  </a:lnTo>
                  <a:lnTo>
                    <a:pt x="56172" y="119285"/>
                  </a:lnTo>
                  <a:lnTo>
                    <a:pt x="85262" y="85331"/>
                  </a:lnTo>
                  <a:lnTo>
                    <a:pt x="119167" y="56207"/>
                  </a:lnTo>
                  <a:lnTo>
                    <a:pt x="157285" y="32514"/>
                  </a:lnTo>
                  <a:lnTo>
                    <a:pt x="199014" y="14849"/>
                  </a:lnTo>
                  <a:lnTo>
                    <a:pt x="243753" y="3812"/>
                  </a:lnTo>
                  <a:lnTo>
                    <a:pt x="290899" y="0"/>
                  </a:lnTo>
                  <a:lnTo>
                    <a:pt x="338039" y="3812"/>
                  </a:lnTo>
                  <a:lnTo>
                    <a:pt x="360989" y="9474"/>
                  </a:lnTo>
                  <a:lnTo>
                    <a:pt x="290899" y="9474"/>
                  </a:lnTo>
                  <a:lnTo>
                    <a:pt x="234026" y="15232"/>
                  </a:lnTo>
                  <a:lnTo>
                    <a:pt x="181178" y="31699"/>
                  </a:lnTo>
                  <a:lnTo>
                    <a:pt x="133452" y="57674"/>
                  </a:lnTo>
                  <a:lnTo>
                    <a:pt x="91949" y="91949"/>
                  </a:lnTo>
                  <a:lnTo>
                    <a:pt x="57431" y="133781"/>
                  </a:lnTo>
                  <a:lnTo>
                    <a:pt x="31484" y="181668"/>
                  </a:lnTo>
                  <a:lnTo>
                    <a:pt x="15151" y="234571"/>
                  </a:lnTo>
                  <a:lnTo>
                    <a:pt x="9474" y="291449"/>
                  </a:lnTo>
                  <a:lnTo>
                    <a:pt x="15151" y="348076"/>
                  </a:lnTo>
                  <a:lnTo>
                    <a:pt x="31484" y="400943"/>
                  </a:lnTo>
                  <a:lnTo>
                    <a:pt x="57431" y="448795"/>
                  </a:lnTo>
                  <a:lnTo>
                    <a:pt x="91949" y="490374"/>
                  </a:lnTo>
                  <a:lnTo>
                    <a:pt x="133452" y="524893"/>
                  </a:lnTo>
                  <a:lnTo>
                    <a:pt x="181178" y="550840"/>
                  </a:lnTo>
                  <a:lnTo>
                    <a:pt x="234026" y="567173"/>
                  </a:lnTo>
                  <a:lnTo>
                    <a:pt x="290899" y="572849"/>
                  </a:lnTo>
                  <a:lnTo>
                    <a:pt x="361000" y="572849"/>
                  </a:lnTo>
                  <a:lnTo>
                    <a:pt x="338039" y="578513"/>
                  </a:lnTo>
                  <a:lnTo>
                    <a:pt x="290899" y="582324"/>
                  </a:lnTo>
                  <a:close/>
                </a:path>
                <a:path w="582294" h="582930">
                  <a:moveTo>
                    <a:pt x="361000" y="572849"/>
                  </a:moveTo>
                  <a:lnTo>
                    <a:pt x="290899" y="572849"/>
                  </a:lnTo>
                  <a:lnTo>
                    <a:pt x="347767" y="567173"/>
                  </a:lnTo>
                  <a:lnTo>
                    <a:pt x="400668" y="550840"/>
                  </a:lnTo>
                  <a:lnTo>
                    <a:pt x="448554" y="524893"/>
                  </a:lnTo>
                  <a:lnTo>
                    <a:pt x="490374" y="490374"/>
                  </a:lnTo>
                  <a:lnTo>
                    <a:pt x="524661" y="448795"/>
                  </a:lnTo>
                  <a:lnTo>
                    <a:pt x="550634" y="400943"/>
                  </a:lnTo>
                  <a:lnTo>
                    <a:pt x="567096" y="348076"/>
                  </a:lnTo>
                  <a:lnTo>
                    <a:pt x="572849" y="291449"/>
                  </a:lnTo>
                  <a:lnTo>
                    <a:pt x="567096" y="234571"/>
                  </a:lnTo>
                  <a:lnTo>
                    <a:pt x="550634" y="181668"/>
                  </a:lnTo>
                  <a:lnTo>
                    <a:pt x="524661" y="133781"/>
                  </a:lnTo>
                  <a:lnTo>
                    <a:pt x="490374" y="91949"/>
                  </a:lnTo>
                  <a:lnTo>
                    <a:pt x="448554" y="57674"/>
                  </a:lnTo>
                  <a:lnTo>
                    <a:pt x="400668" y="31699"/>
                  </a:lnTo>
                  <a:lnTo>
                    <a:pt x="347767" y="15232"/>
                  </a:lnTo>
                  <a:lnTo>
                    <a:pt x="290899" y="9474"/>
                  </a:lnTo>
                  <a:lnTo>
                    <a:pt x="360989" y="9474"/>
                  </a:lnTo>
                  <a:lnTo>
                    <a:pt x="424498" y="32514"/>
                  </a:lnTo>
                  <a:lnTo>
                    <a:pt x="462613" y="56207"/>
                  </a:lnTo>
                  <a:lnTo>
                    <a:pt x="496515" y="85331"/>
                  </a:lnTo>
                  <a:lnTo>
                    <a:pt x="525603" y="119285"/>
                  </a:lnTo>
                  <a:lnTo>
                    <a:pt x="549275" y="157473"/>
                  </a:lnTo>
                  <a:lnTo>
                    <a:pt x="566929" y="199295"/>
                  </a:lnTo>
                  <a:lnTo>
                    <a:pt x="577963" y="244154"/>
                  </a:lnTo>
                  <a:lnTo>
                    <a:pt x="581774" y="291449"/>
                  </a:lnTo>
                  <a:lnTo>
                    <a:pt x="577963" y="338589"/>
                  </a:lnTo>
                  <a:lnTo>
                    <a:pt x="566929" y="383323"/>
                  </a:lnTo>
                  <a:lnTo>
                    <a:pt x="549275" y="425048"/>
                  </a:lnTo>
                  <a:lnTo>
                    <a:pt x="525603" y="463163"/>
                  </a:lnTo>
                  <a:lnTo>
                    <a:pt x="496515" y="497065"/>
                  </a:lnTo>
                  <a:lnTo>
                    <a:pt x="462613" y="526153"/>
                  </a:lnTo>
                  <a:lnTo>
                    <a:pt x="424498" y="549825"/>
                  </a:lnTo>
                  <a:lnTo>
                    <a:pt x="382773" y="567479"/>
                  </a:lnTo>
                  <a:lnTo>
                    <a:pt x="361000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09749" y="369237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90">
                  <a:moveTo>
                    <a:pt x="213999" y="427424"/>
                  </a:moveTo>
                  <a:lnTo>
                    <a:pt x="164944" y="421801"/>
                  </a:lnTo>
                  <a:lnTo>
                    <a:pt x="119905" y="405776"/>
                  </a:lnTo>
                  <a:lnTo>
                    <a:pt x="80170" y="380617"/>
                  </a:lnTo>
                  <a:lnTo>
                    <a:pt x="47025" y="347592"/>
                  </a:lnTo>
                  <a:lnTo>
                    <a:pt x="21758" y="307969"/>
                  </a:lnTo>
                  <a:lnTo>
                    <a:pt x="5653" y="263016"/>
                  </a:lnTo>
                  <a:lnTo>
                    <a:pt x="0" y="213999"/>
                  </a:lnTo>
                  <a:lnTo>
                    <a:pt x="5653" y="164944"/>
                  </a:lnTo>
                  <a:lnTo>
                    <a:pt x="21758" y="119905"/>
                  </a:lnTo>
                  <a:lnTo>
                    <a:pt x="47025" y="80170"/>
                  </a:lnTo>
                  <a:lnTo>
                    <a:pt x="80170" y="47025"/>
                  </a:lnTo>
                  <a:lnTo>
                    <a:pt x="119905" y="21758"/>
                  </a:lnTo>
                  <a:lnTo>
                    <a:pt x="164944" y="5653"/>
                  </a:lnTo>
                  <a:lnTo>
                    <a:pt x="213999" y="0"/>
                  </a:lnTo>
                  <a:lnTo>
                    <a:pt x="263046" y="5653"/>
                  </a:lnTo>
                  <a:lnTo>
                    <a:pt x="308078" y="21758"/>
                  </a:lnTo>
                  <a:lnTo>
                    <a:pt x="347809" y="47025"/>
                  </a:lnTo>
                  <a:lnTo>
                    <a:pt x="380951" y="80170"/>
                  </a:lnTo>
                  <a:lnTo>
                    <a:pt x="406217" y="119905"/>
                  </a:lnTo>
                  <a:lnTo>
                    <a:pt x="422321" y="164944"/>
                  </a:lnTo>
                  <a:lnTo>
                    <a:pt x="427974" y="213999"/>
                  </a:lnTo>
                  <a:lnTo>
                    <a:pt x="422321" y="263016"/>
                  </a:lnTo>
                  <a:lnTo>
                    <a:pt x="406217" y="307969"/>
                  </a:lnTo>
                  <a:lnTo>
                    <a:pt x="380951" y="347592"/>
                  </a:lnTo>
                  <a:lnTo>
                    <a:pt x="347809" y="380617"/>
                  </a:lnTo>
                  <a:lnTo>
                    <a:pt x="308078" y="405776"/>
                  </a:lnTo>
                  <a:lnTo>
                    <a:pt x="263046" y="421801"/>
                  </a:lnTo>
                  <a:lnTo>
                    <a:pt x="213999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5299" y="364237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80" h="437515">
                  <a:moveTo>
                    <a:pt x="218449" y="437449"/>
                  </a:moveTo>
                  <a:lnTo>
                    <a:pt x="168446" y="431665"/>
                  </a:lnTo>
                  <a:lnTo>
                    <a:pt x="122499" y="415194"/>
                  </a:lnTo>
                  <a:lnTo>
                    <a:pt x="81934" y="389365"/>
                  </a:lnTo>
                  <a:lnTo>
                    <a:pt x="48076" y="355504"/>
                  </a:lnTo>
                  <a:lnTo>
                    <a:pt x="22251" y="314939"/>
                  </a:lnTo>
                  <a:lnTo>
                    <a:pt x="5783" y="268995"/>
                  </a:lnTo>
                  <a:lnTo>
                    <a:pt x="0" y="218999"/>
                  </a:lnTo>
                  <a:lnTo>
                    <a:pt x="5783" y="168793"/>
                  </a:lnTo>
                  <a:lnTo>
                    <a:pt x="22251" y="122700"/>
                  </a:lnTo>
                  <a:lnTo>
                    <a:pt x="48076" y="82037"/>
                  </a:lnTo>
                  <a:lnTo>
                    <a:pt x="81934" y="48119"/>
                  </a:lnTo>
                  <a:lnTo>
                    <a:pt x="122499" y="22263"/>
                  </a:lnTo>
                  <a:lnTo>
                    <a:pt x="168446" y="5785"/>
                  </a:lnTo>
                  <a:lnTo>
                    <a:pt x="218449" y="0"/>
                  </a:lnTo>
                  <a:lnTo>
                    <a:pt x="268624" y="5785"/>
                  </a:lnTo>
                  <a:lnTo>
                    <a:pt x="278927" y="9474"/>
                  </a:lnTo>
                  <a:lnTo>
                    <a:pt x="218449" y="9474"/>
                  </a:lnTo>
                  <a:lnTo>
                    <a:pt x="176243" y="13723"/>
                  </a:lnTo>
                  <a:lnTo>
                    <a:pt x="137074" y="25912"/>
                  </a:lnTo>
                  <a:lnTo>
                    <a:pt x="101674" y="45207"/>
                  </a:lnTo>
                  <a:lnTo>
                    <a:pt x="70774" y="70774"/>
                  </a:lnTo>
                  <a:lnTo>
                    <a:pt x="45207" y="101764"/>
                  </a:lnTo>
                  <a:lnTo>
                    <a:pt x="25912" y="137359"/>
                  </a:lnTo>
                  <a:lnTo>
                    <a:pt x="13723" y="176718"/>
                  </a:lnTo>
                  <a:lnTo>
                    <a:pt x="9474" y="218999"/>
                  </a:lnTo>
                  <a:lnTo>
                    <a:pt x="13723" y="260960"/>
                  </a:lnTo>
                  <a:lnTo>
                    <a:pt x="25912" y="300149"/>
                  </a:lnTo>
                  <a:lnTo>
                    <a:pt x="45207" y="335683"/>
                  </a:lnTo>
                  <a:lnTo>
                    <a:pt x="70774" y="366674"/>
                  </a:lnTo>
                  <a:lnTo>
                    <a:pt x="101674" y="392231"/>
                  </a:lnTo>
                  <a:lnTo>
                    <a:pt x="137074" y="411528"/>
                  </a:lnTo>
                  <a:lnTo>
                    <a:pt x="176243" y="423723"/>
                  </a:lnTo>
                  <a:lnTo>
                    <a:pt x="218449" y="427974"/>
                  </a:lnTo>
                  <a:lnTo>
                    <a:pt x="278933" y="427974"/>
                  </a:lnTo>
                  <a:lnTo>
                    <a:pt x="268624" y="431665"/>
                  </a:lnTo>
                  <a:lnTo>
                    <a:pt x="218449" y="437449"/>
                  </a:lnTo>
                  <a:close/>
                </a:path>
                <a:path w="436880" h="437515">
                  <a:moveTo>
                    <a:pt x="278933" y="427974"/>
                  </a:moveTo>
                  <a:lnTo>
                    <a:pt x="218449" y="427974"/>
                  </a:lnTo>
                  <a:lnTo>
                    <a:pt x="260728" y="423723"/>
                  </a:lnTo>
                  <a:lnTo>
                    <a:pt x="300081" y="411528"/>
                  </a:lnTo>
                  <a:lnTo>
                    <a:pt x="335674" y="392231"/>
                  </a:lnTo>
                  <a:lnTo>
                    <a:pt x="366674" y="366674"/>
                  </a:lnTo>
                  <a:lnTo>
                    <a:pt x="392242" y="335683"/>
                  </a:lnTo>
                  <a:lnTo>
                    <a:pt x="411537" y="300149"/>
                  </a:lnTo>
                  <a:lnTo>
                    <a:pt x="423726" y="260960"/>
                  </a:lnTo>
                  <a:lnTo>
                    <a:pt x="427974" y="218999"/>
                  </a:lnTo>
                  <a:lnTo>
                    <a:pt x="423726" y="176718"/>
                  </a:lnTo>
                  <a:lnTo>
                    <a:pt x="411537" y="137359"/>
                  </a:lnTo>
                  <a:lnTo>
                    <a:pt x="392242" y="101764"/>
                  </a:lnTo>
                  <a:lnTo>
                    <a:pt x="366674" y="70774"/>
                  </a:lnTo>
                  <a:lnTo>
                    <a:pt x="335674" y="45207"/>
                  </a:lnTo>
                  <a:lnTo>
                    <a:pt x="300081" y="25912"/>
                  </a:lnTo>
                  <a:lnTo>
                    <a:pt x="260728" y="13723"/>
                  </a:lnTo>
                  <a:lnTo>
                    <a:pt x="218449" y="9474"/>
                  </a:lnTo>
                  <a:lnTo>
                    <a:pt x="278927" y="9474"/>
                  </a:lnTo>
                  <a:lnTo>
                    <a:pt x="355186" y="48119"/>
                  </a:lnTo>
                  <a:lnTo>
                    <a:pt x="388981" y="82037"/>
                  </a:lnTo>
                  <a:lnTo>
                    <a:pt x="414725" y="122700"/>
                  </a:lnTo>
                  <a:lnTo>
                    <a:pt x="431121" y="168793"/>
                  </a:lnTo>
                  <a:lnTo>
                    <a:pt x="436874" y="218999"/>
                  </a:lnTo>
                  <a:lnTo>
                    <a:pt x="431121" y="268995"/>
                  </a:lnTo>
                  <a:lnTo>
                    <a:pt x="414725" y="314939"/>
                  </a:lnTo>
                  <a:lnTo>
                    <a:pt x="388981" y="355504"/>
                  </a:lnTo>
                  <a:lnTo>
                    <a:pt x="355186" y="389365"/>
                  </a:lnTo>
                  <a:lnTo>
                    <a:pt x="314635" y="415194"/>
                  </a:lnTo>
                  <a:lnTo>
                    <a:pt x="278933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88874" y="447812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134874" y="270274"/>
                  </a:moveTo>
                  <a:lnTo>
                    <a:pt x="92172" y="263364"/>
                  </a:lnTo>
                  <a:lnTo>
                    <a:pt x="55139" y="244148"/>
                  </a:lnTo>
                  <a:lnTo>
                    <a:pt x="25969" y="214903"/>
                  </a:lnTo>
                  <a:lnTo>
                    <a:pt x="6858" y="177903"/>
                  </a:lnTo>
                  <a:lnTo>
                    <a:pt x="0" y="135424"/>
                  </a:lnTo>
                  <a:lnTo>
                    <a:pt x="6858" y="92665"/>
                  </a:lnTo>
                  <a:lnTo>
                    <a:pt x="25969" y="55495"/>
                  </a:lnTo>
                  <a:lnTo>
                    <a:pt x="55139" y="26163"/>
                  </a:lnTo>
                  <a:lnTo>
                    <a:pt x="92172" y="6915"/>
                  </a:lnTo>
                  <a:lnTo>
                    <a:pt x="134874" y="0"/>
                  </a:lnTo>
                  <a:lnTo>
                    <a:pt x="177631" y="6915"/>
                  </a:lnTo>
                  <a:lnTo>
                    <a:pt x="214795" y="26163"/>
                  </a:lnTo>
                  <a:lnTo>
                    <a:pt x="244120" y="55495"/>
                  </a:lnTo>
                  <a:lnTo>
                    <a:pt x="263362" y="92665"/>
                  </a:lnTo>
                  <a:lnTo>
                    <a:pt x="270274" y="135424"/>
                  </a:lnTo>
                  <a:lnTo>
                    <a:pt x="263362" y="177903"/>
                  </a:lnTo>
                  <a:lnTo>
                    <a:pt x="244120" y="214903"/>
                  </a:lnTo>
                  <a:lnTo>
                    <a:pt x="214795" y="244148"/>
                  </a:lnTo>
                  <a:lnTo>
                    <a:pt x="177631" y="263364"/>
                  </a:lnTo>
                  <a:lnTo>
                    <a:pt x="134874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83874" y="443362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74" y="279174"/>
                  </a:moveTo>
                  <a:lnTo>
                    <a:pt x="95798" y="272070"/>
                  </a:lnTo>
                  <a:lnTo>
                    <a:pt x="57418" y="252288"/>
                  </a:lnTo>
                  <a:lnTo>
                    <a:pt x="27088" y="222129"/>
                  </a:lnTo>
                  <a:lnTo>
                    <a:pt x="7164" y="183891"/>
                  </a:lnTo>
                  <a:lnTo>
                    <a:pt x="0" y="139874"/>
                  </a:lnTo>
                  <a:lnTo>
                    <a:pt x="7164" y="95577"/>
                  </a:lnTo>
                  <a:lnTo>
                    <a:pt x="27088" y="57169"/>
                  </a:lnTo>
                  <a:lnTo>
                    <a:pt x="57418" y="26923"/>
                  </a:lnTo>
                  <a:lnTo>
                    <a:pt x="95798" y="7109"/>
                  </a:lnTo>
                  <a:lnTo>
                    <a:pt x="139874" y="0"/>
                  </a:lnTo>
                  <a:lnTo>
                    <a:pt x="184160" y="7109"/>
                  </a:lnTo>
                  <a:lnTo>
                    <a:pt x="188744" y="9474"/>
                  </a:lnTo>
                  <a:lnTo>
                    <a:pt x="139874" y="9474"/>
                  </a:lnTo>
                  <a:lnTo>
                    <a:pt x="113516" y="12102"/>
                  </a:lnTo>
                  <a:lnTo>
                    <a:pt x="67069" y="31570"/>
                  </a:lnTo>
                  <a:lnTo>
                    <a:pt x="31802" y="66605"/>
                  </a:lnTo>
                  <a:lnTo>
                    <a:pt x="12111" y="113430"/>
                  </a:lnTo>
                  <a:lnTo>
                    <a:pt x="9474" y="139874"/>
                  </a:lnTo>
                  <a:lnTo>
                    <a:pt x="12111" y="165987"/>
                  </a:lnTo>
                  <a:lnTo>
                    <a:pt x="31802" y="212588"/>
                  </a:lnTo>
                  <a:lnTo>
                    <a:pt x="67069" y="247936"/>
                  </a:lnTo>
                  <a:lnTo>
                    <a:pt x="113516" y="267635"/>
                  </a:lnTo>
                  <a:lnTo>
                    <a:pt x="139874" y="270274"/>
                  </a:lnTo>
                  <a:lnTo>
                    <a:pt x="187645" y="270274"/>
                  </a:lnTo>
                  <a:lnTo>
                    <a:pt x="184160" y="272070"/>
                  </a:lnTo>
                  <a:lnTo>
                    <a:pt x="139874" y="279174"/>
                  </a:lnTo>
                  <a:close/>
                </a:path>
                <a:path w="280034" h="279400">
                  <a:moveTo>
                    <a:pt x="187645" y="270274"/>
                  </a:moveTo>
                  <a:lnTo>
                    <a:pt x="139874" y="270274"/>
                  </a:lnTo>
                  <a:lnTo>
                    <a:pt x="166228" y="267635"/>
                  </a:lnTo>
                  <a:lnTo>
                    <a:pt x="190709" y="260031"/>
                  </a:lnTo>
                  <a:lnTo>
                    <a:pt x="232374" y="231824"/>
                  </a:lnTo>
                  <a:lnTo>
                    <a:pt x="260099" y="190434"/>
                  </a:lnTo>
                  <a:lnTo>
                    <a:pt x="270274" y="139874"/>
                  </a:lnTo>
                  <a:lnTo>
                    <a:pt x="267643" y="113430"/>
                  </a:lnTo>
                  <a:lnTo>
                    <a:pt x="248168" y="66605"/>
                  </a:lnTo>
                  <a:lnTo>
                    <a:pt x="212898" y="31570"/>
                  </a:lnTo>
                  <a:lnTo>
                    <a:pt x="166228" y="12102"/>
                  </a:lnTo>
                  <a:lnTo>
                    <a:pt x="139874" y="9474"/>
                  </a:lnTo>
                  <a:lnTo>
                    <a:pt x="188744" y="9474"/>
                  </a:lnTo>
                  <a:lnTo>
                    <a:pt x="222560" y="26923"/>
                  </a:lnTo>
                  <a:lnTo>
                    <a:pt x="252803" y="57169"/>
                  </a:lnTo>
                  <a:lnTo>
                    <a:pt x="272615" y="95577"/>
                  </a:lnTo>
                  <a:lnTo>
                    <a:pt x="279724" y="139874"/>
                  </a:lnTo>
                  <a:lnTo>
                    <a:pt x="272615" y="183891"/>
                  </a:lnTo>
                  <a:lnTo>
                    <a:pt x="252803" y="222129"/>
                  </a:lnTo>
                  <a:lnTo>
                    <a:pt x="222560" y="252288"/>
                  </a:lnTo>
                  <a:lnTo>
                    <a:pt x="187645" y="2702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82212" y="1158162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51"/>
                  </a:lnTo>
                  <a:lnTo>
                    <a:pt x="57763" y="255365"/>
                  </a:lnTo>
                  <a:lnTo>
                    <a:pt x="27187" y="224869"/>
                  </a:lnTo>
                  <a:lnTo>
                    <a:pt x="7175" y="186163"/>
                  </a:lnTo>
                  <a:lnTo>
                    <a:pt x="0" y="141549"/>
                  </a:lnTo>
                  <a:lnTo>
                    <a:pt x="7175" y="96655"/>
                  </a:lnTo>
                  <a:lnTo>
                    <a:pt x="27187" y="57779"/>
                  </a:lnTo>
                  <a:lnTo>
                    <a:pt x="57763" y="27195"/>
                  </a:lnTo>
                  <a:lnTo>
                    <a:pt x="96633" y="7177"/>
                  </a:lnTo>
                  <a:lnTo>
                    <a:pt x="141524" y="0"/>
                  </a:lnTo>
                  <a:lnTo>
                    <a:pt x="186150" y="7177"/>
                  </a:lnTo>
                  <a:lnTo>
                    <a:pt x="224863" y="27195"/>
                  </a:lnTo>
                  <a:lnTo>
                    <a:pt x="255364" y="57779"/>
                  </a:lnTo>
                  <a:lnTo>
                    <a:pt x="275351" y="96655"/>
                  </a:lnTo>
                  <a:lnTo>
                    <a:pt x="282524" y="141549"/>
                  </a:lnTo>
                  <a:lnTo>
                    <a:pt x="275351" y="186163"/>
                  </a:lnTo>
                  <a:lnTo>
                    <a:pt x="255364" y="224869"/>
                  </a:lnTo>
                  <a:lnTo>
                    <a:pt x="224863" y="255365"/>
                  </a:lnTo>
                  <a:lnTo>
                    <a:pt x="186150" y="275351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77737" y="1153137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94"/>
                  </a:lnTo>
                  <a:lnTo>
                    <a:pt x="59702" y="264294"/>
                  </a:lnTo>
                  <a:lnTo>
                    <a:pt x="28121" y="232634"/>
                  </a:lnTo>
                  <a:lnTo>
                    <a:pt x="7427" y="192574"/>
                  </a:lnTo>
                  <a:lnTo>
                    <a:pt x="0" y="146574"/>
                  </a:lnTo>
                  <a:lnTo>
                    <a:pt x="7427" y="100303"/>
                  </a:lnTo>
                  <a:lnTo>
                    <a:pt x="28121" y="60074"/>
                  </a:lnTo>
                  <a:lnTo>
                    <a:pt x="59702" y="28323"/>
                  </a:lnTo>
                  <a:lnTo>
                    <a:pt x="99788" y="7486"/>
                  </a:lnTo>
                  <a:lnTo>
                    <a:pt x="145999" y="0"/>
                  </a:lnTo>
                  <a:lnTo>
                    <a:pt x="191999" y="7486"/>
                  </a:lnTo>
                  <a:lnTo>
                    <a:pt x="195822" y="9474"/>
                  </a:lnTo>
                  <a:lnTo>
                    <a:pt x="145999" y="9474"/>
                  </a:lnTo>
                  <a:lnTo>
                    <a:pt x="118399" y="12299"/>
                  </a:lnTo>
                  <a:lnTo>
                    <a:pt x="69450" y="32994"/>
                  </a:lnTo>
                  <a:lnTo>
                    <a:pt x="32433" y="69769"/>
                  </a:lnTo>
                  <a:lnTo>
                    <a:pt x="11745" y="118882"/>
                  </a:lnTo>
                  <a:lnTo>
                    <a:pt x="8924" y="146574"/>
                  </a:lnTo>
                  <a:lnTo>
                    <a:pt x="11745" y="173935"/>
                  </a:lnTo>
                  <a:lnTo>
                    <a:pt x="32433" y="222814"/>
                  </a:lnTo>
                  <a:lnTo>
                    <a:pt x="69450" y="259823"/>
                  </a:lnTo>
                  <a:lnTo>
                    <a:pt x="118399" y="280356"/>
                  </a:lnTo>
                  <a:lnTo>
                    <a:pt x="145999" y="283099"/>
                  </a:lnTo>
                  <a:lnTo>
                    <a:pt x="195842" y="283099"/>
                  </a:lnTo>
                  <a:lnTo>
                    <a:pt x="191999" y="285094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42" y="283099"/>
                  </a:moveTo>
                  <a:lnTo>
                    <a:pt x="145999" y="283099"/>
                  </a:lnTo>
                  <a:lnTo>
                    <a:pt x="173374" y="280356"/>
                  </a:lnTo>
                  <a:lnTo>
                    <a:pt x="199021" y="272440"/>
                  </a:lnTo>
                  <a:lnTo>
                    <a:pt x="242424" y="242974"/>
                  </a:lnTo>
                  <a:lnTo>
                    <a:pt x="271878" y="199574"/>
                  </a:lnTo>
                  <a:lnTo>
                    <a:pt x="282524" y="146574"/>
                  </a:lnTo>
                  <a:lnTo>
                    <a:pt x="279785" y="118882"/>
                  </a:lnTo>
                  <a:lnTo>
                    <a:pt x="259269" y="69769"/>
                  </a:lnTo>
                  <a:lnTo>
                    <a:pt x="222264" y="32994"/>
                  </a:lnTo>
                  <a:lnTo>
                    <a:pt x="173374" y="12299"/>
                  </a:lnTo>
                  <a:lnTo>
                    <a:pt x="145999" y="9474"/>
                  </a:lnTo>
                  <a:lnTo>
                    <a:pt x="195822" y="9474"/>
                  </a:lnTo>
                  <a:lnTo>
                    <a:pt x="232059" y="28323"/>
                  </a:lnTo>
                  <a:lnTo>
                    <a:pt x="263719" y="60074"/>
                  </a:lnTo>
                  <a:lnTo>
                    <a:pt x="284519" y="100303"/>
                  </a:lnTo>
                  <a:lnTo>
                    <a:pt x="291999" y="146574"/>
                  </a:lnTo>
                  <a:lnTo>
                    <a:pt x="284519" y="192574"/>
                  </a:lnTo>
                  <a:lnTo>
                    <a:pt x="263719" y="232634"/>
                  </a:lnTo>
                  <a:lnTo>
                    <a:pt x="232059" y="264294"/>
                  </a:lnTo>
                  <a:lnTo>
                    <a:pt x="19584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612" y="1215562"/>
              <a:ext cx="167724" cy="1677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237" y="1778837"/>
              <a:ext cx="174999" cy="17497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32841" y="208495"/>
              <a:ext cx="530860" cy="1821814"/>
            </a:xfrm>
            <a:custGeom>
              <a:avLst/>
              <a:gdLst/>
              <a:ahLst/>
              <a:cxnLst/>
              <a:rect l="l" t="t" r="r" b="b"/>
              <a:pathLst>
                <a:path w="530860" h="1821814">
                  <a:moveTo>
                    <a:pt x="27000" y="1804593"/>
                  </a:moveTo>
                  <a:lnTo>
                    <a:pt x="25577" y="1801164"/>
                  </a:lnTo>
                  <a:lnTo>
                    <a:pt x="20510" y="1796097"/>
                  </a:lnTo>
                  <a:lnTo>
                    <a:pt x="17081" y="1794675"/>
                  </a:lnTo>
                  <a:lnTo>
                    <a:pt x="6045" y="1794675"/>
                  </a:lnTo>
                  <a:lnTo>
                    <a:pt x="0" y="1800720"/>
                  </a:lnTo>
                  <a:lnTo>
                    <a:pt x="0" y="1808175"/>
                  </a:lnTo>
                  <a:lnTo>
                    <a:pt x="0" y="1815630"/>
                  </a:lnTo>
                  <a:lnTo>
                    <a:pt x="6045" y="1821675"/>
                  </a:lnTo>
                  <a:lnTo>
                    <a:pt x="20955" y="1821675"/>
                  </a:lnTo>
                  <a:lnTo>
                    <a:pt x="27000" y="1815630"/>
                  </a:lnTo>
                  <a:lnTo>
                    <a:pt x="27000" y="1804593"/>
                  </a:lnTo>
                  <a:close/>
                </a:path>
                <a:path w="530860" h="1821814">
                  <a:moveTo>
                    <a:pt x="101003" y="1804593"/>
                  </a:moveTo>
                  <a:lnTo>
                    <a:pt x="99580" y="1801164"/>
                  </a:lnTo>
                  <a:lnTo>
                    <a:pt x="94526" y="1796097"/>
                  </a:lnTo>
                  <a:lnTo>
                    <a:pt x="91084" y="1794675"/>
                  </a:lnTo>
                  <a:lnTo>
                    <a:pt x="80048" y="1794675"/>
                  </a:lnTo>
                  <a:lnTo>
                    <a:pt x="74002" y="1800720"/>
                  </a:lnTo>
                  <a:lnTo>
                    <a:pt x="74002" y="1808175"/>
                  </a:lnTo>
                  <a:lnTo>
                    <a:pt x="74002" y="1815630"/>
                  </a:lnTo>
                  <a:lnTo>
                    <a:pt x="80048" y="1821675"/>
                  </a:lnTo>
                  <a:lnTo>
                    <a:pt x="94970" y="1821675"/>
                  </a:lnTo>
                  <a:lnTo>
                    <a:pt x="101003" y="1815630"/>
                  </a:lnTo>
                  <a:lnTo>
                    <a:pt x="101003" y="1804593"/>
                  </a:lnTo>
                  <a:close/>
                </a:path>
                <a:path w="530860" h="1821814">
                  <a:moveTo>
                    <a:pt x="175018" y="1804593"/>
                  </a:moveTo>
                  <a:lnTo>
                    <a:pt x="173596" y="1801164"/>
                  </a:lnTo>
                  <a:lnTo>
                    <a:pt x="168529" y="1796097"/>
                  </a:lnTo>
                  <a:lnTo>
                    <a:pt x="165100" y="1794675"/>
                  </a:lnTo>
                  <a:lnTo>
                    <a:pt x="154063" y="1794675"/>
                  </a:lnTo>
                  <a:lnTo>
                    <a:pt x="148018" y="1800720"/>
                  </a:lnTo>
                  <a:lnTo>
                    <a:pt x="148018" y="1808175"/>
                  </a:lnTo>
                  <a:lnTo>
                    <a:pt x="148018" y="1815630"/>
                  </a:lnTo>
                  <a:lnTo>
                    <a:pt x="154063" y="1821675"/>
                  </a:lnTo>
                  <a:lnTo>
                    <a:pt x="168973" y="1821675"/>
                  </a:lnTo>
                  <a:lnTo>
                    <a:pt x="175018" y="1815630"/>
                  </a:lnTo>
                  <a:lnTo>
                    <a:pt x="175018" y="1804593"/>
                  </a:lnTo>
                  <a:close/>
                </a:path>
                <a:path w="530860" h="1821814">
                  <a:moveTo>
                    <a:pt x="382257" y="9918"/>
                  </a:moveTo>
                  <a:lnTo>
                    <a:pt x="380834" y="6489"/>
                  </a:lnTo>
                  <a:lnTo>
                    <a:pt x="375767" y="1422"/>
                  </a:lnTo>
                  <a:lnTo>
                    <a:pt x="372338" y="0"/>
                  </a:lnTo>
                  <a:lnTo>
                    <a:pt x="361302" y="0"/>
                  </a:lnTo>
                  <a:lnTo>
                    <a:pt x="355257" y="6045"/>
                  </a:lnTo>
                  <a:lnTo>
                    <a:pt x="355257" y="13500"/>
                  </a:lnTo>
                  <a:lnTo>
                    <a:pt x="355257" y="20955"/>
                  </a:lnTo>
                  <a:lnTo>
                    <a:pt x="361302" y="27000"/>
                  </a:lnTo>
                  <a:lnTo>
                    <a:pt x="376212" y="27000"/>
                  </a:lnTo>
                  <a:lnTo>
                    <a:pt x="382257" y="20955"/>
                  </a:lnTo>
                  <a:lnTo>
                    <a:pt x="382257" y="9918"/>
                  </a:lnTo>
                  <a:close/>
                </a:path>
                <a:path w="530860" h="1821814">
                  <a:moveTo>
                    <a:pt x="456260" y="9918"/>
                  </a:moveTo>
                  <a:lnTo>
                    <a:pt x="454837" y="6489"/>
                  </a:lnTo>
                  <a:lnTo>
                    <a:pt x="449770" y="1422"/>
                  </a:lnTo>
                  <a:lnTo>
                    <a:pt x="446341" y="0"/>
                  </a:lnTo>
                  <a:lnTo>
                    <a:pt x="435305" y="0"/>
                  </a:lnTo>
                  <a:lnTo>
                    <a:pt x="429260" y="6045"/>
                  </a:lnTo>
                  <a:lnTo>
                    <a:pt x="429260" y="13500"/>
                  </a:lnTo>
                  <a:lnTo>
                    <a:pt x="429260" y="20955"/>
                  </a:lnTo>
                  <a:lnTo>
                    <a:pt x="435305" y="27000"/>
                  </a:lnTo>
                  <a:lnTo>
                    <a:pt x="450215" y="27000"/>
                  </a:lnTo>
                  <a:lnTo>
                    <a:pt x="456260" y="20955"/>
                  </a:lnTo>
                  <a:lnTo>
                    <a:pt x="456260" y="9918"/>
                  </a:lnTo>
                  <a:close/>
                </a:path>
                <a:path w="530860" h="1821814">
                  <a:moveTo>
                    <a:pt x="530263" y="9918"/>
                  </a:moveTo>
                  <a:lnTo>
                    <a:pt x="528840" y="6489"/>
                  </a:lnTo>
                  <a:lnTo>
                    <a:pt x="523773" y="1422"/>
                  </a:lnTo>
                  <a:lnTo>
                    <a:pt x="520344" y="0"/>
                  </a:lnTo>
                  <a:lnTo>
                    <a:pt x="509308" y="0"/>
                  </a:lnTo>
                  <a:lnTo>
                    <a:pt x="503262" y="6045"/>
                  </a:lnTo>
                  <a:lnTo>
                    <a:pt x="503262" y="13500"/>
                  </a:lnTo>
                  <a:lnTo>
                    <a:pt x="503262" y="20955"/>
                  </a:lnTo>
                  <a:lnTo>
                    <a:pt x="509308" y="27000"/>
                  </a:lnTo>
                  <a:lnTo>
                    <a:pt x="524217" y="27000"/>
                  </a:lnTo>
                  <a:lnTo>
                    <a:pt x="530263" y="20955"/>
                  </a:lnTo>
                  <a:lnTo>
                    <a:pt x="530263" y="991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/>
          <p:nvPr/>
        </p:nvSpPr>
        <p:spPr>
          <a:xfrm>
            <a:off x="8129350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8203355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8277362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8497550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8571555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8645562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8407224" y="0"/>
            <a:ext cx="0" cy="2160905"/>
          </a:xfrm>
          <a:custGeom>
            <a:avLst/>
            <a:gdLst/>
            <a:ahLst/>
            <a:cxnLst/>
            <a:rect l="l" t="t" r="r" b="b"/>
            <a:pathLst>
              <a:path w="0" h="2160905">
                <a:moveTo>
                  <a:pt x="0" y="0"/>
                </a:moveTo>
                <a:lnTo>
                  <a:pt x="0" y="21608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667062" y="2985633"/>
            <a:ext cx="102235" cy="2158365"/>
            <a:chOff x="667062" y="2985633"/>
            <a:chExt cx="102235" cy="2158365"/>
          </a:xfrm>
        </p:grpSpPr>
        <p:sp>
          <p:nvSpPr>
            <p:cNvPr id="38" name="object 38" descr=""/>
            <p:cNvSpPr/>
            <p:nvPr/>
          </p:nvSpPr>
          <p:spPr>
            <a:xfrm>
              <a:off x="713262" y="2985633"/>
              <a:ext cx="9525" cy="2158365"/>
            </a:xfrm>
            <a:custGeom>
              <a:avLst/>
              <a:gdLst/>
              <a:ahLst/>
              <a:cxnLst/>
              <a:rect l="l" t="t" r="r" b="b"/>
              <a:pathLst>
                <a:path w="9525" h="2158365">
                  <a:moveTo>
                    <a:pt x="9524" y="2157866"/>
                  </a:moveTo>
                  <a:lnTo>
                    <a:pt x="0" y="2157866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15786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062" y="4583124"/>
              <a:ext cx="101924" cy="10192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062" y="3935574"/>
              <a:ext cx="101924" cy="101924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1448737"/>
            <a:ext cx="101924" cy="101924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230112"/>
            <a:ext cx="101924" cy="101924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1192593" y="367958"/>
            <a:ext cx="1559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0"/>
              <a:t>We</a:t>
            </a:r>
            <a:r>
              <a:rPr dirty="0" sz="2400" spc="-200"/>
              <a:t> </a:t>
            </a:r>
            <a:r>
              <a:rPr dirty="0" sz="2400" spc="-140"/>
              <a:t>present</a:t>
            </a:r>
            <a:r>
              <a:rPr dirty="0" sz="2400" spc="-204"/>
              <a:t> </a:t>
            </a:r>
            <a:r>
              <a:rPr dirty="0" sz="2400" spc="-50"/>
              <a:t>?</a:t>
            </a:r>
            <a:endParaRPr sz="2400"/>
          </a:p>
        </p:txBody>
      </p:sp>
      <p:sp>
        <p:nvSpPr>
          <p:cNvPr id="44" name="object 4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6845" marR="508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Our</a:t>
            </a:r>
            <a:r>
              <a:rPr dirty="0" spc="-185"/>
              <a:t> </a:t>
            </a:r>
            <a:r>
              <a:rPr dirty="0" spc="-95"/>
              <a:t>project</a:t>
            </a:r>
            <a:r>
              <a:rPr dirty="0" spc="-180"/>
              <a:t> </a:t>
            </a:r>
            <a:r>
              <a:rPr dirty="0" spc="-30"/>
              <a:t>is</a:t>
            </a:r>
            <a:r>
              <a:rPr dirty="0" spc="-185"/>
              <a:t> </a:t>
            </a:r>
            <a:r>
              <a:rPr dirty="0" spc="-135"/>
              <a:t>a</a:t>
            </a:r>
            <a:r>
              <a:rPr dirty="0" spc="-180"/>
              <a:t> </a:t>
            </a:r>
            <a:r>
              <a:rPr dirty="0" spc="-130"/>
              <a:t>Python-</a:t>
            </a:r>
            <a:r>
              <a:rPr dirty="0" spc="-110"/>
              <a:t>based</a:t>
            </a:r>
            <a:r>
              <a:rPr dirty="0" spc="-185"/>
              <a:t> </a:t>
            </a:r>
            <a:r>
              <a:rPr dirty="0" spc="-110"/>
              <a:t>Wireless</a:t>
            </a:r>
            <a:r>
              <a:rPr dirty="0" spc="-180"/>
              <a:t> </a:t>
            </a:r>
            <a:r>
              <a:rPr dirty="0" spc="-135"/>
              <a:t>Network</a:t>
            </a:r>
            <a:r>
              <a:rPr dirty="0" spc="-185"/>
              <a:t> </a:t>
            </a:r>
            <a:r>
              <a:rPr dirty="0" spc="-10"/>
              <a:t>Security </a:t>
            </a:r>
            <a:r>
              <a:rPr dirty="0" spc="-120"/>
              <a:t>Scanner</a:t>
            </a:r>
            <a:r>
              <a:rPr dirty="0" spc="-180"/>
              <a:t> </a:t>
            </a:r>
            <a:r>
              <a:rPr dirty="0" spc="-105"/>
              <a:t>that</a:t>
            </a:r>
            <a:r>
              <a:rPr dirty="0" spc="-180"/>
              <a:t> </a:t>
            </a:r>
            <a:r>
              <a:rPr dirty="0" spc="-120"/>
              <a:t>analyzes</a:t>
            </a:r>
            <a:r>
              <a:rPr dirty="0" spc="-175"/>
              <a:t> </a:t>
            </a:r>
            <a:r>
              <a:rPr dirty="0" spc="-145"/>
              <a:t>nearby</a:t>
            </a:r>
            <a:r>
              <a:rPr dirty="0" spc="-180"/>
              <a:t> </a:t>
            </a:r>
            <a:r>
              <a:rPr dirty="0" spc="-95"/>
              <a:t>Wi-</a:t>
            </a:r>
            <a:r>
              <a:rPr dirty="0" spc="-75"/>
              <a:t>Fi</a:t>
            </a:r>
            <a:r>
              <a:rPr dirty="0" spc="-180"/>
              <a:t> </a:t>
            </a:r>
            <a:r>
              <a:rPr dirty="0" spc="-125"/>
              <a:t>networks</a:t>
            </a:r>
            <a:r>
              <a:rPr dirty="0" spc="-175"/>
              <a:t> </a:t>
            </a:r>
            <a:r>
              <a:rPr dirty="0" spc="-150"/>
              <a:t>and</a:t>
            </a:r>
            <a:r>
              <a:rPr dirty="0" spc="-180"/>
              <a:t> </a:t>
            </a:r>
            <a:r>
              <a:rPr dirty="0" spc="-120"/>
              <a:t>evaluates</a:t>
            </a:r>
            <a:r>
              <a:rPr dirty="0" spc="-180"/>
              <a:t> </a:t>
            </a:r>
            <a:r>
              <a:rPr dirty="0" spc="-20"/>
              <a:t>their </a:t>
            </a:r>
            <a:r>
              <a:rPr dirty="0" spc="-85"/>
              <a:t>security</a:t>
            </a:r>
            <a:r>
              <a:rPr dirty="0" spc="-165"/>
              <a:t> </a:t>
            </a:r>
            <a:r>
              <a:rPr dirty="0" spc="-10"/>
              <a:t>level.</a:t>
            </a: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400" spc="-215"/>
              <a:t>PurpOse</a:t>
            </a:r>
            <a:r>
              <a:rPr dirty="0" sz="2400" spc="-190"/>
              <a:t> </a:t>
            </a:r>
            <a:r>
              <a:rPr dirty="0" sz="2400" spc="-50"/>
              <a:t>?</a:t>
            </a:r>
            <a:endParaRPr sz="2400"/>
          </a:p>
        </p:txBody>
      </p:sp>
      <p:sp>
        <p:nvSpPr>
          <p:cNvPr id="45" name="object 45" descr=""/>
          <p:cNvSpPr txBox="1"/>
          <p:nvPr/>
        </p:nvSpPr>
        <p:spPr>
          <a:xfrm>
            <a:off x="1933175" y="2318795"/>
            <a:ext cx="1880235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37465">
              <a:lnSpc>
                <a:spcPct val="101600"/>
              </a:lnSpc>
              <a:spcBef>
                <a:spcPts val="70"/>
              </a:spcBef>
            </a:pPr>
            <a:r>
              <a:rPr dirty="0" sz="1600" spc="-190">
                <a:solidFill>
                  <a:srgbClr val="494949"/>
                </a:solidFill>
                <a:latin typeface="Tahoma"/>
                <a:cs typeface="Tahoma"/>
              </a:rPr>
              <a:t>To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494949"/>
                </a:solidFill>
                <a:latin typeface="Tahoma"/>
                <a:cs typeface="Tahoma"/>
              </a:rPr>
              <a:t>increase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65">
                <a:solidFill>
                  <a:srgbClr val="494949"/>
                </a:solidFill>
                <a:latin typeface="Tahoma"/>
                <a:cs typeface="Tahoma"/>
              </a:rPr>
              <a:t>awareness </a:t>
            </a:r>
            <a:r>
              <a:rPr dirty="0" sz="1600" spc="-110">
                <a:solidFill>
                  <a:srgbClr val="494949"/>
                </a:solidFill>
                <a:latin typeface="Tahoma"/>
                <a:cs typeface="Tahoma"/>
              </a:rPr>
              <a:t>about</a:t>
            </a:r>
            <a:r>
              <a:rPr dirty="0" sz="1600" spc="-13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494949"/>
                </a:solidFill>
                <a:latin typeface="Tahoma"/>
                <a:cs typeface="Tahoma"/>
              </a:rPr>
              <a:t>wireless</a:t>
            </a:r>
            <a:r>
              <a:rPr dirty="0" sz="1600" spc="-13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494949"/>
                </a:solidFill>
                <a:latin typeface="Tahoma"/>
                <a:cs typeface="Tahoma"/>
              </a:rPr>
              <a:t>security.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191583" y="2318797"/>
            <a:ext cx="2586355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45745" marR="5080" indent="-233679">
              <a:lnSpc>
                <a:spcPct val="101600"/>
              </a:lnSpc>
              <a:spcBef>
                <a:spcPts val="70"/>
              </a:spcBef>
            </a:pPr>
            <a:r>
              <a:rPr dirty="0" sz="1600" spc="-190">
                <a:solidFill>
                  <a:srgbClr val="494949"/>
                </a:solidFill>
                <a:latin typeface="Tahoma"/>
                <a:cs typeface="Tahoma"/>
              </a:rPr>
              <a:t>To</a:t>
            </a:r>
            <a:r>
              <a:rPr dirty="0" sz="1600" spc="-15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show</a:t>
            </a:r>
            <a:r>
              <a:rPr dirty="0" sz="1600" spc="-15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how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10">
                <a:solidFill>
                  <a:srgbClr val="494949"/>
                </a:solidFill>
                <a:latin typeface="Tahoma"/>
                <a:cs typeface="Tahoma"/>
              </a:rPr>
              <a:t>Python</a:t>
            </a:r>
            <a:r>
              <a:rPr dirty="0" sz="1600" spc="-15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80">
                <a:solidFill>
                  <a:srgbClr val="494949"/>
                </a:solidFill>
                <a:latin typeface="Tahoma"/>
                <a:cs typeface="Tahoma"/>
              </a:rPr>
              <a:t>can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14">
                <a:solidFill>
                  <a:srgbClr val="494949"/>
                </a:solidFill>
                <a:latin typeface="Tahoma"/>
                <a:cs typeface="Tahoma"/>
              </a:rPr>
              <a:t>be</a:t>
            </a:r>
            <a:r>
              <a:rPr dirty="0" sz="1600" spc="-17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494949"/>
                </a:solidFill>
                <a:latin typeface="Tahoma"/>
                <a:cs typeface="Tahoma"/>
              </a:rPr>
              <a:t>used for</a:t>
            </a:r>
            <a:r>
              <a:rPr dirty="0" sz="1600" spc="-17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494949"/>
                </a:solidFill>
                <a:latin typeface="Tahoma"/>
                <a:cs typeface="Tahoma"/>
              </a:rPr>
              <a:t>cybersecurity</a:t>
            </a:r>
            <a:r>
              <a:rPr dirty="0" sz="1600" spc="-17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analysis.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560711" y="4442976"/>
            <a:ext cx="2024380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161290">
              <a:lnSpc>
                <a:spcPct val="101600"/>
              </a:lnSpc>
              <a:spcBef>
                <a:spcPts val="70"/>
              </a:spcBef>
            </a:pPr>
            <a:r>
              <a:rPr dirty="0" sz="1600" spc="-190">
                <a:solidFill>
                  <a:srgbClr val="494949"/>
                </a:solidFill>
                <a:latin typeface="Tahoma"/>
                <a:cs typeface="Tahoma"/>
              </a:rPr>
              <a:t>To</a:t>
            </a:r>
            <a:r>
              <a:rPr dirty="0" sz="1600" spc="-15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95">
                <a:solidFill>
                  <a:srgbClr val="494949"/>
                </a:solidFill>
                <a:latin typeface="Tahoma"/>
                <a:cs typeface="Tahoma"/>
              </a:rPr>
              <a:t>help</a:t>
            </a:r>
            <a:r>
              <a:rPr dirty="0" sz="1600" spc="-15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494949"/>
                </a:solidFill>
                <a:latin typeface="Tahoma"/>
                <a:cs typeface="Tahoma"/>
              </a:rPr>
              <a:t>users</a:t>
            </a:r>
            <a:r>
              <a:rPr dirty="0" sz="1600" spc="-15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identify 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weak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85">
                <a:solidFill>
                  <a:srgbClr val="494949"/>
                </a:solidFill>
                <a:latin typeface="Tahoma"/>
                <a:cs typeface="Tahoma"/>
              </a:rPr>
              <a:t>or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95">
                <a:solidFill>
                  <a:srgbClr val="494949"/>
                </a:solidFill>
                <a:latin typeface="Tahoma"/>
                <a:cs typeface="Tahoma"/>
              </a:rPr>
              <a:t>unsafe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95">
                <a:solidFill>
                  <a:srgbClr val="494949"/>
                </a:solidFill>
                <a:latin typeface="Tahoma"/>
                <a:cs typeface="Tahoma"/>
              </a:rPr>
              <a:t>networks.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8" name="object 4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36499" y="2855961"/>
            <a:ext cx="4270994" cy="1526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68607" y="2177986"/>
            <a:ext cx="420306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 spc="-459">
                <a:solidFill>
                  <a:srgbClr val="494949"/>
                </a:solidFill>
                <a:latin typeface="Tahoma"/>
                <a:cs typeface="Tahoma"/>
              </a:rPr>
              <a:t>TechnOlOgies</a:t>
            </a:r>
            <a:r>
              <a:rPr dirty="0" sz="4700" spc="-440">
                <a:solidFill>
                  <a:srgbClr val="494949"/>
                </a:solidFill>
                <a:latin typeface="Tahoma"/>
                <a:cs typeface="Tahoma"/>
              </a:rPr>
              <a:t> Used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4611" y="901294"/>
            <a:ext cx="122301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565"/>
              <a:t>02</a:t>
            </a:r>
            <a:endParaRPr sz="9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15925" y="-1158"/>
            <a:ext cx="0" cy="3982085"/>
          </a:xfrm>
          <a:custGeom>
            <a:avLst/>
            <a:gdLst/>
            <a:ahLst/>
            <a:cxnLst/>
            <a:rect l="l" t="t" r="r" b="b"/>
            <a:pathLst>
              <a:path w="0" h="3982085">
                <a:moveTo>
                  <a:pt x="0" y="0"/>
                </a:moveTo>
                <a:lnTo>
                  <a:pt x="0" y="39815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666025" y="-1158"/>
            <a:ext cx="0" cy="1902460"/>
          </a:xfrm>
          <a:custGeom>
            <a:avLst/>
            <a:gdLst/>
            <a:ahLst/>
            <a:cxnLst/>
            <a:rect l="l" t="t" r="r" b="b"/>
            <a:pathLst>
              <a:path w="0" h="1902460">
                <a:moveTo>
                  <a:pt x="0" y="0"/>
                </a:moveTo>
                <a:lnTo>
                  <a:pt x="0" y="19019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343274" y="3300779"/>
            <a:ext cx="344805" cy="345440"/>
            <a:chOff x="343274" y="3300779"/>
            <a:chExt cx="344805" cy="345440"/>
          </a:xfrm>
        </p:grpSpPr>
        <p:sp>
          <p:nvSpPr>
            <p:cNvPr id="5" name="object 5" descr=""/>
            <p:cNvSpPr/>
            <p:nvPr/>
          </p:nvSpPr>
          <p:spPr>
            <a:xfrm>
              <a:off x="348557" y="3306711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10">
                  <a:moveTo>
                    <a:pt x="167070" y="333520"/>
                  </a:moveTo>
                  <a:lnTo>
                    <a:pt x="122487" y="327587"/>
                  </a:lnTo>
                  <a:lnTo>
                    <a:pt x="82530" y="310836"/>
                  </a:lnTo>
                  <a:lnTo>
                    <a:pt x="48750" y="284839"/>
                  </a:lnTo>
                  <a:lnTo>
                    <a:pt x="22701" y="251169"/>
                  </a:lnTo>
                  <a:lnTo>
                    <a:pt x="5934" y="211399"/>
                  </a:lnTo>
                  <a:lnTo>
                    <a:pt x="0" y="167099"/>
                  </a:lnTo>
                  <a:lnTo>
                    <a:pt x="5934" y="122514"/>
                  </a:lnTo>
                  <a:lnTo>
                    <a:pt x="22701" y="82551"/>
                  </a:lnTo>
                  <a:lnTo>
                    <a:pt x="48750" y="48765"/>
                  </a:lnTo>
                  <a:lnTo>
                    <a:pt x="82530" y="22709"/>
                  </a:lnTo>
                  <a:lnTo>
                    <a:pt x="122487" y="5936"/>
                  </a:lnTo>
                  <a:lnTo>
                    <a:pt x="167070" y="0"/>
                  </a:lnTo>
                  <a:lnTo>
                    <a:pt x="211382" y="5936"/>
                  </a:lnTo>
                  <a:lnTo>
                    <a:pt x="251161" y="22709"/>
                  </a:lnTo>
                  <a:lnTo>
                    <a:pt x="284836" y="48765"/>
                  </a:lnTo>
                  <a:lnTo>
                    <a:pt x="310835" y="82551"/>
                  </a:lnTo>
                  <a:lnTo>
                    <a:pt x="327587" y="122514"/>
                  </a:lnTo>
                  <a:lnTo>
                    <a:pt x="333520" y="167099"/>
                  </a:lnTo>
                  <a:lnTo>
                    <a:pt x="327587" y="211399"/>
                  </a:lnTo>
                  <a:lnTo>
                    <a:pt x="310835" y="251169"/>
                  </a:lnTo>
                  <a:lnTo>
                    <a:pt x="284836" y="284839"/>
                  </a:lnTo>
                  <a:lnTo>
                    <a:pt x="251161" y="310836"/>
                  </a:lnTo>
                  <a:lnTo>
                    <a:pt x="211382" y="327587"/>
                  </a:lnTo>
                  <a:lnTo>
                    <a:pt x="167070" y="3335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43274" y="3300779"/>
              <a:ext cx="344805" cy="345440"/>
            </a:xfrm>
            <a:custGeom>
              <a:avLst/>
              <a:gdLst/>
              <a:ahLst/>
              <a:cxnLst/>
              <a:rect l="l" t="t" r="r" b="b"/>
              <a:pathLst>
                <a:path w="344805" h="345439">
                  <a:moveTo>
                    <a:pt x="172352" y="345384"/>
                  </a:moveTo>
                  <a:lnTo>
                    <a:pt x="126466" y="339196"/>
                  </a:lnTo>
                  <a:lnTo>
                    <a:pt x="85275" y="321752"/>
                  </a:lnTo>
                  <a:lnTo>
                    <a:pt x="50407" y="294733"/>
                  </a:lnTo>
                  <a:lnTo>
                    <a:pt x="23487" y="259820"/>
                  </a:lnTo>
                  <a:lnTo>
                    <a:pt x="6142" y="218692"/>
                  </a:lnTo>
                  <a:lnTo>
                    <a:pt x="0" y="173031"/>
                  </a:lnTo>
                  <a:lnTo>
                    <a:pt x="6142" y="127094"/>
                  </a:lnTo>
                  <a:lnTo>
                    <a:pt x="23487" y="85778"/>
                  </a:lnTo>
                  <a:lnTo>
                    <a:pt x="50407" y="50746"/>
                  </a:lnTo>
                  <a:lnTo>
                    <a:pt x="85275" y="23663"/>
                  </a:lnTo>
                  <a:lnTo>
                    <a:pt x="126466" y="6193"/>
                  </a:lnTo>
                  <a:lnTo>
                    <a:pt x="172352" y="0"/>
                  </a:lnTo>
                  <a:lnTo>
                    <a:pt x="218014" y="6193"/>
                  </a:lnTo>
                  <a:lnTo>
                    <a:pt x="229765" y="11185"/>
                  </a:lnTo>
                  <a:lnTo>
                    <a:pt x="172352" y="11185"/>
                  </a:lnTo>
                  <a:lnTo>
                    <a:pt x="139770" y="14519"/>
                  </a:lnTo>
                  <a:lnTo>
                    <a:pt x="81986" y="38950"/>
                  </a:lnTo>
                  <a:lnTo>
                    <a:pt x="38288" y="82362"/>
                  </a:lnTo>
                  <a:lnTo>
                    <a:pt x="13865" y="140340"/>
                  </a:lnTo>
                  <a:lnTo>
                    <a:pt x="10535" y="173031"/>
                  </a:lnTo>
                  <a:lnTo>
                    <a:pt x="13865" y="205330"/>
                  </a:lnTo>
                  <a:lnTo>
                    <a:pt x="38288" y="263032"/>
                  </a:lnTo>
                  <a:lnTo>
                    <a:pt x="81986" y="306721"/>
                  </a:lnTo>
                  <a:lnTo>
                    <a:pt x="139770" y="330961"/>
                  </a:lnTo>
                  <a:lnTo>
                    <a:pt x="172352" y="334199"/>
                  </a:lnTo>
                  <a:lnTo>
                    <a:pt x="229795" y="334199"/>
                  </a:lnTo>
                  <a:lnTo>
                    <a:pt x="218014" y="339196"/>
                  </a:lnTo>
                  <a:lnTo>
                    <a:pt x="172352" y="345384"/>
                  </a:lnTo>
                  <a:close/>
                </a:path>
                <a:path w="344805" h="345439">
                  <a:moveTo>
                    <a:pt x="229795" y="334199"/>
                  </a:moveTo>
                  <a:lnTo>
                    <a:pt x="172352" y="334199"/>
                  </a:lnTo>
                  <a:lnTo>
                    <a:pt x="204668" y="330961"/>
                  </a:lnTo>
                  <a:lnTo>
                    <a:pt x="234945" y="321616"/>
                  </a:lnTo>
                  <a:lnTo>
                    <a:pt x="286182" y="286831"/>
                  </a:lnTo>
                  <a:lnTo>
                    <a:pt x="320952" y="235598"/>
                  </a:lnTo>
                  <a:lnTo>
                    <a:pt x="333520" y="173031"/>
                  </a:lnTo>
                  <a:lnTo>
                    <a:pt x="330286" y="140340"/>
                  </a:lnTo>
                  <a:lnTo>
                    <a:pt x="306067" y="82362"/>
                  </a:lnTo>
                  <a:lnTo>
                    <a:pt x="262383" y="38950"/>
                  </a:lnTo>
                  <a:lnTo>
                    <a:pt x="204668" y="14519"/>
                  </a:lnTo>
                  <a:lnTo>
                    <a:pt x="172352" y="11185"/>
                  </a:lnTo>
                  <a:lnTo>
                    <a:pt x="229765" y="11185"/>
                  </a:lnTo>
                  <a:lnTo>
                    <a:pt x="294055" y="50746"/>
                  </a:lnTo>
                  <a:lnTo>
                    <a:pt x="321074" y="85778"/>
                  </a:lnTo>
                  <a:lnTo>
                    <a:pt x="338517" y="127094"/>
                  </a:lnTo>
                  <a:lnTo>
                    <a:pt x="344706" y="173031"/>
                  </a:lnTo>
                  <a:lnTo>
                    <a:pt x="338517" y="218692"/>
                  </a:lnTo>
                  <a:lnTo>
                    <a:pt x="321074" y="259820"/>
                  </a:lnTo>
                  <a:lnTo>
                    <a:pt x="294055" y="294733"/>
                  </a:lnTo>
                  <a:lnTo>
                    <a:pt x="259141" y="321752"/>
                  </a:lnTo>
                  <a:lnTo>
                    <a:pt x="229795" y="3341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318" y="3374471"/>
              <a:ext cx="197999" cy="197999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8520012" y="714741"/>
            <a:ext cx="292100" cy="292735"/>
            <a:chOff x="8520012" y="714741"/>
            <a:chExt cx="292100" cy="292735"/>
          </a:xfrm>
        </p:grpSpPr>
        <p:sp>
          <p:nvSpPr>
            <p:cNvPr id="9" name="object 9" descr=""/>
            <p:cNvSpPr/>
            <p:nvPr/>
          </p:nvSpPr>
          <p:spPr>
            <a:xfrm>
              <a:off x="8524487" y="719766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51"/>
                  </a:lnTo>
                  <a:lnTo>
                    <a:pt x="57763" y="255365"/>
                  </a:lnTo>
                  <a:lnTo>
                    <a:pt x="27187" y="224869"/>
                  </a:lnTo>
                  <a:lnTo>
                    <a:pt x="7175" y="186163"/>
                  </a:lnTo>
                  <a:lnTo>
                    <a:pt x="0" y="141549"/>
                  </a:lnTo>
                  <a:lnTo>
                    <a:pt x="7175" y="96655"/>
                  </a:lnTo>
                  <a:lnTo>
                    <a:pt x="27187" y="57779"/>
                  </a:lnTo>
                  <a:lnTo>
                    <a:pt x="57763" y="27195"/>
                  </a:lnTo>
                  <a:lnTo>
                    <a:pt x="96633" y="7177"/>
                  </a:lnTo>
                  <a:lnTo>
                    <a:pt x="141524" y="0"/>
                  </a:lnTo>
                  <a:lnTo>
                    <a:pt x="186150" y="7177"/>
                  </a:lnTo>
                  <a:lnTo>
                    <a:pt x="224863" y="27195"/>
                  </a:lnTo>
                  <a:lnTo>
                    <a:pt x="255364" y="57779"/>
                  </a:lnTo>
                  <a:lnTo>
                    <a:pt x="275351" y="96655"/>
                  </a:lnTo>
                  <a:lnTo>
                    <a:pt x="282524" y="141549"/>
                  </a:lnTo>
                  <a:lnTo>
                    <a:pt x="275351" y="186163"/>
                  </a:lnTo>
                  <a:lnTo>
                    <a:pt x="255364" y="224869"/>
                  </a:lnTo>
                  <a:lnTo>
                    <a:pt x="224863" y="255365"/>
                  </a:lnTo>
                  <a:lnTo>
                    <a:pt x="186150" y="275351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520012" y="714741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94"/>
                  </a:lnTo>
                  <a:lnTo>
                    <a:pt x="59702" y="264294"/>
                  </a:lnTo>
                  <a:lnTo>
                    <a:pt x="28121" y="232634"/>
                  </a:lnTo>
                  <a:lnTo>
                    <a:pt x="7427" y="192574"/>
                  </a:lnTo>
                  <a:lnTo>
                    <a:pt x="0" y="146574"/>
                  </a:lnTo>
                  <a:lnTo>
                    <a:pt x="7427" y="100303"/>
                  </a:lnTo>
                  <a:lnTo>
                    <a:pt x="28121" y="60074"/>
                  </a:lnTo>
                  <a:lnTo>
                    <a:pt x="59702" y="28323"/>
                  </a:lnTo>
                  <a:lnTo>
                    <a:pt x="99788" y="7486"/>
                  </a:lnTo>
                  <a:lnTo>
                    <a:pt x="145999" y="0"/>
                  </a:lnTo>
                  <a:lnTo>
                    <a:pt x="191999" y="7486"/>
                  </a:lnTo>
                  <a:lnTo>
                    <a:pt x="195822" y="9474"/>
                  </a:lnTo>
                  <a:lnTo>
                    <a:pt x="145999" y="9474"/>
                  </a:lnTo>
                  <a:lnTo>
                    <a:pt x="118399" y="12299"/>
                  </a:lnTo>
                  <a:lnTo>
                    <a:pt x="69450" y="32994"/>
                  </a:lnTo>
                  <a:lnTo>
                    <a:pt x="32433" y="69769"/>
                  </a:lnTo>
                  <a:lnTo>
                    <a:pt x="11745" y="118882"/>
                  </a:lnTo>
                  <a:lnTo>
                    <a:pt x="8924" y="146574"/>
                  </a:lnTo>
                  <a:lnTo>
                    <a:pt x="11745" y="173935"/>
                  </a:lnTo>
                  <a:lnTo>
                    <a:pt x="32433" y="222814"/>
                  </a:lnTo>
                  <a:lnTo>
                    <a:pt x="69450" y="259823"/>
                  </a:lnTo>
                  <a:lnTo>
                    <a:pt x="118399" y="280356"/>
                  </a:lnTo>
                  <a:lnTo>
                    <a:pt x="145999" y="283099"/>
                  </a:lnTo>
                  <a:lnTo>
                    <a:pt x="195842" y="283099"/>
                  </a:lnTo>
                  <a:lnTo>
                    <a:pt x="191999" y="285094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42" y="283099"/>
                  </a:moveTo>
                  <a:lnTo>
                    <a:pt x="145999" y="283099"/>
                  </a:lnTo>
                  <a:lnTo>
                    <a:pt x="173374" y="280356"/>
                  </a:lnTo>
                  <a:lnTo>
                    <a:pt x="199021" y="272440"/>
                  </a:lnTo>
                  <a:lnTo>
                    <a:pt x="242424" y="242974"/>
                  </a:lnTo>
                  <a:lnTo>
                    <a:pt x="271878" y="199574"/>
                  </a:lnTo>
                  <a:lnTo>
                    <a:pt x="282524" y="146574"/>
                  </a:lnTo>
                  <a:lnTo>
                    <a:pt x="279785" y="118882"/>
                  </a:lnTo>
                  <a:lnTo>
                    <a:pt x="259269" y="69769"/>
                  </a:lnTo>
                  <a:lnTo>
                    <a:pt x="222264" y="32994"/>
                  </a:lnTo>
                  <a:lnTo>
                    <a:pt x="173374" y="12299"/>
                  </a:lnTo>
                  <a:lnTo>
                    <a:pt x="145999" y="9474"/>
                  </a:lnTo>
                  <a:lnTo>
                    <a:pt x="195822" y="9474"/>
                  </a:lnTo>
                  <a:lnTo>
                    <a:pt x="232059" y="28323"/>
                  </a:lnTo>
                  <a:lnTo>
                    <a:pt x="263719" y="60074"/>
                  </a:lnTo>
                  <a:lnTo>
                    <a:pt x="284519" y="100303"/>
                  </a:lnTo>
                  <a:lnTo>
                    <a:pt x="291999" y="146574"/>
                  </a:lnTo>
                  <a:lnTo>
                    <a:pt x="284519" y="192574"/>
                  </a:lnTo>
                  <a:lnTo>
                    <a:pt x="263719" y="232634"/>
                  </a:lnTo>
                  <a:lnTo>
                    <a:pt x="232059" y="264294"/>
                  </a:lnTo>
                  <a:lnTo>
                    <a:pt x="19584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81887" y="777166"/>
              <a:ext cx="167724" cy="167724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261711" y="465077"/>
            <a:ext cx="508000" cy="508000"/>
            <a:chOff x="261711" y="465077"/>
            <a:chExt cx="508000" cy="508000"/>
          </a:xfrm>
        </p:grpSpPr>
        <p:sp>
          <p:nvSpPr>
            <p:cNvPr id="13" name="object 13" descr=""/>
            <p:cNvSpPr/>
            <p:nvPr/>
          </p:nvSpPr>
          <p:spPr>
            <a:xfrm>
              <a:off x="265615" y="469460"/>
              <a:ext cx="500380" cy="499745"/>
            </a:xfrm>
            <a:custGeom>
              <a:avLst/>
              <a:gdLst/>
              <a:ahLst/>
              <a:cxnLst/>
              <a:rect l="l" t="t" r="r" b="b"/>
              <a:pathLst>
                <a:path w="500380" h="499744">
                  <a:moveTo>
                    <a:pt x="249877" y="499217"/>
                  </a:moveTo>
                  <a:lnTo>
                    <a:pt x="204941" y="495194"/>
                  </a:lnTo>
                  <a:lnTo>
                    <a:pt x="162656" y="483597"/>
                  </a:lnTo>
                  <a:lnTo>
                    <a:pt x="123725" y="465135"/>
                  </a:lnTo>
                  <a:lnTo>
                    <a:pt x="88853" y="440515"/>
                  </a:lnTo>
                  <a:lnTo>
                    <a:pt x="58743" y="410447"/>
                  </a:lnTo>
                  <a:lnTo>
                    <a:pt x="34098" y="375638"/>
                  </a:lnTo>
                  <a:lnTo>
                    <a:pt x="15624" y="336796"/>
                  </a:lnTo>
                  <a:lnTo>
                    <a:pt x="4023" y="294630"/>
                  </a:lnTo>
                  <a:lnTo>
                    <a:pt x="0" y="249848"/>
                  </a:lnTo>
                  <a:lnTo>
                    <a:pt x="4023" y="204917"/>
                  </a:lnTo>
                  <a:lnTo>
                    <a:pt x="15624" y="162637"/>
                  </a:lnTo>
                  <a:lnTo>
                    <a:pt x="34098" y="123711"/>
                  </a:lnTo>
                  <a:lnTo>
                    <a:pt x="58743" y="88843"/>
                  </a:lnTo>
                  <a:lnTo>
                    <a:pt x="88853" y="58736"/>
                  </a:lnTo>
                  <a:lnTo>
                    <a:pt x="123725" y="34094"/>
                  </a:lnTo>
                  <a:lnTo>
                    <a:pt x="162656" y="15622"/>
                  </a:lnTo>
                  <a:lnTo>
                    <a:pt x="204941" y="4022"/>
                  </a:lnTo>
                  <a:lnTo>
                    <a:pt x="249877" y="0"/>
                  </a:lnTo>
                  <a:lnTo>
                    <a:pt x="294807" y="4022"/>
                  </a:lnTo>
                  <a:lnTo>
                    <a:pt x="337089" y="15622"/>
                  </a:lnTo>
                  <a:lnTo>
                    <a:pt x="376018" y="34094"/>
                  </a:lnTo>
                  <a:lnTo>
                    <a:pt x="410892" y="58736"/>
                  </a:lnTo>
                  <a:lnTo>
                    <a:pt x="441004" y="88843"/>
                  </a:lnTo>
                  <a:lnTo>
                    <a:pt x="465650" y="123711"/>
                  </a:lnTo>
                  <a:lnTo>
                    <a:pt x="484127" y="162637"/>
                  </a:lnTo>
                  <a:lnTo>
                    <a:pt x="495730" y="204917"/>
                  </a:lnTo>
                  <a:lnTo>
                    <a:pt x="499754" y="249848"/>
                  </a:lnTo>
                  <a:lnTo>
                    <a:pt x="495730" y="294630"/>
                  </a:lnTo>
                  <a:lnTo>
                    <a:pt x="484127" y="336796"/>
                  </a:lnTo>
                  <a:lnTo>
                    <a:pt x="465650" y="375638"/>
                  </a:lnTo>
                  <a:lnTo>
                    <a:pt x="441004" y="410447"/>
                  </a:lnTo>
                  <a:lnTo>
                    <a:pt x="410892" y="440515"/>
                  </a:lnTo>
                  <a:lnTo>
                    <a:pt x="376018" y="465135"/>
                  </a:lnTo>
                  <a:lnTo>
                    <a:pt x="337089" y="483597"/>
                  </a:lnTo>
                  <a:lnTo>
                    <a:pt x="294807" y="495194"/>
                  </a:lnTo>
                  <a:lnTo>
                    <a:pt x="249877" y="499217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61711" y="465077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3781" y="507962"/>
                  </a:moveTo>
                  <a:lnTo>
                    <a:pt x="208200" y="503869"/>
                  </a:lnTo>
                  <a:lnTo>
                    <a:pt x="165284" y="492070"/>
                  </a:lnTo>
                  <a:lnTo>
                    <a:pt x="125754" y="473287"/>
                  </a:lnTo>
                  <a:lnTo>
                    <a:pt x="90330" y="448238"/>
                  </a:lnTo>
                  <a:lnTo>
                    <a:pt x="59731" y="417645"/>
                  </a:lnTo>
                  <a:lnTo>
                    <a:pt x="34679" y="382228"/>
                  </a:lnTo>
                  <a:lnTo>
                    <a:pt x="15893" y="342706"/>
                  </a:lnTo>
                  <a:lnTo>
                    <a:pt x="4093" y="299800"/>
                  </a:lnTo>
                  <a:lnTo>
                    <a:pt x="0" y="254231"/>
                  </a:lnTo>
                  <a:lnTo>
                    <a:pt x="4093" y="208513"/>
                  </a:lnTo>
                  <a:lnTo>
                    <a:pt x="15893" y="165491"/>
                  </a:lnTo>
                  <a:lnTo>
                    <a:pt x="34679" y="125882"/>
                  </a:lnTo>
                  <a:lnTo>
                    <a:pt x="59731" y="90402"/>
                  </a:lnTo>
                  <a:lnTo>
                    <a:pt x="90330" y="59767"/>
                  </a:lnTo>
                  <a:lnTo>
                    <a:pt x="125754" y="34693"/>
                  </a:lnTo>
                  <a:lnTo>
                    <a:pt x="165284" y="15896"/>
                  </a:lnTo>
                  <a:lnTo>
                    <a:pt x="208200" y="4093"/>
                  </a:lnTo>
                  <a:lnTo>
                    <a:pt x="253781" y="0"/>
                  </a:lnTo>
                  <a:lnTo>
                    <a:pt x="299355" y="4093"/>
                  </a:lnTo>
                  <a:lnTo>
                    <a:pt x="314520" y="8265"/>
                  </a:lnTo>
                  <a:lnTo>
                    <a:pt x="253781" y="8265"/>
                  </a:lnTo>
                  <a:lnTo>
                    <a:pt x="204165" y="13286"/>
                  </a:lnTo>
                  <a:lnTo>
                    <a:pt x="158059" y="27651"/>
                  </a:lnTo>
                  <a:lnTo>
                    <a:pt x="116424" y="50309"/>
                  </a:lnTo>
                  <a:lnTo>
                    <a:pt x="80217" y="80207"/>
                  </a:lnTo>
                  <a:lnTo>
                    <a:pt x="50103" y="116697"/>
                  </a:lnTo>
                  <a:lnTo>
                    <a:pt x="27466" y="158469"/>
                  </a:lnTo>
                  <a:lnTo>
                    <a:pt x="13217" y="204617"/>
                  </a:lnTo>
                  <a:lnTo>
                    <a:pt x="8265" y="254231"/>
                  </a:lnTo>
                  <a:lnTo>
                    <a:pt x="13217" y="303627"/>
                  </a:lnTo>
                  <a:lnTo>
                    <a:pt x="27466" y="349743"/>
                  </a:lnTo>
                  <a:lnTo>
                    <a:pt x="50103" y="391484"/>
                  </a:lnTo>
                  <a:lnTo>
                    <a:pt x="80217" y="427754"/>
                  </a:lnTo>
                  <a:lnTo>
                    <a:pt x="116424" y="457864"/>
                  </a:lnTo>
                  <a:lnTo>
                    <a:pt x="158059" y="480498"/>
                  </a:lnTo>
                  <a:lnTo>
                    <a:pt x="204165" y="494745"/>
                  </a:lnTo>
                  <a:lnTo>
                    <a:pt x="253781" y="499697"/>
                  </a:lnTo>
                  <a:lnTo>
                    <a:pt x="314529" y="499697"/>
                  </a:lnTo>
                  <a:lnTo>
                    <a:pt x="299355" y="503869"/>
                  </a:lnTo>
                  <a:lnTo>
                    <a:pt x="253781" y="507962"/>
                  </a:lnTo>
                  <a:close/>
                </a:path>
                <a:path w="508000" h="508000">
                  <a:moveTo>
                    <a:pt x="314529" y="499697"/>
                  </a:moveTo>
                  <a:lnTo>
                    <a:pt x="253781" y="499697"/>
                  </a:lnTo>
                  <a:lnTo>
                    <a:pt x="303392" y="494745"/>
                  </a:lnTo>
                  <a:lnTo>
                    <a:pt x="349543" y="480498"/>
                  </a:lnTo>
                  <a:lnTo>
                    <a:pt x="391319" y="457864"/>
                  </a:lnTo>
                  <a:lnTo>
                    <a:pt x="427803" y="427754"/>
                  </a:lnTo>
                  <a:lnTo>
                    <a:pt x="457714" y="391484"/>
                  </a:lnTo>
                  <a:lnTo>
                    <a:pt x="480373" y="349743"/>
                  </a:lnTo>
                  <a:lnTo>
                    <a:pt x="494734" y="303627"/>
                  </a:lnTo>
                  <a:lnTo>
                    <a:pt x="499754" y="254231"/>
                  </a:lnTo>
                  <a:lnTo>
                    <a:pt x="494734" y="204617"/>
                  </a:lnTo>
                  <a:lnTo>
                    <a:pt x="480373" y="158469"/>
                  </a:lnTo>
                  <a:lnTo>
                    <a:pt x="457714" y="116697"/>
                  </a:lnTo>
                  <a:lnTo>
                    <a:pt x="427803" y="80207"/>
                  </a:lnTo>
                  <a:lnTo>
                    <a:pt x="391319" y="50309"/>
                  </a:lnTo>
                  <a:lnTo>
                    <a:pt x="349543" y="27651"/>
                  </a:lnTo>
                  <a:lnTo>
                    <a:pt x="303392" y="13286"/>
                  </a:lnTo>
                  <a:lnTo>
                    <a:pt x="253781" y="8265"/>
                  </a:lnTo>
                  <a:lnTo>
                    <a:pt x="314520" y="8265"/>
                  </a:lnTo>
                  <a:lnTo>
                    <a:pt x="381792" y="34693"/>
                  </a:lnTo>
                  <a:lnTo>
                    <a:pt x="417213" y="59767"/>
                  </a:lnTo>
                  <a:lnTo>
                    <a:pt x="447810" y="90402"/>
                  </a:lnTo>
                  <a:lnTo>
                    <a:pt x="472861" y="125882"/>
                  </a:lnTo>
                  <a:lnTo>
                    <a:pt x="491647" y="165491"/>
                  </a:lnTo>
                  <a:lnTo>
                    <a:pt x="503447" y="208513"/>
                  </a:lnTo>
                  <a:lnTo>
                    <a:pt x="507540" y="254231"/>
                  </a:lnTo>
                  <a:lnTo>
                    <a:pt x="503447" y="299800"/>
                  </a:lnTo>
                  <a:lnTo>
                    <a:pt x="491647" y="342706"/>
                  </a:lnTo>
                  <a:lnTo>
                    <a:pt x="472861" y="382228"/>
                  </a:lnTo>
                  <a:lnTo>
                    <a:pt x="447810" y="417645"/>
                  </a:lnTo>
                  <a:lnTo>
                    <a:pt x="417213" y="448238"/>
                  </a:lnTo>
                  <a:lnTo>
                    <a:pt x="381792" y="473287"/>
                  </a:lnTo>
                  <a:lnTo>
                    <a:pt x="342265" y="492070"/>
                  </a:lnTo>
                  <a:lnTo>
                    <a:pt x="314529" y="49969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8798" y="532636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80">
                  <a:moveTo>
                    <a:pt x="186693" y="372842"/>
                  </a:moveTo>
                  <a:lnTo>
                    <a:pt x="137074" y="366207"/>
                  </a:lnTo>
                  <a:lnTo>
                    <a:pt x="92480" y="347474"/>
                  </a:lnTo>
                  <a:lnTo>
                    <a:pt x="54694" y="318397"/>
                  </a:lnTo>
                  <a:lnTo>
                    <a:pt x="25496" y="280734"/>
                  </a:lnTo>
                  <a:lnTo>
                    <a:pt x="6671" y="236240"/>
                  </a:lnTo>
                  <a:lnTo>
                    <a:pt x="0" y="186672"/>
                  </a:lnTo>
                  <a:lnTo>
                    <a:pt x="6671" y="137059"/>
                  </a:lnTo>
                  <a:lnTo>
                    <a:pt x="25496" y="92470"/>
                  </a:lnTo>
                  <a:lnTo>
                    <a:pt x="54694" y="54687"/>
                  </a:lnTo>
                  <a:lnTo>
                    <a:pt x="92480" y="25493"/>
                  </a:lnTo>
                  <a:lnTo>
                    <a:pt x="137074" y="6670"/>
                  </a:lnTo>
                  <a:lnTo>
                    <a:pt x="186693" y="0"/>
                  </a:lnTo>
                  <a:lnTo>
                    <a:pt x="236303" y="6670"/>
                  </a:lnTo>
                  <a:lnTo>
                    <a:pt x="280890" y="25493"/>
                  </a:lnTo>
                  <a:lnTo>
                    <a:pt x="318674" y="54687"/>
                  </a:lnTo>
                  <a:lnTo>
                    <a:pt x="347869" y="92470"/>
                  </a:lnTo>
                  <a:lnTo>
                    <a:pt x="366694" y="137059"/>
                  </a:lnTo>
                  <a:lnTo>
                    <a:pt x="373365" y="186672"/>
                  </a:lnTo>
                  <a:lnTo>
                    <a:pt x="366694" y="236240"/>
                  </a:lnTo>
                  <a:lnTo>
                    <a:pt x="347869" y="280734"/>
                  </a:lnTo>
                  <a:lnTo>
                    <a:pt x="318674" y="318397"/>
                  </a:lnTo>
                  <a:lnTo>
                    <a:pt x="280890" y="347474"/>
                  </a:lnTo>
                  <a:lnTo>
                    <a:pt x="236303" y="366207"/>
                  </a:lnTo>
                  <a:lnTo>
                    <a:pt x="186693" y="3728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4916" y="528275"/>
              <a:ext cx="381635" cy="381635"/>
            </a:xfrm>
            <a:custGeom>
              <a:avLst/>
              <a:gdLst/>
              <a:ahLst/>
              <a:cxnLst/>
              <a:rect l="l" t="t" r="r" b="b"/>
              <a:pathLst>
                <a:path w="381634" h="381634">
                  <a:moveTo>
                    <a:pt x="190575" y="381587"/>
                  </a:moveTo>
                  <a:lnTo>
                    <a:pt x="146953" y="376541"/>
                  </a:lnTo>
                  <a:lnTo>
                    <a:pt x="106869" y="362174"/>
                  </a:lnTo>
                  <a:lnTo>
                    <a:pt x="71479" y="339643"/>
                  </a:lnTo>
                  <a:lnTo>
                    <a:pt x="41941" y="310106"/>
                  </a:lnTo>
                  <a:lnTo>
                    <a:pt x="19411" y="274721"/>
                  </a:lnTo>
                  <a:lnTo>
                    <a:pt x="5045" y="234644"/>
                  </a:lnTo>
                  <a:lnTo>
                    <a:pt x="0" y="191033"/>
                  </a:lnTo>
                  <a:lnTo>
                    <a:pt x="5045" y="147238"/>
                  </a:lnTo>
                  <a:lnTo>
                    <a:pt x="19411" y="107031"/>
                  </a:lnTo>
                  <a:lnTo>
                    <a:pt x="41941" y="71561"/>
                  </a:lnTo>
                  <a:lnTo>
                    <a:pt x="71479" y="41974"/>
                  </a:lnTo>
                  <a:lnTo>
                    <a:pt x="106869" y="19420"/>
                  </a:lnTo>
                  <a:lnTo>
                    <a:pt x="146953" y="5046"/>
                  </a:lnTo>
                  <a:lnTo>
                    <a:pt x="190575" y="0"/>
                  </a:lnTo>
                  <a:lnTo>
                    <a:pt x="234348" y="5046"/>
                  </a:lnTo>
                  <a:lnTo>
                    <a:pt x="243336" y="8265"/>
                  </a:lnTo>
                  <a:lnTo>
                    <a:pt x="190575" y="8265"/>
                  </a:lnTo>
                  <a:lnTo>
                    <a:pt x="153755" y="11970"/>
                  </a:lnTo>
                  <a:lnTo>
                    <a:pt x="88701" y="39434"/>
                  </a:lnTo>
                  <a:lnTo>
                    <a:pt x="39439" y="88769"/>
                  </a:lnTo>
                  <a:lnTo>
                    <a:pt x="11972" y="154151"/>
                  </a:lnTo>
                  <a:lnTo>
                    <a:pt x="8265" y="191033"/>
                  </a:lnTo>
                  <a:lnTo>
                    <a:pt x="11972" y="227635"/>
                  </a:lnTo>
                  <a:lnTo>
                    <a:pt x="39439" y="292816"/>
                  </a:lnTo>
                  <a:lnTo>
                    <a:pt x="88701" y="342143"/>
                  </a:lnTo>
                  <a:lnTo>
                    <a:pt x="153755" y="369613"/>
                  </a:lnTo>
                  <a:lnTo>
                    <a:pt x="190575" y="373322"/>
                  </a:lnTo>
                  <a:lnTo>
                    <a:pt x="243341" y="373322"/>
                  </a:lnTo>
                  <a:lnTo>
                    <a:pt x="234348" y="376541"/>
                  </a:lnTo>
                  <a:lnTo>
                    <a:pt x="190575" y="381587"/>
                  </a:lnTo>
                  <a:close/>
                </a:path>
                <a:path w="381634" h="381634">
                  <a:moveTo>
                    <a:pt x="243341" y="373322"/>
                  </a:moveTo>
                  <a:lnTo>
                    <a:pt x="190575" y="373322"/>
                  </a:lnTo>
                  <a:lnTo>
                    <a:pt x="227459" y="369613"/>
                  </a:lnTo>
                  <a:lnTo>
                    <a:pt x="261790" y="358975"/>
                  </a:lnTo>
                  <a:lnTo>
                    <a:pt x="319887" y="319850"/>
                  </a:lnTo>
                  <a:lnTo>
                    <a:pt x="359025" y="261820"/>
                  </a:lnTo>
                  <a:lnTo>
                    <a:pt x="373365" y="191033"/>
                  </a:lnTo>
                  <a:lnTo>
                    <a:pt x="369659" y="154151"/>
                  </a:lnTo>
                  <a:lnTo>
                    <a:pt x="342192" y="88769"/>
                  </a:lnTo>
                  <a:lnTo>
                    <a:pt x="292842" y="39434"/>
                  </a:lnTo>
                  <a:lnTo>
                    <a:pt x="227459" y="11970"/>
                  </a:lnTo>
                  <a:lnTo>
                    <a:pt x="190575" y="8265"/>
                  </a:lnTo>
                  <a:lnTo>
                    <a:pt x="243336" y="8265"/>
                  </a:lnTo>
                  <a:lnTo>
                    <a:pt x="309864" y="41974"/>
                  </a:lnTo>
                  <a:lnTo>
                    <a:pt x="339347" y="71561"/>
                  </a:lnTo>
                  <a:lnTo>
                    <a:pt x="361806" y="107031"/>
                  </a:lnTo>
                  <a:lnTo>
                    <a:pt x="376110" y="147238"/>
                  </a:lnTo>
                  <a:lnTo>
                    <a:pt x="381129" y="191033"/>
                  </a:lnTo>
                  <a:lnTo>
                    <a:pt x="376110" y="234644"/>
                  </a:lnTo>
                  <a:lnTo>
                    <a:pt x="361806" y="274721"/>
                  </a:lnTo>
                  <a:lnTo>
                    <a:pt x="339347" y="310106"/>
                  </a:lnTo>
                  <a:lnTo>
                    <a:pt x="309864" y="339643"/>
                  </a:lnTo>
                  <a:lnTo>
                    <a:pt x="274488" y="362174"/>
                  </a:lnTo>
                  <a:lnTo>
                    <a:pt x="243341" y="37332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465" y="597296"/>
              <a:ext cx="244032" cy="243524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1819023" y="389381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3046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893030" y="389381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967036" y="389381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484493" y="3893827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558500" y="3893827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632506" y="3893827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149963" y="389381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8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223969" y="389381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3045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7297975" y="389381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4" y="1422"/>
                </a:lnTo>
                <a:lnTo>
                  <a:pt x="25578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339539" y="397128"/>
            <a:ext cx="433387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TOOls</a:t>
            </a:r>
            <a:r>
              <a:rPr dirty="0" spc="-250"/>
              <a:t> </a:t>
            </a:r>
            <a:r>
              <a:rPr dirty="0" spc="-265"/>
              <a:t>&amp;</a:t>
            </a:r>
            <a:r>
              <a:rPr dirty="0" spc="-245"/>
              <a:t> </a:t>
            </a:r>
            <a:r>
              <a:rPr dirty="0" spc="-215"/>
              <a:t>PrOgramming</a:t>
            </a:r>
            <a:r>
              <a:rPr dirty="0" spc="-245"/>
              <a:t> </a:t>
            </a:r>
            <a:r>
              <a:rPr dirty="0" spc="-200"/>
              <a:t>Language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3720202" y="2682736"/>
            <a:ext cx="1600835" cy="9505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60">
                <a:solidFill>
                  <a:srgbClr val="FF806C"/>
                </a:solidFill>
                <a:latin typeface="Tahoma"/>
                <a:cs typeface="Tahoma"/>
              </a:rPr>
              <a:t>subprocess</a:t>
            </a:r>
            <a:r>
              <a:rPr dirty="0" sz="1600" spc="-180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FF806C"/>
                </a:solidFill>
                <a:latin typeface="Tahoma"/>
                <a:cs typeface="Tahoma"/>
              </a:rPr>
              <a:t>module</a:t>
            </a:r>
            <a:endParaRPr sz="1600">
              <a:latin typeface="Tahoma"/>
              <a:cs typeface="Tahoma"/>
            </a:endParaRPr>
          </a:p>
          <a:p>
            <a:pPr marL="422909" marR="5080" indent="-297815">
              <a:lnSpc>
                <a:spcPct val="101600"/>
              </a:lnSpc>
              <a:spcBef>
                <a:spcPts val="1460"/>
              </a:spcBef>
            </a:pPr>
            <a:r>
              <a:rPr dirty="0" sz="1600" spc="-80">
                <a:solidFill>
                  <a:srgbClr val="494949"/>
                </a:solidFill>
                <a:latin typeface="Tahoma"/>
                <a:cs typeface="Tahoma"/>
              </a:rPr>
              <a:t>Executes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Windows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commands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61213" y="2547873"/>
            <a:ext cx="1491615" cy="108521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dirty="0" sz="1800" spc="-105">
                <a:solidFill>
                  <a:srgbClr val="FF806C"/>
                </a:solidFill>
                <a:latin typeface="Tahoma"/>
                <a:cs typeface="Tahoma"/>
              </a:rPr>
              <a:t>Python</a:t>
            </a:r>
            <a:r>
              <a:rPr dirty="0" sz="1800" spc="-15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FF806C"/>
                </a:solidFill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algn="ctr" marL="12700" marR="5080">
              <a:lnSpc>
                <a:spcPct val="101600"/>
              </a:lnSpc>
              <a:spcBef>
                <a:spcPts val="1055"/>
              </a:spcBef>
            </a:pP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Main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10">
                <a:solidFill>
                  <a:srgbClr val="494949"/>
                </a:solidFill>
                <a:latin typeface="Tahoma"/>
                <a:cs typeface="Tahoma"/>
              </a:rPr>
              <a:t>programming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language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528732" y="2704857"/>
            <a:ext cx="1615440" cy="9283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dirty="0" sz="1500" spc="-85">
                <a:solidFill>
                  <a:srgbClr val="FF806C"/>
                </a:solidFill>
                <a:latin typeface="Tahoma"/>
                <a:cs typeface="Tahoma"/>
              </a:rPr>
              <a:t>Regular</a:t>
            </a:r>
            <a:r>
              <a:rPr dirty="0" sz="1500" spc="-12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FF806C"/>
                </a:solidFill>
                <a:latin typeface="Tahoma"/>
                <a:cs typeface="Tahoma"/>
              </a:rPr>
              <a:t>Expressions</a:t>
            </a:r>
            <a:endParaRPr sz="1500">
              <a:latin typeface="Tahoma"/>
              <a:cs typeface="Tahoma"/>
            </a:endParaRPr>
          </a:p>
          <a:p>
            <a:pPr marL="93345" marR="201295" indent="-81280">
              <a:lnSpc>
                <a:spcPct val="101600"/>
              </a:lnSpc>
              <a:spcBef>
                <a:spcPts val="1405"/>
              </a:spcBef>
            </a:pPr>
            <a:r>
              <a:rPr dirty="0" sz="1600" spc="-65">
                <a:solidFill>
                  <a:srgbClr val="494949"/>
                </a:solidFill>
                <a:latin typeface="Tahoma"/>
                <a:cs typeface="Tahoma"/>
              </a:rPr>
              <a:t>Extracts</a:t>
            </a:r>
            <a:r>
              <a:rPr dirty="0" sz="1600" spc="-13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65">
                <a:solidFill>
                  <a:srgbClr val="494949"/>
                </a:solidFill>
                <a:latin typeface="Tahoma"/>
                <a:cs typeface="Tahoma"/>
              </a:rPr>
              <a:t>SSID</a:t>
            </a:r>
            <a:r>
              <a:rPr dirty="0" sz="1600" spc="-13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14">
                <a:solidFill>
                  <a:srgbClr val="494949"/>
                </a:solidFill>
                <a:latin typeface="Tahoma"/>
                <a:cs typeface="Tahoma"/>
              </a:rPr>
              <a:t>and </a:t>
            </a:r>
            <a:r>
              <a:rPr dirty="0" sz="1600" spc="-85">
                <a:solidFill>
                  <a:srgbClr val="494949"/>
                </a:solidFill>
                <a:latin typeface="Tahoma"/>
                <a:cs typeface="Tahoma"/>
              </a:rPr>
              <a:t>encryption</a:t>
            </a:r>
            <a:r>
              <a:rPr dirty="0" sz="1600" spc="-9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494949"/>
                </a:solidFill>
                <a:latin typeface="Tahoma"/>
                <a:cs typeface="Tahoma"/>
              </a:rPr>
              <a:t>type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66908" y="877820"/>
            <a:ext cx="1627204" cy="1542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108999" y="501274"/>
            <a:ext cx="737870" cy="737870"/>
          </a:xfrm>
          <a:custGeom>
            <a:avLst/>
            <a:gdLst/>
            <a:ahLst/>
            <a:cxnLst/>
            <a:rect l="l" t="t" r="r" b="b"/>
            <a:pathLst>
              <a:path w="737870" h="737869">
                <a:moveTo>
                  <a:pt x="737699" y="737699"/>
                </a:moveTo>
                <a:lnTo>
                  <a:pt x="0" y="0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4762" y="125362"/>
            <a:ext cx="1936750" cy="808355"/>
            <a:chOff x="-4762" y="125362"/>
            <a:chExt cx="1936750" cy="808355"/>
          </a:xfrm>
        </p:grpSpPr>
        <p:sp>
          <p:nvSpPr>
            <p:cNvPr id="4" name="object 4" descr=""/>
            <p:cNvSpPr/>
            <p:nvPr/>
          </p:nvSpPr>
          <p:spPr>
            <a:xfrm>
              <a:off x="0" y="274187"/>
              <a:ext cx="1795780" cy="654685"/>
            </a:xfrm>
            <a:custGeom>
              <a:avLst/>
              <a:gdLst/>
              <a:ahLst/>
              <a:cxnLst/>
              <a:rect l="l" t="t" r="r" b="b"/>
              <a:pathLst>
                <a:path w="1795780" h="654685">
                  <a:moveTo>
                    <a:pt x="582474" y="7999"/>
                  </a:moveTo>
                  <a:lnTo>
                    <a:pt x="1795374" y="430699"/>
                  </a:lnTo>
                </a:path>
                <a:path w="1795780" h="654685">
                  <a:moveTo>
                    <a:pt x="0" y="654299"/>
                  </a:moveTo>
                  <a:lnTo>
                    <a:pt x="582599" y="0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8224" y="13038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46"/>
                  </a:lnTo>
                  <a:lnTo>
                    <a:pt x="57763" y="255328"/>
                  </a:lnTo>
                  <a:lnTo>
                    <a:pt x="27187" y="224744"/>
                  </a:lnTo>
                  <a:lnTo>
                    <a:pt x="7175" y="185868"/>
                  </a:lnTo>
                  <a:lnTo>
                    <a:pt x="0" y="140974"/>
                  </a:lnTo>
                  <a:lnTo>
                    <a:pt x="7175" y="96361"/>
                  </a:lnTo>
                  <a:lnTo>
                    <a:pt x="27187" y="57655"/>
                  </a:lnTo>
                  <a:lnTo>
                    <a:pt x="57763" y="27159"/>
                  </a:lnTo>
                  <a:lnTo>
                    <a:pt x="96633" y="7173"/>
                  </a:lnTo>
                  <a:lnTo>
                    <a:pt x="141524" y="0"/>
                  </a:lnTo>
                  <a:lnTo>
                    <a:pt x="186150" y="7173"/>
                  </a:lnTo>
                  <a:lnTo>
                    <a:pt x="224863" y="27159"/>
                  </a:lnTo>
                  <a:lnTo>
                    <a:pt x="255364" y="57655"/>
                  </a:lnTo>
                  <a:lnTo>
                    <a:pt x="275351" y="96361"/>
                  </a:lnTo>
                  <a:lnTo>
                    <a:pt x="282524" y="140974"/>
                  </a:lnTo>
                  <a:lnTo>
                    <a:pt x="275351" y="185868"/>
                  </a:lnTo>
                  <a:lnTo>
                    <a:pt x="255364" y="224744"/>
                  </a:lnTo>
                  <a:lnTo>
                    <a:pt x="224863" y="255328"/>
                  </a:lnTo>
                  <a:lnTo>
                    <a:pt x="186150" y="275346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3750" y="125362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87"/>
                  </a:lnTo>
                  <a:lnTo>
                    <a:pt x="59702" y="264250"/>
                  </a:lnTo>
                  <a:lnTo>
                    <a:pt x="28121" y="232499"/>
                  </a:lnTo>
                  <a:lnTo>
                    <a:pt x="7427" y="192270"/>
                  </a:lnTo>
                  <a:lnTo>
                    <a:pt x="0" y="145999"/>
                  </a:lnTo>
                  <a:lnTo>
                    <a:pt x="7427" y="99999"/>
                  </a:lnTo>
                  <a:lnTo>
                    <a:pt x="28121" y="59939"/>
                  </a:lnTo>
                  <a:lnTo>
                    <a:pt x="59702" y="28279"/>
                  </a:lnTo>
                  <a:lnTo>
                    <a:pt x="99788" y="7479"/>
                  </a:lnTo>
                  <a:lnTo>
                    <a:pt x="145999" y="0"/>
                  </a:lnTo>
                  <a:lnTo>
                    <a:pt x="191999" y="7479"/>
                  </a:lnTo>
                  <a:lnTo>
                    <a:pt x="195842" y="9474"/>
                  </a:lnTo>
                  <a:lnTo>
                    <a:pt x="145999" y="9474"/>
                  </a:lnTo>
                  <a:lnTo>
                    <a:pt x="118399" y="12218"/>
                  </a:lnTo>
                  <a:lnTo>
                    <a:pt x="69450" y="32751"/>
                  </a:lnTo>
                  <a:lnTo>
                    <a:pt x="32433" y="69760"/>
                  </a:lnTo>
                  <a:lnTo>
                    <a:pt x="11745" y="118639"/>
                  </a:lnTo>
                  <a:lnTo>
                    <a:pt x="8924" y="145999"/>
                  </a:lnTo>
                  <a:lnTo>
                    <a:pt x="11745" y="173692"/>
                  </a:lnTo>
                  <a:lnTo>
                    <a:pt x="32433" y="222805"/>
                  </a:lnTo>
                  <a:lnTo>
                    <a:pt x="69450" y="259580"/>
                  </a:lnTo>
                  <a:lnTo>
                    <a:pt x="118399" y="280275"/>
                  </a:lnTo>
                  <a:lnTo>
                    <a:pt x="145999" y="283099"/>
                  </a:lnTo>
                  <a:lnTo>
                    <a:pt x="195822" y="283099"/>
                  </a:lnTo>
                  <a:lnTo>
                    <a:pt x="191999" y="285087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22" y="283099"/>
                  </a:moveTo>
                  <a:lnTo>
                    <a:pt x="145999" y="283099"/>
                  </a:lnTo>
                  <a:lnTo>
                    <a:pt x="173374" y="280275"/>
                  </a:lnTo>
                  <a:lnTo>
                    <a:pt x="199021" y="272224"/>
                  </a:lnTo>
                  <a:lnTo>
                    <a:pt x="242424" y="242974"/>
                  </a:lnTo>
                  <a:lnTo>
                    <a:pt x="271878" y="199503"/>
                  </a:lnTo>
                  <a:lnTo>
                    <a:pt x="282524" y="145999"/>
                  </a:lnTo>
                  <a:lnTo>
                    <a:pt x="279785" y="118639"/>
                  </a:lnTo>
                  <a:lnTo>
                    <a:pt x="259269" y="69760"/>
                  </a:lnTo>
                  <a:lnTo>
                    <a:pt x="222264" y="32751"/>
                  </a:lnTo>
                  <a:lnTo>
                    <a:pt x="173374" y="12218"/>
                  </a:lnTo>
                  <a:lnTo>
                    <a:pt x="145999" y="9474"/>
                  </a:lnTo>
                  <a:lnTo>
                    <a:pt x="195842" y="9474"/>
                  </a:lnTo>
                  <a:lnTo>
                    <a:pt x="232059" y="28279"/>
                  </a:lnTo>
                  <a:lnTo>
                    <a:pt x="263719" y="59939"/>
                  </a:lnTo>
                  <a:lnTo>
                    <a:pt x="284519" y="99999"/>
                  </a:lnTo>
                  <a:lnTo>
                    <a:pt x="291999" y="145999"/>
                  </a:lnTo>
                  <a:lnTo>
                    <a:pt x="284519" y="192270"/>
                  </a:lnTo>
                  <a:lnTo>
                    <a:pt x="263719" y="232499"/>
                  </a:lnTo>
                  <a:lnTo>
                    <a:pt x="232059" y="264250"/>
                  </a:lnTo>
                  <a:lnTo>
                    <a:pt x="19582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25" y="187787"/>
              <a:ext cx="167724" cy="16772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40993" y="560694"/>
              <a:ext cx="288925" cy="288925"/>
            </a:xfrm>
            <a:custGeom>
              <a:avLst/>
              <a:gdLst/>
              <a:ahLst/>
              <a:cxnLst/>
              <a:rect l="l" t="t" r="r" b="b"/>
              <a:pathLst>
                <a:path w="288925" h="288925">
                  <a:moveTo>
                    <a:pt x="144300" y="288324"/>
                  </a:moveTo>
                  <a:lnTo>
                    <a:pt x="98673" y="280972"/>
                  </a:lnTo>
                  <a:lnTo>
                    <a:pt x="59059" y="260495"/>
                  </a:lnTo>
                  <a:lnTo>
                    <a:pt x="27829" y="229264"/>
                  </a:lnTo>
                  <a:lnTo>
                    <a:pt x="7352" y="189650"/>
                  </a:lnTo>
                  <a:lnTo>
                    <a:pt x="0" y="144023"/>
                  </a:lnTo>
                  <a:lnTo>
                    <a:pt x="7352" y="98536"/>
                  </a:lnTo>
                  <a:lnTo>
                    <a:pt x="27829" y="59005"/>
                  </a:lnTo>
                  <a:lnTo>
                    <a:pt x="59059" y="27814"/>
                  </a:lnTo>
                  <a:lnTo>
                    <a:pt x="98673" y="7351"/>
                  </a:lnTo>
                  <a:lnTo>
                    <a:pt x="144300" y="0"/>
                  </a:lnTo>
                  <a:lnTo>
                    <a:pt x="189923" y="7351"/>
                  </a:lnTo>
                  <a:lnTo>
                    <a:pt x="229536" y="27814"/>
                  </a:lnTo>
                  <a:lnTo>
                    <a:pt x="260769" y="59005"/>
                  </a:lnTo>
                  <a:lnTo>
                    <a:pt x="281248" y="98536"/>
                  </a:lnTo>
                  <a:lnTo>
                    <a:pt x="288601" y="144023"/>
                  </a:lnTo>
                  <a:lnTo>
                    <a:pt x="281248" y="189650"/>
                  </a:lnTo>
                  <a:lnTo>
                    <a:pt x="260769" y="229264"/>
                  </a:lnTo>
                  <a:lnTo>
                    <a:pt x="229536" y="260495"/>
                  </a:lnTo>
                  <a:lnTo>
                    <a:pt x="189923" y="280972"/>
                  </a:lnTo>
                  <a:lnTo>
                    <a:pt x="144300" y="28832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38738" y="558175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69" h="293369">
                  <a:moveTo>
                    <a:pt x="146555" y="293375"/>
                  </a:moveTo>
                  <a:lnTo>
                    <a:pt x="100263" y="285893"/>
                  </a:lnTo>
                  <a:lnTo>
                    <a:pt x="60036" y="265057"/>
                  </a:lnTo>
                  <a:lnTo>
                    <a:pt x="28299" y="233279"/>
                  </a:lnTo>
                  <a:lnTo>
                    <a:pt x="7479" y="192970"/>
                  </a:lnTo>
                  <a:lnTo>
                    <a:pt x="0" y="146542"/>
                  </a:lnTo>
                  <a:lnTo>
                    <a:pt x="7479" y="100256"/>
                  </a:lnTo>
                  <a:lnTo>
                    <a:pt x="28299" y="60033"/>
                  </a:lnTo>
                  <a:lnTo>
                    <a:pt x="60036" y="28299"/>
                  </a:lnTo>
                  <a:lnTo>
                    <a:pt x="100263" y="7479"/>
                  </a:lnTo>
                  <a:lnTo>
                    <a:pt x="146555" y="0"/>
                  </a:lnTo>
                  <a:lnTo>
                    <a:pt x="176097" y="4773"/>
                  </a:lnTo>
                  <a:lnTo>
                    <a:pt x="146555" y="4773"/>
                  </a:lnTo>
                  <a:lnTo>
                    <a:pt x="117902" y="7633"/>
                  </a:lnTo>
                  <a:lnTo>
                    <a:pt x="67233" y="28934"/>
                  </a:lnTo>
                  <a:lnTo>
                    <a:pt x="28934" y="67272"/>
                  </a:lnTo>
                  <a:lnTo>
                    <a:pt x="7633" y="118014"/>
                  </a:lnTo>
                  <a:lnTo>
                    <a:pt x="4773" y="146542"/>
                  </a:lnTo>
                  <a:lnTo>
                    <a:pt x="7633" y="175198"/>
                  </a:lnTo>
                  <a:lnTo>
                    <a:pt x="28934" y="225976"/>
                  </a:lnTo>
                  <a:lnTo>
                    <a:pt x="67233" y="264319"/>
                  </a:lnTo>
                  <a:lnTo>
                    <a:pt x="117902" y="285701"/>
                  </a:lnTo>
                  <a:lnTo>
                    <a:pt x="146555" y="288601"/>
                  </a:lnTo>
                  <a:lnTo>
                    <a:pt x="176087" y="288601"/>
                  </a:lnTo>
                  <a:lnTo>
                    <a:pt x="146555" y="293375"/>
                  </a:lnTo>
                  <a:close/>
                </a:path>
                <a:path w="293369" h="293369">
                  <a:moveTo>
                    <a:pt x="176087" y="288601"/>
                  </a:moveTo>
                  <a:lnTo>
                    <a:pt x="146555" y="288601"/>
                  </a:lnTo>
                  <a:lnTo>
                    <a:pt x="175205" y="285701"/>
                  </a:lnTo>
                  <a:lnTo>
                    <a:pt x="201857" y="277404"/>
                  </a:lnTo>
                  <a:lnTo>
                    <a:pt x="247050" y="247050"/>
                  </a:lnTo>
                  <a:lnTo>
                    <a:pt x="277409" y="201850"/>
                  </a:lnTo>
                  <a:lnTo>
                    <a:pt x="288601" y="146542"/>
                  </a:lnTo>
                  <a:lnTo>
                    <a:pt x="285703" y="118014"/>
                  </a:lnTo>
                  <a:lnTo>
                    <a:pt x="264324" y="67272"/>
                  </a:lnTo>
                  <a:lnTo>
                    <a:pt x="225981" y="28934"/>
                  </a:lnTo>
                  <a:lnTo>
                    <a:pt x="175205" y="7633"/>
                  </a:lnTo>
                  <a:lnTo>
                    <a:pt x="146555" y="4773"/>
                  </a:lnTo>
                  <a:lnTo>
                    <a:pt x="176097" y="4773"/>
                  </a:lnTo>
                  <a:lnTo>
                    <a:pt x="233064" y="28299"/>
                  </a:lnTo>
                  <a:lnTo>
                    <a:pt x="264799" y="60033"/>
                  </a:lnTo>
                  <a:lnTo>
                    <a:pt x="285619" y="100256"/>
                  </a:lnTo>
                  <a:lnTo>
                    <a:pt x="293098" y="146542"/>
                  </a:lnTo>
                  <a:lnTo>
                    <a:pt x="285619" y="192970"/>
                  </a:lnTo>
                  <a:lnTo>
                    <a:pt x="264799" y="233279"/>
                  </a:lnTo>
                  <a:lnTo>
                    <a:pt x="233064" y="265057"/>
                  </a:lnTo>
                  <a:lnTo>
                    <a:pt x="192841" y="285893"/>
                  </a:lnTo>
                  <a:lnTo>
                    <a:pt x="176087" y="28860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237" y="594664"/>
              <a:ext cx="220097" cy="22038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591741" y="362610"/>
              <a:ext cx="175260" cy="27305"/>
            </a:xfrm>
            <a:custGeom>
              <a:avLst/>
              <a:gdLst/>
              <a:ahLst/>
              <a:cxnLst/>
              <a:rect l="l" t="t" r="r" b="b"/>
              <a:pathLst>
                <a:path w="175260" h="27304">
                  <a:moveTo>
                    <a:pt x="27000" y="9918"/>
                  </a:moveTo>
                  <a:lnTo>
                    <a:pt x="25577" y="6477"/>
                  </a:lnTo>
                  <a:lnTo>
                    <a:pt x="20510" y="1422"/>
                  </a:lnTo>
                  <a:lnTo>
                    <a:pt x="17081" y="0"/>
                  </a:lnTo>
                  <a:lnTo>
                    <a:pt x="6045" y="0"/>
                  </a:lnTo>
                  <a:lnTo>
                    <a:pt x="0" y="6045"/>
                  </a:lnTo>
                  <a:lnTo>
                    <a:pt x="0" y="13500"/>
                  </a:lnTo>
                  <a:lnTo>
                    <a:pt x="0" y="20955"/>
                  </a:lnTo>
                  <a:lnTo>
                    <a:pt x="6045" y="27000"/>
                  </a:lnTo>
                  <a:lnTo>
                    <a:pt x="20955" y="27000"/>
                  </a:lnTo>
                  <a:lnTo>
                    <a:pt x="27000" y="20955"/>
                  </a:lnTo>
                  <a:lnTo>
                    <a:pt x="27000" y="9918"/>
                  </a:lnTo>
                  <a:close/>
                </a:path>
                <a:path w="175260" h="27304">
                  <a:moveTo>
                    <a:pt x="101003" y="9918"/>
                  </a:moveTo>
                  <a:lnTo>
                    <a:pt x="99580" y="6477"/>
                  </a:lnTo>
                  <a:lnTo>
                    <a:pt x="94526" y="1422"/>
                  </a:lnTo>
                  <a:lnTo>
                    <a:pt x="91084" y="0"/>
                  </a:lnTo>
                  <a:lnTo>
                    <a:pt x="80048" y="0"/>
                  </a:lnTo>
                  <a:lnTo>
                    <a:pt x="74002" y="6045"/>
                  </a:lnTo>
                  <a:lnTo>
                    <a:pt x="74002" y="13500"/>
                  </a:lnTo>
                  <a:lnTo>
                    <a:pt x="74002" y="20955"/>
                  </a:lnTo>
                  <a:lnTo>
                    <a:pt x="80048" y="27000"/>
                  </a:lnTo>
                  <a:lnTo>
                    <a:pt x="94957" y="27000"/>
                  </a:lnTo>
                  <a:lnTo>
                    <a:pt x="101003" y="20955"/>
                  </a:lnTo>
                  <a:lnTo>
                    <a:pt x="101003" y="9918"/>
                  </a:lnTo>
                  <a:close/>
                </a:path>
                <a:path w="175260" h="27304">
                  <a:moveTo>
                    <a:pt x="175018" y="9918"/>
                  </a:moveTo>
                  <a:lnTo>
                    <a:pt x="173596" y="6477"/>
                  </a:lnTo>
                  <a:lnTo>
                    <a:pt x="168529" y="1422"/>
                  </a:lnTo>
                  <a:lnTo>
                    <a:pt x="165100" y="0"/>
                  </a:lnTo>
                  <a:lnTo>
                    <a:pt x="154063" y="0"/>
                  </a:lnTo>
                  <a:lnTo>
                    <a:pt x="148018" y="6045"/>
                  </a:lnTo>
                  <a:lnTo>
                    <a:pt x="148018" y="13500"/>
                  </a:lnTo>
                  <a:lnTo>
                    <a:pt x="148018" y="20955"/>
                  </a:lnTo>
                  <a:lnTo>
                    <a:pt x="154063" y="27000"/>
                  </a:lnTo>
                  <a:lnTo>
                    <a:pt x="168973" y="27000"/>
                  </a:lnTo>
                  <a:lnTo>
                    <a:pt x="175018" y="20955"/>
                  </a:lnTo>
                  <a:lnTo>
                    <a:pt x="175018" y="991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823899" y="7006"/>
            <a:ext cx="1325245" cy="777875"/>
            <a:chOff x="7823899" y="7006"/>
            <a:chExt cx="1325245" cy="777875"/>
          </a:xfrm>
        </p:grpSpPr>
        <p:sp>
          <p:nvSpPr>
            <p:cNvPr id="13" name="object 13" descr=""/>
            <p:cNvSpPr/>
            <p:nvPr/>
          </p:nvSpPr>
          <p:spPr>
            <a:xfrm>
              <a:off x="8151324" y="11769"/>
              <a:ext cx="993140" cy="489584"/>
            </a:xfrm>
            <a:custGeom>
              <a:avLst/>
              <a:gdLst/>
              <a:ahLst/>
              <a:cxnLst/>
              <a:rect l="l" t="t" r="r" b="b"/>
              <a:pathLst>
                <a:path w="993140" h="489584">
                  <a:moveTo>
                    <a:pt x="992675" y="0"/>
                  </a:moveTo>
                  <a:lnTo>
                    <a:pt x="0" y="489505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28349" y="207400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4" h="572770">
                  <a:moveTo>
                    <a:pt x="286424" y="572299"/>
                  </a:moveTo>
                  <a:lnTo>
                    <a:pt x="239950" y="568553"/>
                  </a:lnTo>
                  <a:lnTo>
                    <a:pt x="195868" y="557706"/>
                  </a:lnTo>
                  <a:lnTo>
                    <a:pt x="154768" y="540346"/>
                  </a:lnTo>
                  <a:lnTo>
                    <a:pt x="117239" y="517061"/>
                  </a:lnTo>
                  <a:lnTo>
                    <a:pt x="83868" y="488440"/>
                  </a:lnTo>
                  <a:lnTo>
                    <a:pt x="55245" y="455071"/>
                  </a:lnTo>
                  <a:lnTo>
                    <a:pt x="31958" y="417542"/>
                  </a:lnTo>
                  <a:lnTo>
                    <a:pt x="14596" y="376440"/>
                  </a:lnTo>
                  <a:lnTo>
                    <a:pt x="3747" y="332355"/>
                  </a:lnTo>
                  <a:lnTo>
                    <a:pt x="0" y="285874"/>
                  </a:lnTo>
                  <a:lnTo>
                    <a:pt x="3747" y="239549"/>
                  </a:lnTo>
                  <a:lnTo>
                    <a:pt x="14596" y="195587"/>
                  </a:lnTo>
                  <a:lnTo>
                    <a:pt x="31958" y="154580"/>
                  </a:lnTo>
                  <a:lnTo>
                    <a:pt x="55245" y="117120"/>
                  </a:lnTo>
                  <a:lnTo>
                    <a:pt x="83868" y="83799"/>
                  </a:lnTo>
                  <a:lnTo>
                    <a:pt x="117239" y="55210"/>
                  </a:lnTo>
                  <a:lnTo>
                    <a:pt x="154768" y="31943"/>
                  </a:lnTo>
                  <a:lnTo>
                    <a:pt x="195868" y="14591"/>
                  </a:lnTo>
                  <a:lnTo>
                    <a:pt x="239950" y="3746"/>
                  </a:lnTo>
                  <a:lnTo>
                    <a:pt x="286424" y="0"/>
                  </a:lnTo>
                  <a:lnTo>
                    <a:pt x="332905" y="3746"/>
                  </a:lnTo>
                  <a:lnTo>
                    <a:pt x="376990" y="14591"/>
                  </a:lnTo>
                  <a:lnTo>
                    <a:pt x="418092" y="31943"/>
                  </a:lnTo>
                  <a:lnTo>
                    <a:pt x="455621" y="55210"/>
                  </a:lnTo>
                  <a:lnTo>
                    <a:pt x="488990" y="83799"/>
                  </a:lnTo>
                  <a:lnTo>
                    <a:pt x="517611" y="117120"/>
                  </a:lnTo>
                  <a:lnTo>
                    <a:pt x="540896" y="154580"/>
                  </a:lnTo>
                  <a:lnTo>
                    <a:pt x="558256" y="195587"/>
                  </a:lnTo>
                  <a:lnTo>
                    <a:pt x="569103" y="239549"/>
                  </a:lnTo>
                  <a:lnTo>
                    <a:pt x="572849" y="285874"/>
                  </a:lnTo>
                  <a:lnTo>
                    <a:pt x="569103" y="332355"/>
                  </a:lnTo>
                  <a:lnTo>
                    <a:pt x="558256" y="376440"/>
                  </a:lnTo>
                  <a:lnTo>
                    <a:pt x="540896" y="417542"/>
                  </a:lnTo>
                  <a:lnTo>
                    <a:pt x="517611" y="455071"/>
                  </a:lnTo>
                  <a:lnTo>
                    <a:pt x="488990" y="488440"/>
                  </a:lnTo>
                  <a:lnTo>
                    <a:pt x="455621" y="517061"/>
                  </a:lnTo>
                  <a:lnTo>
                    <a:pt x="418092" y="540346"/>
                  </a:lnTo>
                  <a:lnTo>
                    <a:pt x="376990" y="557706"/>
                  </a:lnTo>
                  <a:lnTo>
                    <a:pt x="332905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823899" y="202399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5" h="582930">
                  <a:moveTo>
                    <a:pt x="290874" y="582324"/>
                  </a:moveTo>
                  <a:lnTo>
                    <a:pt x="243735" y="578512"/>
                  </a:lnTo>
                  <a:lnTo>
                    <a:pt x="199001" y="567474"/>
                  </a:lnTo>
                  <a:lnTo>
                    <a:pt x="157276" y="549810"/>
                  </a:lnTo>
                  <a:lnTo>
                    <a:pt x="119161" y="526116"/>
                  </a:lnTo>
                  <a:lnTo>
                    <a:pt x="85259" y="496993"/>
                  </a:lnTo>
                  <a:lnTo>
                    <a:pt x="56171" y="463038"/>
                  </a:lnTo>
                  <a:lnTo>
                    <a:pt x="32499" y="424851"/>
                  </a:lnTo>
                  <a:lnTo>
                    <a:pt x="14845" y="383028"/>
                  </a:lnTo>
                  <a:lnTo>
                    <a:pt x="3811" y="338170"/>
                  </a:lnTo>
                  <a:lnTo>
                    <a:pt x="0" y="290874"/>
                  </a:lnTo>
                  <a:lnTo>
                    <a:pt x="3811" y="243735"/>
                  </a:lnTo>
                  <a:lnTo>
                    <a:pt x="14845" y="199001"/>
                  </a:lnTo>
                  <a:lnTo>
                    <a:pt x="32499" y="157276"/>
                  </a:lnTo>
                  <a:lnTo>
                    <a:pt x="56171" y="119161"/>
                  </a:lnTo>
                  <a:lnTo>
                    <a:pt x="85259" y="85259"/>
                  </a:lnTo>
                  <a:lnTo>
                    <a:pt x="119161" y="56171"/>
                  </a:lnTo>
                  <a:lnTo>
                    <a:pt x="157276" y="32499"/>
                  </a:lnTo>
                  <a:lnTo>
                    <a:pt x="199001" y="14845"/>
                  </a:lnTo>
                  <a:lnTo>
                    <a:pt x="243735" y="3811"/>
                  </a:lnTo>
                  <a:lnTo>
                    <a:pt x="290874" y="0"/>
                  </a:lnTo>
                  <a:lnTo>
                    <a:pt x="338021" y="3811"/>
                  </a:lnTo>
                  <a:lnTo>
                    <a:pt x="360985" y="9474"/>
                  </a:lnTo>
                  <a:lnTo>
                    <a:pt x="290874" y="9474"/>
                  </a:lnTo>
                  <a:lnTo>
                    <a:pt x="234007" y="15151"/>
                  </a:lnTo>
                  <a:lnTo>
                    <a:pt x="181106" y="31484"/>
                  </a:lnTo>
                  <a:lnTo>
                    <a:pt x="133220" y="57431"/>
                  </a:lnTo>
                  <a:lnTo>
                    <a:pt x="91399" y="91949"/>
                  </a:lnTo>
                  <a:lnTo>
                    <a:pt x="57113" y="133529"/>
                  </a:lnTo>
                  <a:lnTo>
                    <a:pt x="31140" y="181381"/>
                  </a:lnTo>
                  <a:lnTo>
                    <a:pt x="14678" y="234248"/>
                  </a:lnTo>
                  <a:lnTo>
                    <a:pt x="8924" y="290874"/>
                  </a:lnTo>
                  <a:lnTo>
                    <a:pt x="14678" y="347753"/>
                  </a:lnTo>
                  <a:lnTo>
                    <a:pt x="31140" y="400656"/>
                  </a:lnTo>
                  <a:lnTo>
                    <a:pt x="57113" y="448543"/>
                  </a:lnTo>
                  <a:lnTo>
                    <a:pt x="91399" y="490374"/>
                  </a:lnTo>
                  <a:lnTo>
                    <a:pt x="133220" y="524650"/>
                  </a:lnTo>
                  <a:lnTo>
                    <a:pt x="181106" y="550624"/>
                  </a:lnTo>
                  <a:lnTo>
                    <a:pt x="234007" y="567092"/>
                  </a:lnTo>
                  <a:lnTo>
                    <a:pt x="290874" y="572849"/>
                  </a:lnTo>
                  <a:lnTo>
                    <a:pt x="360974" y="572849"/>
                  </a:lnTo>
                  <a:lnTo>
                    <a:pt x="338021" y="578512"/>
                  </a:lnTo>
                  <a:lnTo>
                    <a:pt x="290874" y="582324"/>
                  </a:lnTo>
                  <a:close/>
                </a:path>
                <a:path w="582295" h="582930">
                  <a:moveTo>
                    <a:pt x="360974" y="572849"/>
                  </a:moveTo>
                  <a:lnTo>
                    <a:pt x="290874" y="572849"/>
                  </a:lnTo>
                  <a:lnTo>
                    <a:pt x="347748" y="567092"/>
                  </a:lnTo>
                  <a:lnTo>
                    <a:pt x="400596" y="550624"/>
                  </a:lnTo>
                  <a:lnTo>
                    <a:pt x="448322" y="524650"/>
                  </a:lnTo>
                  <a:lnTo>
                    <a:pt x="489824" y="490374"/>
                  </a:lnTo>
                  <a:lnTo>
                    <a:pt x="524343" y="448543"/>
                  </a:lnTo>
                  <a:lnTo>
                    <a:pt x="550290" y="400656"/>
                  </a:lnTo>
                  <a:lnTo>
                    <a:pt x="566623" y="347753"/>
                  </a:lnTo>
                  <a:lnTo>
                    <a:pt x="572299" y="290874"/>
                  </a:lnTo>
                  <a:lnTo>
                    <a:pt x="566623" y="234248"/>
                  </a:lnTo>
                  <a:lnTo>
                    <a:pt x="550290" y="181381"/>
                  </a:lnTo>
                  <a:lnTo>
                    <a:pt x="524343" y="133529"/>
                  </a:lnTo>
                  <a:lnTo>
                    <a:pt x="489824" y="91949"/>
                  </a:lnTo>
                  <a:lnTo>
                    <a:pt x="448322" y="57431"/>
                  </a:lnTo>
                  <a:lnTo>
                    <a:pt x="400596" y="31484"/>
                  </a:lnTo>
                  <a:lnTo>
                    <a:pt x="347748" y="15151"/>
                  </a:lnTo>
                  <a:lnTo>
                    <a:pt x="290874" y="9474"/>
                  </a:lnTo>
                  <a:lnTo>
                    <a:pt x="360985" y="9474"/>
                  </a:lnTo>
                  <a:lnTo>
                    <a:pt x="424489" y="32499"/>
                  </a:lnTo>
                  <a:lnTo>
                    <a:pt x="462607" y="56171"/>
                  </a:lnTo>
                  <a:lnTo>
                    <a:pt x="496512" y="85259"/>
                  </a:lnTo>
                  <a:lnTo>
                    <a:pt x="525602" y="119161"/>
                  </a:lnTo>
                  <a:lnTo>
                    <a:pt x="549275" y="157276"/>
                  </a:lnTo>
                  <a:lnTo>
                    <a:pt x="566929" y="199001"/>
                  </a:lnTo>
                  <a:lnTo>
                    <a:pt x="577963" y="243735"/>
                  </a:lnTo>
                  <a:lnTo>
                    <a:pt x="581774" y="290874"/>
                  </a:lnTo>
                  <a:lnTo>
                    <a:pt x="577963" y="338170"/>
                  </a:lnTo>
                  <a:lnTo>
                    <a:pt x="566929" y="383028"/>
                  </a:lnTo>
                  <a:lnTo>
                    <a:pt x="549275" y="424851"/>
                  </a:lnTo>
                  <a:lnTo>
                    <a:pt x="525602" y="463038"/>
                  </a:lnTo>
                  <a:lnTo>
                    <a:pt x="496512" y="496993"/>
                  </a:lnTo>
                  <a:lnTo>
                    <a:pt x="462607" y="526116"/>
                  </a:lnTo>
                  <a:lnTo>
                    <a:pt x="424489" y="549810"/>
                  </a:lnTo>
                  <a:lnTo>
                    <a:pt x="382760" y="567474"/>
                  </a:lnTo>
                  <a:lnTo>
                    <a:pt x="360974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00799" y="279850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90">
                  <a:moveTo>
                    <a:pt x="213974" y="427424"/>
                  </a:moveTo>
                  <a:lnTo>
                    <a:pt x="164928" y="421771"/>
                  </a:lnTo>
                  <a:lnTo>
                    <a:pt x="119896" y="405666"/>
                  </a:lnTo>
                  <a:lnTo>
                    <a:pt x="80165" y="380399"/>
                  </a:lnTo>
                  <a:lnTo>
                    <a:pt x="47023" y="347254"/>
                  </a:lnTo>
                  <a:lnTo>
                    <a:pt x="21757" y="307519"/>
                  </a:lnTo>
                  <a:lnTo>
                    <a:pt x="5653" y="262480"/>
                  </a:lnTo>
                  <a:lnTo>
                    <a:pt x="0" y="213424"/>
                  </a:lnTo>
                  <a:lnTo>
                    <a:pt x="5653" y="164408"/>
                  </a:lnTo>
                  <a:lnTo>
                    <a:pt x="21757" y="119455"/>
                  </a:lnTo>
                  <a:lnTo>
                    <a:pt x="47023" y="79832"/>
                  </a:lnTo>
                  <a:lnTo>
                    <a:pt x="80165" y="46807"/>
                  </a:lnTo>
                  <a:lnTo>
                    <a:pt x="119896" y="21648"/>
                  </a:lnTo>
                  <a:lnTo>
                    <a:pt x="164928" y="5623"/>
                  </a:lnTo>
                  <a:lnTo>
                    <a:pt x="213974" y="0"/>
                  </a:lnTo>
                  <a:lnTo>
                    <a:pt x="263030" y="5623"/>
                  </a:lnTo>
                  <a:lnTo>
                    <a:pt x="308069" y="21648"/>
                  </a:lnTo>
                  <a:lnTo>
                    <a:pt x="347804" y="46807"/>
                  </a:lnTo>
                  <a:lnTo>
                    <a:pt x="380949" y="79832"/>
                  </a:lnTo>
                  <a:lnTo>
                    <a:pt x="406216" y="119455"/>
                  </a:lnTo>
                  <a:lnTo>
                    <a:pt x="422321" y="164408"/>
                  </a:lnTo>
                  <a:lnTo>
                    <a:pt x="427974" y="213424"/>
                  </a:lnTo>
                  <a:lnTo>
                    <a:pt x="422321" y="262480"/>
                  </a:lnTo>
                  <a:lnTo>
                    <a:pt x="406216" y="307519"/>
                  </a:lnTo>
                  <a:lnTo>
                    <a:pt x="380949" y="347254"/>
                  </a:lnTo>
                  <a:lnTo>
                    <a:pt x="347804" y="380399"/>
                  </a:lnTo>
                  <a:lnTo>
                    <a:pt x="308069" y="405666"/>
                  </a:lnTo>
                  <a:lnTo>
                    <a:pt x="263030" y="421771"/>
                  </a:lnTo>
                  <a:lnTo>
                    <a:pt x="213974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96349" y="274824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79" h="437515">
                  <a:moveTo>
                    <a:pt x="218424" y="437449"/>
                  </a:moveTo>
                  <a:lnTo>
                    <a:pt x="168250" y="431664"/>
                  </a:lnTo>
                  <a:lnTo>
                    <a:pt x="122239" y="415186"/>
                  </a:lnTo>
                  <a:lnTo>
                    <a:pt x="81688" y="389330"/>
                  </a:lnTo>
                  <a:lnTo>
                    <a:pt x="47893" y="355412"/>
                  </a:lnTo>
                  <a:lnTo>
                    <a:pt x="22149" y="314749"/>
                  </a:lnTo>
                  <a:lnTo>
                    <a:pt x="5753" y="268656"/>
                  </a:lnTo>
                  <a:lnTo>
                    <a:pt x="0" y="218449"/>
                  </a:lnTo>
                  <a:lnTo>
                    <a:pt x="5753" y="168454"/>
                  </a:lnTo>
                  <a:lnTo>
                    <a:pt x="22149" y="122510"/>
                  </a:lnTo>
                  <a:lnTo>
                    <a:pt x="47893" y="81945"/>
                  </a:lnTo>
                  <a:lnTo>
                    <a:pt x="81688" y="48084"/>
                  </a:lnTo>
                  <a:lnTo>
                    <a:pt x="122239" y="22255"/>
                  </a:lnTo>
                  <a:lnTo>
                    <a:pt x="168250" y="5784"/>
                  </a:lnTo>
                  <a:lnTo>
                    <a:pt x="218424" y="0"/>
                  </a:lnTo>
                  <a:lnTo>
                    <a:pt x="268428" y="5784"/>
                  </a:lnTo>
                  <a:lnTo>
                    <a:pt x="278721" y="9474"/>
                  </a:lnTo>
                  <a:lnTo>
                    <a:pt x="218424" y="9474"/>
                  </a:lnTo>
                  <a:lnTo>
                    <a:pt x="176146" y="13726"/>
                  </a:lnTo>
                  <a:lnTo>
                    <a:pt x="136793" y="25921"/>
                  </a:lnTo>
                  <a:lnTo>
                    <a:pt x="101199" y="45218"/>
                  </a:lnTo>
                  <a:lnTo>
                    <a:pt x="70199" y="70774"/>
                  </a:lnTo>
                  <a:lnTo>
                    <a:pt x="44632" y="101766"/>
                  </a:lnTo>
                  <a:lnTo>
                    <a:pt x="25337" y="137299"/>
                  </a:lnTo>
                  <a:lnTo>
                    <a:pt x="13148" y="176489"/>
                  </a:lnTo>
                  <a:lnTo>
                    <a:pt x="8899" y="218449"/>
                  </a:lnTo>
                  <a:lnTo>
                    <a:pt x="13148" y="260731"/>
                  </a:lnTo>
                  <a:lnTo>
                    <a:pt x="25337" y="300090"/>
                  </a:lnTo>
                  <a:lnTo>
                    <a:pt x="44632" y="335685"/>
                  </a:lnTo>
                  <a:lnTo>
                    <a:pt x="70199" y="366674"/>
                  </a:lnTo>
                  <a:lnTo>
                    <a:pt x="101199" y="392242"/>
                  </a:lnTo>
                  <a:lnTo>
                    <a:pt x="136793" y="411537"/>
                  </a:lnTo>
                  <a:lnTo>
                    <a:pt x="176146" y="423726"/>
                  </a:lnTo>
                  <a:lnTo>
                    <a:pt x="218424" y="427974"/>
                  </a:lnTo>
                  <a:lnTo>
                    <a:pt x="278716" y="427974"/>
                  </a:lnTo>
                  <a:lnTo>
                    <a:pt x="268428" y="431664"/>
                  </a:lnTo>
                  <a:lnTo>
                    <a:pt x="218424" y="437449"/>
                  </a:lnTo>
                  <a:close/>
                </a:path>
                <a:path w="436879" h="437515">
                  <a:moveTo>
                    <a:pt x="278716" y="427974"/>
                  </a:moveTo>
                  <a:lnTo>
                    <a:pt x="218424" y="427974"/>
                  </a:lnTo>
                  <a:lnTo>
                    <a:pt x="260631" y="423726"/>
                  </a:lnTo>
                  <a:lnTo>
                    <a:pt x="299799" y="411537"/>
                  </a:lnTo>
                  <a:lnTo>
                    <a:pt x="335199" y="392242"/>
                  </a:lnTo>
                  <a:lnTo>
                    <a:pt x="366099" y="366674"/>
                  </a:lnTo>
                  <a:lnTo>
                    <a:pt x="391667" y="335685"/>
                  </a:lnTo>
                  <a:lnTo>
                    <a:pt x="410962" y="300090"/>
                  </a:lnTo>
                  <a:lnTo>
                    <a:pt x="423151" y="260731"/>
                  </a:lnTo>
                  <a:lnTo>
                    <a:pt x="427399" y="218449"/>
                  </a:lnTo>
                  <a:lnTo>
                    <a:pt x="423151" y="176489"/>
                  </a:lnTo>
                  <a:lnTo>
                    <a:pt x="410962" y="137299"/>
                  </a:lnTo>
                  <a:lnTo>
                    <a:pt x="391667" y="101766"/>
                  </a:lnTo>
                  <a:lnTo>
                    <a:pt x="366099" y="70774"/>
                  </a:lnTo>
                  <a:lnTo>
                    <a:pt x="335199" y="45218"/>
                  </a:lnTo>
                  <a:lnTo>
                    <a:pt x="299799" y="25921"/>
                  </a:lnTo>
                  <a:lnTo>
                    <a:pt x="260631" y="13726"/>
                  </a:lnTo>
                  <a:lnTo>
                    <a:pt x="218424" y="9474"/>
                  </a:lnTo>
                  <a:lnTo>
                    <a:pt x="278721" y="9474"/>
                  </a:lnTo>
                  <a:lnTo>
                    <a:pt x="354940" y="48084"/>
                  </a:lnTo>
                  <a:lnTo>
                    <a:pt x="388798" y="81945"/>
                  </a:lnTo>
                  <a:lnTo>
                    <a:pt x="414623" y="122510"/>
                  </a:lnTo>
                  <a:lnTo>
                    <a:pt x="431091" y="168454"/>
                  </a:lnTo>
                  <a:lnTo>
                    <a:pt x="436874" y="218449"/>
                  </a:lnTo>
                  <a:lnTo>
                    <a:pt x="431091" y="268656"/>
                  </a:lnTo>
                  <a:lnTo>
                    <a:pt x="414623" y="314749"/>
                  </a:lnTo>
                  <a:lnTo>
                    <a:pt x="388798" y="355412"/>
                  </a:lnTo>
                  <a:lnTo>
                    <a:pt x="354940" y="389330"/>
                  </a:lnTo>
                  <a:lnTo>
                    <a:pt x="314374" y="415186"/>
                  </a:lnTo>
                  <a:lnTo>
                    <a:pt x="278716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79374" y="35842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135399" y="270274"/>
                  </a:moveTo>
                  <a:lnTo>
                    <a:pt x="92643" y="263359"/>
                  </a:lnTo>
                  <a:lnTo>
                    <a:pt x="55479" y="244111"/>
                  </a:lnTo>
                  <a:lnTo>
                    <a:pt x="26154" y="214779"/>
                  </a:lnTo>
                  <a:lnTo>
                    <a:pt x="6912" y="177609"/>
                  </a:lnTo>
                  <a:lnTo>
                    <a:pt x="0" y="134849"/>
                  </a:lnTo>
                  <a:lnTo>
                    <a:pt x="6912" y="92371"/>
                  </a:lnTo>
                  <a:lnTo>
                    <a:pt x="26154" y="55371"/>
                  </a:lnTo>
                  <a:lnTo>
                    <a:pt x="55479" y="26126"/>
                  </a:lnTo>
                  <a:lnTo>
                    <a:pt x="92643" y="6910"/>
                  </a:lnTo>
                  <a:lnTo>
                    <a:pt x="135399" y="0"/>
                  </a:lnTo>
                  <a:lnTo>
                    <a:pt x="178102" y="6910"/>
                  </a:lnTo>
                  <a:lnTo>
                    <a:pt x="215135" y="26126"/>
                  </a:lnTo>
                  <a:lnTo>
                    <a:pt x="244305" y="55371"/>
                  </a:lnTo>
                  <a:lnTo>
                    <a:pt x="263416" y="92371"/>
                  </a:lnTo>
                  <a:lnTo>
                    <a:pt x="270274" y="134849"/>
                  </a:lnTo>
                  <a:lnTo>
                    <a:pt x="263416" y="177609"/>
                  </a:lnTo>
                  <a:lnTo>
                    <a:pt x="244305" y="214779"/>
                  </a:lnTo>
                  <a:lnTo>
                    <a:pt x="215135" y="244111"/>
                  </a:lnTo>
                  <a:lnTo>
                    <a:pt x="178102" y="263359"/>
                  </a:lnTo>
                  <a:lnTo>
                    <a:pt x="135399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74924" y="353975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49" y="279174"/>
                  </a:moveTo>
                  <a:lnTo>
                    <a:pt x="95564" y="272065"/>
                  </a:lnTo>
                  <a:lnTo>
                    <a:pt x="57164" y="252251"/>
                  </a:lnTo>
                  <a:lnTo>
                    <a:pt x="26921" y="222005"/>
                  </a:lnTo>
                  <a:lnTo>
                    <a:pt x="7109" y="183597"/>
                  </a:lnTo>
                  <a:lnTo>
                    <a:pt x="0" y="139299"/>
                  </a:lnTo>
                  <a:lnTo>
                    <a:pt x="7109" y="95283"/>
                  </a:lnTo>
                  <a:lnTo>
                    <a:pt x="26921" y="57045"/>
                  </a:lnTo>
                  <a:lnTo>
                    <a:pt x="57164" y="26886"/>
                  </a:lnTo>
                  <a:lnTo>
                    <a:pt x="95564" y="7104"/>
                  </a:lnTo>
                  <a:lnTo>
                    <a:pt x="139849" y="0"/>
                  </a:lnTo>
                  <a:lnTo>
                    <a:pt x="183926" y="7104"/>
                  </a:lnTo>
                  <a:lnTo>
                    <a:pt x="187409" y="8899"/>
                  </a:lnTo>
                  <a:lnTo>
                    <a:pt x="139849" y="8899"/>
                  </a:lnTo>
                  <a:lnTo>
                    <a:pt x="113496" y="11539"/>
                  </a:lnTo>
                  <a:lnTo>
                    <a:pt x="66826" y="31238"/>
                  </a:lnTo>
                  <a:lnTo>
                    <a:pt x="31556" y="66586"/>
                  </a:lnTo>
                  <a:lnTo>
                    <a:pt x="12081" y="113187"/>
                  </a:lnTo>
                  <a:lnTo>
                    <a:pt x="9449" y="139299"/>
                  </a:lnTo>
                  <a:lnTo>
                    <a:pt x="12081" y="165744"/>
                  </a:lnTo>
                  <a:lnTo>
                    <a:pt x="31556" y="212569"/>
                  </a:lnTo>
                  <a:lnTo>
                    <a:pt x="66826" y="247604"/>
                  </a:lnTo>
                  <a:lnTo>
                    <a:pt x="113496" y="267072"/>
                  </a:lnTo>
                  <a:lnTo>
                    <a:pt x="139849" y="269699"/>
                  </a:lnTo>
                  <a:lnTo>
                    <a:pt x="188508" y="269699"/>
                  </a:lnTo>
                  <a:lnTo>
                    <a:pt x="183926" y="272065"/>
                  </a:lnTo>
                  <a:lnTo>
                    <a:pt x="139849" y="279174"/>
                  </a:lnTo>
                  <a:close/>
                </a:path>
                <a:path w="280034" h="279400">
                  <a:moveTo>
                    <a:pt x="188508" y="269699"/>
                  </a:moveTo>
                  <a:lnTo>
                    <a:pt x="139849" y="269699"/>
                  </a:lnTo>
                  <a:lnTo>
                    <a:pt x="166208" y="267072"/>
                  </a:lnTo>
                  <a:lnTo>
                    <a:pt x="190634" y="259534"/>
                  </a:lnTo>
                  <a:lnTo>
                    <a:pt x="231799" y="231799"/>
                  </a:lnTo>
                  <a:lnTo>
                    <a:pt x="260015" y="190359"/>
                  </a:lnTo>
                  <a:lnTo>
                    <a:pt x="270249" y="139299"/>
                  </a:lnTo>
                  <a:lnTo>
                    <a:pt x="267613" y="113187"/>
                  </a:lnTo>
                  <a:lnTo>
                    <a:pt x="247922" y="66586"/>
                  </a:lnTo>
                  <a:lnTo>
                    <a:pt x="212655" y="31238"/>
                  </a:lnTo>
                  <a:lnTo>
                    <a:pt x="166208" y="11539"/>
                  </a:lnTo>
                  <a:lnTo>
                    <a:pt x="139849" y="8899"/>
                  </a:lnTo>
                  <a:lnTo>
                    <a:pt x="187409" y="8899"/>
                  </a:lnTo>
                  <a:lnTo>
                    <a:pt x="222306" y="26886"/>
                  </a:lnTo>
                  <a:lnTo>
                    <a:pt x="252636" y="57045"/>
                  </a:lnTo>
                  <a:lnTo>
                    <a:pt x="272560" y="95283"/>
                  </a:lnTo>
                  <a:lnTo>
                    <a:pt x="279724" y="139299"/>
                  </a:lnTo>
                  <a:lnTo>
                    <a:pt x="272560" y="183597"/>
                  </a:lnTo>
                  <a:lnTo>
                    <a:pt x="252636" y="222005"/>
                  </a:lnTo>
                  <a:lnTo>
                    <a:pt x="222306" y="252251"/>
                  </a:lnTo>
                  <a:lnTo>
                    <a:pt x="188508" y="2696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8698649" y="1117487"/>
            <a:ext cx="292100" cy="292735"/>
            <a:chOff x="8698649" y="1117487"/>
            <a:chExt cx="292100" cy="292735"/>
          </a:xfrm>
        </p:grpSpPr>
        <p:sp>
          <p:nvSpPr>
            <p:cNvPr id="21" name="object 21" descr=""/>
            <p:cNvSpPr/>
            <p:nvPr/>
          </p:nvSpPr>
          <p:spPr>
            <a:xfrm>
              <a:off x="8703124" y="1122512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46"/>
                  </a:lnTo>
                  <a:lnTo>
                    <a:pt x="57763" y="255328"/>
                  </a:lnTo>
                  <a:lnTo>
                    <a:pt x="27187" y="224744"/>
                  </a:lnTo>
                  <a:lnTo>
                    <a:pt x="7175" y="185868"/>
                  </a:lnTo>
                  <a:lnTo>
                    <a:pt x="0" y="140974"/>
                  </a:lnTo>
                  <a:lnTo>
                    <a:pt x="7175" y="96361"/>
                  </a:lnTo>
                  <a:lnTo>
                    <a:pt x="27187" y="57655"/>
                  </a:lnTo>
                  <a:lnTo>
                    <a:pt x="57763" y="27159"/>
                  </a:lnTo>
                  <a:lnTo>
                    <a:pt x="96633" y="7173"/>
                  </a:lnTo>
                  <a:lnTo>
                    <a:pt x="141524" y="0"/>
                  </a:lnTo>
                  <a:lnTo>
                    <a:pt x="186150" y="7173"/>
                  </a:lnTo>
                  <a:lnTo>
                    <a:pt x="224863" y="27159"/>
                  </a:lnTo>
                  <a:lnTo>
                    <a:pt x="255364" y="57655"/>
                  </a:lnTo>
                  <a:lnTo>
                    <a:pt x="275351" y="96361"/>
                  </a:lnTo>
                  <a:lnTo>
                    <a:pt x="282524" y="140974"/>
                  </a:lnTo>
                  <a:lnTo>
                    <a:pt x="275351" y="185868"/>
                  </a:lnTo>
                  <a:lnTo>
                    <a:pt x="255364" y="224744"/>
                  </a:lnTo>
                  <a:lnTo>
                    <a:pt x="224863" y="255328"/>
                  </a:lnTo>
                  <a:lnTo>
                    <a:pt x="186150" y="275346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698649" y="1117487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87"/>
                  </a:lnTo>
                  <a:lnTo>
                    <a:pt x="59702" y="264250"/>
                  </a:lnTo>
                  <a:lnTo>
                    <a:pt x="28121" y="232499"/>
                  </a:lnTo>
                  <a:lnTo>
                    <a:pt x="7427" y="192270"/>
                  </a:lnTo>
                  <a:lnTo>
                    <a:pt x="0" y="145999"/>
                  </a:lnTo>
                  <a:lnTo>
                    <a:pt x="7427" y="99999"/>
                  </a:lnTo>
                  <a:lnTo>
                    <a:pt x="28121" y="59939"/>
                  </a:lnTo>
                  <a:lnTo>
                    <a:pt x="59702" y="28279"/>
                  </a:lnTo>
                  <a:lnTo>
                    <a:pt x="99788" y="7479"/>
                  </a:lnTo>
                  <a:lnTo>
                    <a:pt x="145999" y="0"/>
                  </a:lnTo>
                  <a:lnTo>
                    <a:pt x="191999" y="7479"/>
                  </a:lnTo>
                  <a:lnTo>
                    <a:pt x="195842" y="9474"/>
                  </a:lnTo>
                  <a:lnTo>
                    <a:pt x="145999" y="9474"/>
                  </a:lnTo>
                  <a:lnTo>
                    <a:pt x="118399" y="12218"/>
                  </a:lnTo>
                  <a:lnTo>
                    <a:pt x="69450" y="32751"/>
                  </a:lnTo>
                  <a:lnTo>
                    <a:pt x="32433" y="69760"/>
                  </a:lnTo>
                  <a:lnTo>
                    <a:pt x="11745" y="118639"/>
                  </a:lnTo>
                  <a:lnTo>
                    <a:pt x="8924" y="145999"/>
                  </a:lnTo>
                  <a:lnTo>
                    <a:pt x="11745" y="173692"/>
                  </a:lnTo>
                  <a:lnTo>
                    <a:pt x="32433" y="222805"/>
                  </a:lnTo>
                  <a:lnTo>
                    <a:pt x="69450" y="259580"/>
                  </a:lnTo>
                  <a:lnTo>
                    <a:pt x="118399" y="280275"/>
                  </a:lnTo>
                  <a:lnTo>
                    <a:pt x="145999" y="283099"/>
                  </a:lnTo>
                  <a:lnTo>
                    <a:pt x="195822" y="283099"/>
                  </a:lnTo>
                  <a:lnTo>
                    <a:pt x="191999" y="285087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22" y="283099"/>
                  </a:moveTo>
                  <a:lnTo>
                    <a:pt x="145999" y="283099"/>
                  </a:lnTo>
                  <a:lnTo>
                    <a:pt x="173374" y="280275"/>
                  </a:lnTo>
                  <a:lnTo>
                    <a:pt x="199021" y="272224"/>
                  </a:lnTo>
                  <a:lnTo>
                    <a:pt x="242424" y="242974"/>
                  </a:lnTo>
                  <a:lnTo>
                    <a:pt x="271878" y="199503"/>
                  </a:lnTo>
                  <a:lnTo>
                    <a:pt x="282524" y="145999"/>
                  </a:lnTo>
                  <a:lnTo>
                    <a:pt x="279785" y="118639"/>
                  </a:lnTo>
                  <a:lnTo>
                    <a:pt x="259269" y="69760"/>
                  </a:lnTo>
                  <a:lnTo>
                    <a:pt x="222264" y="32751"/>
                  </a:lnTo>
                  <a:lnTo>
                    <a:pt x="173374" y="12218"/>
                  </a:lnTo>
                  <a:lnTo>
                    <a:pt x="145999" y="9474"/>
                  </a:lnTo>
                  <a:lnTo>
                    <a:pt x="195842" y="9474"/>
                  </a:lnTo>
                  <a:lnTo>
                    <a:pt x="232059" y="28279"/>
                  </a:lnTo>
                  <a:lnTo>
                    <a:pt x="263719" y="59939"/>
                  </a:lnTo>
                  <a:lnTo>
                    <a:pt x="284519" y="99999"/>
                  </a:lnTo>
                  <a:lnTo>
                    <a:pt x="291999" y="145999"/>
                  </a:lnTo>
                  <a:lnTo>
                    <a:pt x="284519" y="192270"/>
                  </a:lnTo>
                  <a:lnTo>
                    <a:pt x="263719" y="232499"/>
                  </a:lnTo>
                  <a:lnTo>
                    <a:pt x="232059" y="264250"/>
                  </a:lnTo>
                  <a:lnTo>
                    <a:pt x="19582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0524" y="1179912"/>
              <a:ext cx="167724" cy="167724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8678350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8752356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8826362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30"/>
              <a:t>Why</a:t>
            </a:r>
            <a:r>
              <a:rPr dirty="0" spc="-229"/>
              <a:t> </a:t>
            </a:r>
            <a:r>
              <a:rPr dirty="0" spc="-180"/>
              <a:t>these</a:t>
            </a:r>
            <a:r>
              <a:rPr dirty="0" spc="-225"/>
              <a:t> </a:t>
            </a:r>
            <a:r>
              <a:rPr dirty="0" spc="-235"/>
              <a:t>technOlOgies</a:t>
            </a:r>
            <a:r>
              <a:rPr dirty="0" spc="-225"/>
              <a:t> </a:t>
            </a:r>
            <a:r>
              <a:rPr dirty="0"/>
              <a:t>?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1782952" y="2003425"/>
            <a:ext cx="1638300" cy="7645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dirty="0" sz="1600" spc="-110">
                <a:solidFill>
                  <a:srgbClr val="494949"/>
                </a:solidFill>
                <a:latin typeface="Tahoma"/>
                <a:cs typeface="Tahoma"/>
              </a:rPr>
              <a:t>Python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494949"/>
                </a:solidFill>
                <a:latin typeface="Tahoma"/>
                <a:cs typeface="Tahoma"/>
              </a:rPr>
              <a:t>is</a:t>
            </a:r>
            <a:r>
              <a:rPr dirty="0" sz="1600" spc="-13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85">
                <a:solidFill>
                  <a:srgbClr val="494949"/>
                </a:solidFill>
                <a:latin typeface="Tahoma"/>
                <a:cs typeface="Tahoma"/>
              </a:rPr>
              <a:t>simple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5">
                <a:solidFill>
                  <a:srgbClr val="494949"/>
                </a:solidFill>
                <a:latin typeface="Tahoma"/>
                <a:cs typeface="Tahoma"/>
              </a:rPr>
              <a:t>and </a:t>
            </a:r>
            <a:r>
              <a:rPr dirty="0" sz="1600" spc="-95">
                <a:solidFill>
                  <a:srgbClr val="494949"/>
                </a:solidFill>
                <a:latin typeface="Tahoma"/>
                <a:cs typeface="Tahoma"/>
              </a:rPr>
              <a:t>widely</a:t>
            </a:r>
            <a:r>
              <a:rPr dirty="0" sz="1600" spc="-14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0">
                <a:solidFill>
                  <a:srgbClr val="494949"/>
                </a:solidFill>
                <a:latin typeface="Tahoma"/>
                <a:cs typeface="Tahoma"/>
              </a:rPr>
              <a:t>used</a:t>
            </a:r>
            <a:r>
              <a:rPr dirty="0" sz="1600" spc="-14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494949"/>
                </a:solidFill>
                <a:latin typeface="Tahoma"/>
                <a:cs typeface="Tahoma"/>
              </a:rPr>
              <a:t>in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cybersecurity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541137" y="2003425"/>
            <a:ext cx="1549400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dirty="0" sz="1600" spc="-95">
                <a:solidFill>
                  <a:srgbClr val="494949"/>
                </a:solidFill>
                <a:latin typeface="Tahoma"/>
                <a:cs typeface="Tahoma"/>
              </a:rPr>
              <a:t>Netsh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5">
                <a:solidFill>
                  <a:srgbClr val="494949"/>
                </a:solidFill>
                <a:latin typeface="Tahoma"/>
                <a:cs typeface="Tahoma"/>
              </a:rPr>
              <a:t>works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20">
                <a:solidFill>
                  <a:srgbClr val="494949"/>
                </a:solidFill>
                <a:latin typeface="Tahoma"/>
                <a:cs typeface="Tahoma"/>
              </a:rPr>
              <a:t>on</a:t>
            </a:r>
            <a:r>
              <a:rPr dirty="0" sz="1600" spc="-15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14">
                <a:solidFill>
                  <a:srgbClr val="494949"/>
                </a:solidFill>
                <a:latin typeface="Tahoma"/>
                <a:cs typeface="Tahoma"/>
              </a:rPr>
              <a:t>any </a:t>
            </a:r>
            <a:r>
              <a:rPr dirty="0" sz="1600" spc="-130">
                <a:solidFill>
                  <a:srgbClr val="494949"/>
                </a:solidFill>
                <a:latin typeface="Tahoma"/>
                <a:cs typeface="Tahoma"/>
              </a:rPr>
              <a:t>Windows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device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713626" y="3200372"/>
            <a:ext cx="2657475" cy="122301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80"/>
              </a:spcBef>
            </a:pPr>
            <a:endParaRPr sz="1600">
              <a:latin typeface="Times New Roman"/>
              <a:cs typeface="Times New Roman"/>
            </a:endParaRPr>
          </a:p>
          <a:p>
            <a:pPr marL="1196975" marR="30480" indent="-1159510">
              <a:lnSpc>
                <a:spcPct val="62700"/>
              </a:lnSpc>
            </a:pPr>
            <a:r>
              <a:rPr dirty="0" sz="7200" spc="-320">
                <a:solidFill>
                  <a:srgbClr val="FF806C"/>
                </a:solidFill>
                <a:latin typeface="Tahoma"/>
                <a:cs typeface="Tahoma"/>
              </a:rPr>
              <a:t>03</a:t>
            </a:r>
            <a:r>
              <a:rPr dirty="0" sz="7200" spc="-385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baseline="1736" sz="2400" spc="-52">
                <a:solidFill>
                  <a:srgbClr val="494949"/>
                </a:solidFill>
                <a:latin typeface="Tahoma"/>
                <a:cs typeface="Tahoma"/>
              </a:rPr>
              <a:t>dri</a:t>
            </a:r>
            <a:r>
              <a:rPr dirty="0" baseline="1736" sz="2400" spc="-89">
                <a:solidFill>
                  <a:srgbClr val="494949"/>
                </a:solidFill>
                <a:latin typeface="Tahoma"/>
                <a:cs typeface="Tahoma"/>
              </a:rPr>
              <a:t>v</a:t>
            </a:r>
            <a:r>
              <a:rPr dirty="0" baseline="1736" sz="2400" spc="-52">
                <a:solidFill>
                  <a:srgbClr val="494949"/>
                </a:solidFill>
                <a:latin typeface="Tahoma"/>
                <a:cs typeface="Tahoma"/>
              </a:rPr>
              <a:t>e</a:t>
            </a:r>
            <a:r>
              <a:rPr dirty="0" baseline="1736" sz="2400" spc="-67">
                <a:solidFill>
                  <a:srgbClr val="494949"/>
                </a:solidFill>
                <a:latin typeface="Tahoma"/>
                <a:cs typeface="Tahoma"/>
              </a:rPr>
              <a:t>r</a:t>
            </a:r>
            <a:r>
              <a:rPr dirty="0" baseline="1736" sz="2400" spc="-52">
                <a:solidFill>
                  <a:srgbClr val="494949"/>
                </a:solidFill>
                <a:latin typeface="Tahoma"/>
                <a:cs typeface="Tahoma"/>
              </a:rPr>
              <a:t>s</a:t>
            </a:r>
            <a:r>
              <a:rPr dirty="0" baseline="1736" sz="2400" spc="-8175">
                <a:solidFill>
                  <a:srgbClr val="494949"/>
                </a:solidFill>
                <a:latin typeface="Tahoma"/>
                <a:cs typeface="Tahoma"/>
              </a:rPr>
              <a:t>,</a:t>
            </a:r>
            <a:r>
              <a:rPr dirty="0" baseline="69444" sz="2400" spc="-52">
                <a:solidFill>
                  <a:srgbClr val="494949"/>
                </a:solidFill>
                <a:latin typeface="Tahoma"/>
                <a:cs typeface="Tahoma"/>
              </a:rPr>
              <a:t>No</a:t>
            </a:r>
            <a:r>
              <a:rPr dirty="0" baseline="69444" sz="2400" spc="-27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baseline="69444" sz="2400" spc="-697">
                <a:solidFill>
                  <a:srgbClr val="494949"/>
                </a:solidFill>
                <a:latin typeface="Tahoma"/>
                <a:cs typeface="Tahoma"/>
              </a:rPr>
              <a:t>n</a:t>
            </a:r>
            <a:r>
              <a:rPr dirty="0" baseline="69444" sz="2400" spc="-675">
                <a:solidFill>
                  <a:srgbClr val="494949"/>
                </a:solidFill>
                <a:latin typeface="Tahoma"/>
                <a:cs typeface="Tahoma"/>
              </a:rPr>
              <a:t>ee</a:t>
            </a:r>
            <a:r>
              <a:rPr dirty="0" baseline="69444" sz="2400" spc="-847">
                <a:solidFill>
                  <a:srgbClr val="494949"/>
                </a:solidFill>
                <a:latin typeface="Tahoma"/>
                <a:cs typeface="Tahoma"/>
              </a:rPr>
              <a:t>d</a:t>
            </a:r>
            <a:r>
              <a:rPr dirty="0" baseline="1736" sz="2400" spc="-667">
                <a:solidFill>
                  <a:srgbClr val="494949"/>
                </a:solidFill>
                <a:latin typeface="Tahoma"/>
                <a:cs typeface="Tahoma"/>
              </a:rPr>
              <a:t>o</a:t>
            </a:r>
            <a:r>
              <a:rPr dirty="0" baseline="1736" sz="2400" spc="-2152">
                <a:solidFill>
                  <a:srgbClr val="494949"/>
                </a:solidFill>
                <a:latin typeface="Tahoma"/>
                <a:cs typeface="Tahoma"/>
              </a:rPr>
              <a:t>r</a:t>
            </a:r>
            <a:r>
              <a:rPr dirty="0" baseline="69444" sz="2400" spc="-675">
                <a:solidFill>
                  <a:srgbClr val="494949"/>
                </a:solidFill>
                <a:latin typeface="Tahoma"/>
                <a:cs typeface="Tahoma"/>
              </a:rPr>
              <a:t>f</a:t>
            </a:r>
            <a:r>
              <a:rPr dirty="0" baseline="69444" sz="2400" spc="-667">
                <a:solidFill>
                  <a:srgbClr val="494949"/>
                </a:solidFill>
                <a:latin typeface="Tahoma"/>
                <a:cs typeface="Tahoma"/>
              </a:rPr>
              <a:t>o</a:t>
            </a:r>
            <a:r>
              <a:rPr dirty="0" baseline="69444" sz="2400" spc="-1627">
                <a:solidFill>
                  <a:srgbClr val="494949"/>
                </a:solidFill>
                <a:latin typeface="Tahoma"/>
                <a:cs typeface="Tahoma"/>
              </a:rPr>
              <a:t>r</a:t>
            </a:r>
            <a:r>
              <a:rPr dirty="0" baseline="1736" sz="2400" spc="-660">
                <a:solidFill>
                  <a:srgbClr val="494949"/>
                </a:solidFill>
                <a:latin typeface="Tahoma"/>
                <a:cs typeface="Tahoma"/>
              </a:rPr>
              <a:t>s</a:t>
            </a:r>
            <a:r>
              <a:rPr dirty="0" baseline="1736" sz="2400" spc="-667">
                <a:solidFill>
                  <a:srgbClr val="494949"/>
                </a:solidFill>
                <a:latin typeface="Tahoma"/>
                <a:cs typeface="Tahoma"/>
              </a:rPr>
              <a:t>p</a:t>
            </a:r>
            <a:r>
              <a:rPr dirty="0" baseline="1736" sz="2400" spc="-644">
                <a:solidFill>
                  <a:srgbClr val="494949"/>
                </a:solidFill>
                <a:latin typeface="Tahoma"/>
                <a:cs typeface="Tahoma"/>
              </a:rPr>
              <a:t>ecia</a:t>
            </a:r>
            <a:r>
              <a:rPr dirty="0" baseline="1736" sz="2400" spc="-6307">
                <a:solidFill>
                  <a:srgbClr val="494949"/>
                </a:solidFill>
                <a:latin typeface="Tahoma"/>
                <a:cs typeface="Tahoma"/>
              </a:rPr>
              <a:t>l</a:t>
            </a:r>
            <a:r>
              <a:rPr dirty="0" baseline="69444" sz="2400" spc="-675">
                <a:solidFill>
                  <a:srgbClr val="494949"/>
                </a:solidFill>
                <a:latin typeface="Tahoma"/>
                <a:cs typeface="Tahoma"/>
              </a:rPr>
              <a:t>Linux</a:t>
            </a:r>
            <a:r>
              <a:rPr dirty="0" baseline="69444" sz="2400" spc="-675">
                <a:solidFill>
                  <a:srgbClr val="494949"/>
                </a:solidFill>
                <a:latin typeface="Tahoma"/>
                <a:cs typeface="Tahoma"/>
              </a:rPr>
              <a:t>,</a:t>
            </a:r>
            <a:r>
              <a:rPr dirty="0" baseline="69444" sz="2400" spc="-67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tools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341947" y="3200372"/>
            <a:ext cx="30651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7200" spc="-225">
                <a:solidFill>
                  <a:srgbClr val="FF806C"/>
                </a:solidFill>
                <a:latin typeface="Tahoma"/>
                <a:cs typeface="Tahoma"/>
              </a:rPr>
              <a:t>04</a:t>
            </a:r>
            <a:r>
              <a:rPr dirty="0" sz="7200" spc="-450">
                <a:solidFill>
                  <a:srgbClr val="FF806C"/>
                </a:solidFill>
                <a:latin typeface="Tahoma"/>
                <a:cs typeface="Tahoma"/>
              </a:rPr>
              <a:t> </a:t>
            </a:r>
            <a:r>
              <a:rPr dirty="0" baseline="1736" sz="2400" spc="-157">
                <a:solidFill>
                  <a:srgbClr val="494949"/>
                </a:solidFill>
                <a:latin typeface="Tahoma"/>
                <a:cs typeface="Tahoma"/>
              </a:rPr>
              <a:t>t</a:t>
            </a:r>
            <a:r>
              <a:rPr dirty="0" baseline="1736" sz="2400" spc="-2310">
                <a:solidFill>
                  <a:srgbClr val="494949"/>
                </a:solidFill>
                <a:latin typeface="Tahoma"/>
                <a:cs typeface="Tahoma"/>
              </a:rPr>
              <a:t>o</a:t>
            </a:r>
            <a:r>
              <a:rPr dirty="0" baseline="69444" sz="2400" spc="-127">
                <a:solidFill>
                  <a:srgbClr val="494949"/>
                </a:solidFill>
                <a:latin typeface="Tahoma"/>
                <a:cs typeface="Tahoma"/>
              </a:rPr>
              <a:t>Light</a:t>
            </a:r>
            <a:r>
              <a:rPr dirty="0" baseline="69444" sz="2400" spc="-525">
                <a:solidFill>
                  <a:srgbClr val="494949"/>
                </a:solidFill>
                <a:latin typeface="Tahoma"/>
                <a:cs typeface="Tahoma"/>
              </a:rPr>
              <a:t>w</a:t>
            </a:r>
            <a:r>
              <a:rPr dirty="0" baseline="1736" sz="2400" spc="-127">
                <a:solidFill>
                  <a:srgbClr val="494949"/>
                </a:solidFill>
                <a:latin typeface="Tahoma"/>
                <a:cs typeface="Tahoma"/>
              </a:rPr>
              <a:t>o</a:t>
            </a:r>
            <a:r>
              <a:rPr dirty="0" baseline="1736" sz="2400" spc="-6900">
                <a:solidFill>
                  <a:srgbClr val="494949"/>
                </a:solidFill>
                <a:latin typeface="Tahoma"/>
                <a:cs typeface="Tahoma"/>
              </a:rPr>
              <a:t>n</a:t>
            </a:r>
            <a:r>
              <a:rPr dirty="0" baseline="1736" sz="2400" spc="-127">
                <a:solidFill>
                  <a:srgbClr val="494949"/>
                </a:solidFill>
                <a:latin typeface="Tahoma"/>
                <a:cs typeface="Tahoma"/>
              </a:rPr>
              <a:t>run</a:t>
            </a:r>
            <a:r>
              <a:rPr dirty="0" baseline="1736" sz="2400" spc="67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baseline="69444" sz="2400" spc="-67">
                <a:solidFill>
                  <a:srgbClr val="494949"/>
                </a:solidFill>
                <a:latin typeface="Tahoma"/>
                <a:cs typeface="Tahoma"/>
              </a:rPr>
              <a:t>eigh</a:t>
            </a:r>
            <a:r>
              <a:rPr dirty="0" baseline="69444" sz="2400" spc="-89">
                <a:solidFill>
                  <a:srgbClr val="494949"/>
                </a:solidFill>
                <a:latin typeface="Tahoma"/>
                <a:cs typeface="Tahoma"/>
              </a:rPr>
              <a:t>t</a:t>
            </a:r>
            <a:r>
              <a:rPr dirty="0" baseline="1736" sz="2400" spc="-4034">
                <a:solidFill>
                  <a:srgbClr val="494949"/>
                </a:solidFill>
                <a:latin typeface="Tahoma"/>
                <a:cs typeface="Tahoma"/>
              </a:rPr>
              <a:t>y</a:t>
            </a:r>
            <a:r>
              <a:rPr dirty="0" baseline="1736" sz="2400" spc="-67">
                <a:solidFill>
                  <a:srgbClr val="494949"/>
                </a:solidFill>
                <a:latin typeface="Tahoma"/>
                <a:cs typeface="Tahoma"/>
              </a:rPr>
              <a:t>an</a:t>
            </a:r>
            <a:r>
              <a:rPr dirty="0" baseline="1736" sz="2400" spc="-27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baseline="69444" sz="2400" spc="-892">
                <a:solidFill>
                  <a:srgbClr val="494949"/>
                </a:solidFill>
                <a:latin typeface="Tahoma"/>
                <a:cs typeface="Tahoma"/>
              </a:rPr>
              <a:t>a</a:t>
            </a:r>
            <a:r>
              <a:rPr dirty="0" baseline="69444" sz="2400" spc="-2370">
                <a:solidFill>
                  <a:srgbClr val="494949"/>
                </a:solidFill>
                <a:latin typeface="Tahoma"/>
                <a:cs typeface="Tahoma"/>
              </a:rPr>
              <a:t>n</a:t>
            </a:r>
            <a:r>
              <a:rPr dirty="0" baseline="1736" sz="2400" spc="-869">
                <a:solidFill>
                  <a:srgbClr val="494949"/>
                </a:solidFill>
                <a:latin typeface="Tahoma"/>
                <a:cs typeface="Tahoma"/>
              </a:rPr>
              <a:t>compu</a:t>
            </a:r>
            <a:r>
              <a:rPr dirty="0" baseline="1736" sz="2400" spc="-900">
                <a:solidFill>
                  <a:srgbClr val="494949"/>
                </a:solidFill>
                <a:latin typeface="Tahoma"/>
                <a:cs typeface="Tahoma"/>
              </a:rPr>
              <a:t>t</a:t>
            </a:r>
            <a:r>
              <a:rPr dirty="0" baseline="1736" sz="2400" spc="-862">
                <a:solidFill>
                  <a:srgbClr val="494949"/>
                </a:solidFill>
                <a:latin typeface="Tahoma"/>
                <a:cs typeface="Tahoma"/>
              </a:rPr>
              <a:t>e</a:t>
            </a:r>
            <a:r>
              <a:rPr dirty="0" baseline="1736" sz="2400" spc="-9465">
                <a:solidFill>
                  <a:srgbClr val="494949"/>
                </a:solidFill>
                <a:latin typeface="Tahoma"/>
                <a:cs typeface="Tahoma"/>
              </a:rPr>
              <a:t>r</a:t>
            </a:r>
            <a:r>
              <a:rPr dirty="0" baseline="69444" sz="2400" spc="-892">
                <a:solidFill>
                  <a:srgbClr val="494949"/>
                </a:solidFill>
                <a:latin typeface="Tahoma"/>
                <a:cs typeface="Tahoma"/>
              </a:rPr>
              <a:t>d</a:t>
            </a:r>
            <a:r>
              <a:rPr dirty="0" baseline="69444" sz="2400" spc="-217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baseline="69444" sz="2400" spc="-30">
                <a:solidFill>
                  <a:srgbClr val="494949"/>
                </a:solidFill>
                <a:latin typeface="Tahoma"/>
                <a:cs typeface="Tahoma"/>
              </a:rPr>
              <a:t>easy</a:t>
            </a:r>
            <a:endParaRPr baseline="69444" sz="24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67013" y="1549507"/>
            <a:ext cx="86931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660">
                <a:solidFill>
                  <a:srgbClr val="FF806C"/>
                </a:solidFill>
                <a:latin typeface="Tahoma"/>
                <a:cs typeface="Tahoma"/>
              </a:rPr>
              <a:t>01</a:t>
            </a:r>
            <a:endParaRPr sz="72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396499" y="1549507"/>
            <a:ext cx="92392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434">
                <a:solidFill>
                  <a:srgbClr val="FF806C"/>
                </a:solidFill>
                <a:latin typeface="Tahoma"/>
                <a:cs typeface="Tahoma"/>
              </a:rPr>
              <a:t>02</a:t>
            </a:r>
            <a:endParaRPr sz="7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8254" y="2177986"/>
            <a:ext cx="3465195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 spc="-765"/>
              <a:t>HOw</a:t>
            </a:r>
            <a:r>
              <a:rPr dirty="0" sz="4700" spc="-459"/>
              <a:t> </a:t>
            </a:r>
            <a:r>
              <a:rPr dirty="0" sz="4700" spc="-295"/>
              <a:t>It</a:t>
            </a:r>
            <a:r>
              <a:rPr dirty="0" sz="4700" spc="-459"/>
              <a:t> </a:t>
            </a:r>
            <a:r>
              <a:rPr dirty="0" sz="4700" spc="-505"/>
              <a:t>WOrks</a:t>
            </a:r>
            <a:r>
              <a:rPr dirty="0" sz="4700" spc="-459"/>
              <a:t> </a:t>
            </a:r>
            <a:r>
              <a:rPr dirty="0" sz="4700" spc="35"/>
              <a:t>?</a:t>
            </a:r>
            <a:endParaRPr sz="4700"/>
          </a:p>
        </p:txBody>
      </p:sp>
      <p:sp>
        <p:nvSpPr>
          <p:cNvPr id="3" name="object 3" descr=""/>
          <p:cNvSpPr txBox="1"/>
          <p:nvPr/>
        </p:nvSpPr>
        <p:spPr>
          <a:xfrm>
            <a:off x="3827644" y="901294"/>
            <a:ext cx="125539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450">
                <a:solidFill>
                  <a:srgbClr val="494949"/>
                </a:solidFill>
                <a:latin typeface="Tahoma"/>
                <a:cs typeface="Tahoma"/>
              </a:rPr>
              <a:t>03</a:t>
            </a:r>
            <a:endParaRPr sz="9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108999" y="501274"/>
            <a:ext cx="737870" cy="737870"/>
          </a:xfrm>
          <a:custGeom>
            <a:avLst/>
            <a:gdLst/>
            <a:ahLst/>
            <a:cxnLst/>
            <a:rect l="l" t="t" r="r" b="b"/>
            <a:pathLst>
              <a:path w="737870" h="737869">
                <a:moveTo>
                  <a:pt x="737699" y="737699"/>
                </a:moveTo>
                <a:lnTo>
                  <a:pt x="0" y="0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4762" y="125362"/>
            <a:ext cx="1936750" cy="808355"/>
            <a:chOff x="-4762" y="125362"/>
            <a:chExt cx="1936750" cy="808355"/>
          </a:xfrm>
        </p:grpSpPr>
        <p:sp>
          <p:nvSpPr>
            <p:cNvPr id="4" name="object 4" descr=""/>
            <p:cNvSpPr/>
            <p:nvPr/>
          </p:nvSpPr>
          <p:spPr>
            <a:xfrm>
              <a:off x="0" y="274187"/>
              <a:ext cx="1795780" cy="654685"/>
            </a:xfrm>
            <a:custGeom>
              <a:avLst/>
              <a:gdLst/>
              <a:ahLst/>
              <a:cxnLst/>
              <a:rect l="l" t="t" r="r" b="b"/>
              <a:pathLst>
                <a:path w="1795780" h="654685">
                  <a:moveTo>
                    <a:pt x="582474" y="7999"/>
                  </a:moveTo>
                  <a:lnTo>
                    <a:pt x="1795374" y="430699"/>
                  </a:lnTo>
                </a:path>
                <a:path w="1795780" h="654685">
                  <a:moveTo>
                    <a:pt x="0" y="654299"/>
                  </a:moveTo>
                  <a:lnTo>
                    <a:pt x="582599" y="0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8224" y="13038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46"/>
                  </a:lnTo>
                  <a:lnTo>
                    <a:pt x="57763" y="255328"/>
                  </a:lnTo>
                  <a:lnTo>
                    <a:pt x="27187" y="224744"/>
                  </a:lnTo>
                  <a:lnTo>
                    <a:pt x="7175" y="185868"/>
                  </a:lnTo>
                  <a:lnTo>
                    <a:pt x="0" y="140974"/>
                  </a:lnTo>
                  <a:lnTo>
                    <a:pt x="7175" y="96361"/>
                  </a:lnTo>
                  <a:lnTo>
                    <a:pt x="27187" y="57655"/>
                  </a:lnTo>
                  <a:lnTo>
                    <a:pt x="57763" y="27159"/>
                  </a:lnTo>
                  <a:lnTo>
                    <a:pt x="96633" y="7173"/>
                  </a:lnTo>
                  <a:lnTo>
                    <a:pt x="141524" y="0"/>
                  </a:lnTo>
                  <a:lnTo>
                    <a:pt x="186150" y="7173"/>
                  </a:lnTo>
                  <a:lnTo>
                    <a:pt x="224863" y="27159"/>
                  </a:lnTo>
                  <a:lnTo>
                    <a:pt x="255364" y="57655"/>
                  </a:lnTo>
                  <a:lnTo>
                    <a:pt x="275351" y="96361"/>
                  </a:lnTo>
                  <a:lnTo>
                    <a:pt x="282524" y="140974"/>
                  </a:lnTo>
                  <a:lnTo>
                    <a:pt x="275351" y="185868"/>
                  </a:lnTo>
                  <a:lnTo>
                    <a:pt x="255364" y="224744"/>
                  </a:lnTo>
                  <a:lnTo>
                    <a:pt x="224863" y="255328"/>
                  </a:lnTo>
                  <a:lnTo>
                    <a:pt x="186150" y="275346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3750" y="125362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87"/>
                  </a:lnTo>
                  <a:lnTo>
                    <a:pt x="59702" y="264250"/>
                  </a:lnTo>
                  <a:lnTo>
                    <a:pt x="28121" y="232499"/>
                  </a:lnTo>
                  <a:lnTo>
                    <a:pt x="7427" y="192270"/>
                  </a:lnTo>
                  <a:lnTo>
                    <a:pt x="0" y="145999"/>
                  </a:lnTo>
                  <a:lnTo>
                    <a:pt x="7427" y="99999"/>
                  </a:lnTo>
                  <a:lnTo>
                    <a:pt x="28121" y="59939"/>
                  </a:lnTo>
                  <a:lnTo>
                    <a:pt x="59702" y="28279"/>
                  </a:lnTo>
                  <a:lnTo>
                    <a:pt x="99788" y="7479"/>
                  </a:lnTo>
                  <a:lnTo>
                    <a:pt x="145999" y="0"/>
                  </a:lnTo>
                  <a:lnTo>
                    <a:pt x="191999" y="7479"/>
                  </a:lnTo>
                  <a:lnTo>
                    <a:pt x="195842" y="9474"/>
                  </a:lnTo>
                  <a:lnTo>
                    <a:pt x="145999" y="9474"/>
                  </a:lnTo>
                  <a:lnTo>
                    <a:pt x="118399" y="12218"/>
                  </a:lnTo>
                  <a:lnTo>
                    <a:pt x="69450" y="32751"/>
                  </a:lnTo>
                  <a:lnTo>
                    <a:pt x="32433" y="69760"/>
                  </a:lnTo>
                  <a:lnTo>
                    <a:pt x="11745" y="118639"/>
                  </a:lnTo>
                  <a:lnTo>
                    <a:pt x="8924" y="145999"/>
                  </a:lnTo>
                  <a:lnTo>
                    <a:pt x="11745" y="173692"/>
                  </a:lnTo>
                  <a:lnTo>
                    <a:pt x="32433" y="222805"/>
                  </a:lnTo>
                  <a:lnTo>
                    <a:pt x="69450" y="259580"/>
                  </a:lnTo>
                  <a:lnTo>
                    <a:pt x="118399" y="280275"/>
                  </a:lnTo>
                  <a:lnTo>
                    <a:pt x="145999" y="283099"/>
                  </a:lnTo>
                  <a:lnTo>
                    <a:pt x="195822" y="283099"/>
                  </a:lnTo>
                  <a:lnTo>
                    <a:pt x="191999" y="285087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22" y="283099"/>
                  </a:moveTo>
                  <a:lnTo>
                    <a:pt x="145999" y="283099"/>
                  </a:lnTo>
                  <a:lnTo>
                    <a:pt x="173374" y="280275"/>
                  </a:lnTo>
                  <a:lnTo>
                    <a:pt x="199021" y="272224"/>
                  </a:lnTo>
                  <a:lnTo>
                    <a:pt x="242424" y="242974"/>
                  </a:lnTo>
                  <a:lnTo>
                    <a:pt x="271878" y="199503"/>
                  </a:lnTo>
                  <a:lnTo>
                    <a:pt x="282524" y="145999"/>
                  </a:lnTo>
                  <a:lnTo>
                    <a:pt x="279785" y="118639"/>
                  </a:lnTo>
                  <a:lnTo>
                    <a:pt x="259269" y="69760"/>
                  </a:lnTo>
                  <a:lnTo>
                    <a:pt x="222264" y="32751"/>
                  </a:lnTo>
                  <a:lnTo>
                    <a:pt x="173374" y="12218"/>
                  </a:lnTo>
                  <a:lnTo>
                    <a:pt x="145999" y="9474"/>
                  </a:lnTo>
                  <a:lnTo>
                    <a:pt x="195842" y="9474"/>
                  </a:lnTo>
                  <a:lnTo>
                    <a:pt x="232059" y="28279"/>
                  </a:lnTo>
                  <a:lnTo>
                    <a:pt x="263719" y="59939"/>
                  </a:lnTo>
                  <a:lnTo>
                    <a:pt x="284519" y="99999"/>
                  </a:lnTo>
                  <a:lnTo>
                    <a:pt x="291999" y="145999"/>
                  </a:lnTo>
                  <a:lnTo>
                    <a:pt x="284519" y="192270"/>
                  </a:lnTo>
                  <a:lnTo>
                    <a:pt x="263719" y="232499"/>
                  </a:lnTo>
                  <a:lnTo>
                    <a:pt x="232059" y="264250"/>
                  </a:lnTo>
                  <a:lnTo>
                    <a:pt x="19582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25" y="187787"/>
              <a:ext cx="167724" cy="16772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40993" y="560694"/>
              <a:ext cx="288925" cy="288925"/>
            </a:xfrm>
            <a:custGeom>
              <a:avLst/>
              <a:gdLst/>
              <a:ahLst/>
              <a:cxnLst/>
              <a:rect l="l" t="t" r="r" b="b"/>
              <a:pathLst>
                <a:path w="288925" h="288925">
                  <a:moveTo>
                    <a:pt x="144300" y="288324"/>
                  </a:moveTo>
                  <a:lnTo>
                    <a:pt x="98673" y="280972"/>
                  </a:lnTo>
                  <a:lnTo>
                    <a:pt x="59059" y="260495"/>
                  </a:lnTo>
                  <a:lnTo>
                    <a:pt x="27829" y="229264"/>
                  </a:lnTo>
                  <a:lnTo>
                    <a:pt x="7352" y="189650"/>
                  </a:lnTo>
                  <a:lnTo>
                    <a:pt x="0" y="144023"/>
                  </a:lnTo>
                  <a:lnTo>
                    <a:pt x="7352" y="98536"/>
                  </a:lnTo>
                  <a:lnTo>
                    <a:pt x="27829" y="59005"/>
                  </a:lnTo>
                  <a:lnTo>
                    <a:pt x="59059" y="27814"/>
                  </a:lnTo>
                  <a:lnTo>
                    <a:pt x="98673" y="7351"/>
                  </a:lnTo>
                  <a:lnTo>
                    <a:pt x="144300" y="0"/>
                  </a:lnTo>
                  <a:lnTo>
                    <a:pt x="189923" y="7351"/>
                  </a:lnTo>
                  <a:lnTo>
                    <a:pt x="229536" y="27814"/>
                  </a:lnTo>
                  <a:lnTo>
                    <a:pt x="260769" y="59005"/>
                  </a:lnTo>
                  <a:lnTo>
                    <a:pt x="281248" y="98536"/>
                  </a:lnTo>
                  <a:lnTo>
                    <a:pt x="288601" y="144023"/>
                  </a:lnTo>
                  <a:lnTo>
                    <a:pt x="281248" y="189650"/>
                  </a:lnTo>
                  <a:lnTo>
                    <a:pt x="260769" y="229264"/>
                  </a:lnTo>
                  <a:lnTo>
                    <a:pt x="229536" y="260495"/>
                  </a:lnTo>
                  <a:lnTo>
                    <a:pt x="189923" y="280972"/>
                  </a:lnTo>
                  <a:lnTo>
                    <a:pt x="144300" y="28832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38738" y="558175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69" h="293369">
                  <a:moveTo>
                    <a:pt x="146555" y="293375"/>
                  </a:moveTo>
                  <a:lnTo>
                    <a:pt x="100263" y="285893"/>
                  </a:lnTo>
                  <a:lnTo>
                    <a:pt x="60036" y="265057"/>
                  </a:lnTo>
                  <a:lnTo>
                    <a:pt x="28299" y="233279"/>
                  </a:lnTo>
                  <a:lnTo>
                    <a:pt x="7479" y="192970"/>
                  </a:lnTo>
                  <a:lnTo>
                    <a:pt x="0" y="146542"/>
                  </a:lnTo>
                  <a:lnTo>
                    <a:pt x="7479" y="100256"/>
                  </a:lnTo>
                  <a:lnTo>
                    <a:pt x="28299" y="60033"/>
                  </a:lnTo>
                  <a:lnTo>
                    <a:pt x="60036" y="28299"/>
                  </a:lnTo>
                  <a:lnTo>
                    <a:pt x="100263" y="7479"/>
                  </a:lnTo>
                  <a:lnTo>
                    <a:pt x="146555" y="0"/>
                  </a:lnTo>
                  <a:lnTo>
                    <a:pt x="176097" y="4773"/>
                  </a:lnTo>
                  <a:lnTo>
                    <a:pt x="146555" y="4773"/>
                  </a:lnTo>
                  <a:lnTo>
                    <a:pt x="117902" y="7633"/>
                  </a:lnTo>
                  <a:lnTo>
                    <a:pt x="67233" y="28934"/>
                  </a:lnTo>
                  <a:lnTo>
                    <a:pt x="28934" y="67272"/>
                  </a:lnTo>
                  <a:lnTo>
                    <a:pt x="7633" y="118014"/>
                  </a:lnTo>
                  <a:lnTo>
                    <a:pt x="4773" y="146542"/>
                  </a:lnTo>
                  <a:lnTo>
                    <a:pt x="7633" y="175198"/>
                  </a:lnTo>
                  <a:lnTo>
                    <a:pt x="28934" y="225976"/>
                  </a:lnTo>
                  <a:lnTo>
                    <a:pt x="67233" y="264319"/>
                  </a:lnTo>
                  <a:lnTo>
                    <a:pt x="117902" y="285701"/>
                  </a:lnTo>
                  <a:lnTo>
                    <a:pt x="146555" y="288601"/>
                  </a:lnTo>
                  <a:lnTo>
                    <a:pt x="176087" y="288601"/>
                  </a:lnTo>
                  <a:lnTo>
                    <a:pt x="146555" y="293375"/>
                  </a:lnTo>
                  <a:close/>
                </a:path>
                <a:path w="293369" h="293369">
                  <a:moveTo>
                    <a:pt x="176087" y="288601"/>
                  </a:moveTo>
                  <a:lnTo>
                    <a:pt x="146555" y="288601"/>
                  </a:lnTo>
                  <a:lnTo>
                    <a:pt x="175205" y="285701"/>
                  </a:lnTo>
                  <a:lnTo>
                    <a:pt x="201857" y="277404"/>
                  </a:lnTo>
                  <a:lnTo>
                    <a:pt x="247050" y="247050"/>
                  </a:lnTo>
                  <a:lnTo>
                    <a:pt x="277409" y="201850"/>
                  </a:lnTo>
                  <a:lnTo>
                    <a:pt x="288601" y="146542"/>
                  </a:lnTo>
                  <a:lnTo>
                    <a:pt x="285703" y="118014"/>
                  </a:lnTo>
                  <a:lnTo>
                    <a:pt x="264324" y="67272"/>
                  </a:lnTo>
                  <a:lnTo>
                    <a:pt x="225981" y="28934"/>
                  </a:lnTo>
                  <a:lnTo>
                    <a:pt x="175205" y="7633"/>
                  </a:lnTo>
                  <a:lnTo>
                    <a:pt x="146555" y="4773"/>
                  </a:lnTo>
                  <a:lnTo>
                    <a:pt x="176097" y="4773"/>
                  </a:lnTo>
                  <a:lnTo>
                    <a:pt x="233064" y="28299"/>
                  </a:lnTo>
                  <a:lnTo>
                    <a:pt x="264799" y="60033"/>
                  </a:lnTo>
                  <a:lnTo>
                    <a:pt x="285619" y="100256"/>
                  </a:lnTo>
                  <a:lnTo>
                    <a:pt x="293098" y="146542"/>
                  </a:lnTo>
                  <a:lnTo>
                    <a:pt x="285619" y="192970"/>
                  </a:lnTo>
                  <a:lnTo>
                    <a:pt x="264799" y="233279"/>
                  </a:lnTo>
                  <a:lnTo>
                    <a:pt x="233064" y="265057"/>
                  </a:lnTo>
                  <a:lnTo>
                    <a:pt x="192841" y="285893"/>
                  </a:lnTo>
                  <a:lnTo>
                    <a:pt x="176087" y="28860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237" y="594664"/>
              <a:ext cx="220097" cy="22038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591741" y="362610"/>
              <a:ext cx="175260" cy="27305"/>
            </a:xfrm>
            <a:custGeom>
              <a:avLst/>
              <a:gdLst/>
              <a:ahLst/>
              <a:cxnLst/>
              <a:rect l="l" t="t" r="r" b="b"/>
              <a:pathLst>
                <a:path w="175260" h="27304">
                  <a:moveTo>
                    <a:pt x="27000" y="9918"/>
                  </a:moveTo>
                  <a:lnTo>
                    <a:pt x="25577" y="6477"/>
                  </a:lnTo>
                  <a:lnTo>
                    <a:pt x="20510" y="1422"/>
                  </a:lnTo>
                  <a:lnTo>
                    <a:pt x="17081" y="0"/>
                  </a:lnTo>
                  <a:lnTo>
                    <a:pt x="6045" y="0"/>
                  </a:lnTo>
                  <a:lnTo>
                    <a:pt x="0" y="6045"/>
                  </a:lnTo>
                  <a:lnTo>
                    <a:pt x="0" y="13500"/>
                  </a:lnTo>
                  <a:lnTo>
                    <a:pt x="0" y="20955"/>
                  </a:lnTo>
                  <a:lnTo>
                    <a:pt x="6045" y="27000"/>
                  </a:lnTo>
                  <a:lnTo>
                    <a:pt x="20955" y="27000"/>
                  </a:lnTo>
                  <a:lnTo>
                    <a:pt x="27000" y="20955"/>
                  </a:lnTo>
                  <a:lnTo>
                    <a:pt x="27000" y="9918"/>
                  </a:lnTo>
                  <a:close/>
                </a:path>
                <a:path w="175260" h="27304">
                  <a:moveTo>
                    <a:pt x="101003" y="9918"/>
                  </a:moveTo>
                  <a:lnTo>
                    <a:pt x="99580" y="6477"/>
                  </a:lnTo>
                  <a:lnTo>
                    <a:pt x="94526" y="1422"/>
                  </a:lnTo>
                  <a:lnTo>
                    <a:pt x="91084" y="0"/>
                  </a:lnTo>
                  <a:lnTo>
                    <a:pt x="80048" y="0"/>
                  </a:lnTo>
                  <a:lnTo>
                    <a:pt x="74002" y="6045"/>
                  </a:lnTo>
                  <a:lnTo>
                    <a:pt x="74002" y="13500"/>
                  </a:lnTo>
                  <a:lnTo>
                    <a:pt x="74002" y="20955"/>
                  </a:lnTo>
                  <a:lnTo>
                    <a:pt x="80048" y="27000"/>
                  </a:lnTo>
                  <a:lnTo>
                    <a:pt x="94957" y="27000"/>
                  </a:lnTo>
                  <a:lnTo>
                    <a:pt x="101003" y="20955"/>
                  </a:lnTo>
                  <a:lnTo>
                    <a:pt x="101003" y="9918"/>
                  </a:lnTo>
                  <a:close/>
                </a:path>
                <a:path w="175260" h="27304">
                  <a:moveTo>
                    <a:pt x="175018" y="9918"/>
                  </a:moveTo>
                  <a:lnTo>
                    <a:pt x="173596" y="6477"/>
                  </a:lnTo>
                  <a:lnTo>
                    <a:pt x="168529" y="1422"/>
                  </a:lnTo>
                  <a:lnTo>
                    <a:pt x="165100" y="0"/>
                  </a:lnTo>
                  <a:lnTo>
                    <a:pt x="154063" y="0"/>
                  </a:lnTo>
                  <a:lnTo>
                    <a:pt x="148018" y="6045"/>
                  </a:lnTo>
                  <a:lnTo>
                    <a:pt x="148018" y="13500"/>
                  </a:lnTo>
                  <a:lnTo>
                    <a:pt x="148018" y="20955"/>
                  </a:lnTo>
                  <a:lnTo>
                    <a:pt x="154063" y="27000"/>
                  </a:lnTo>
                  <a:lnTo>
                    <a:pt x="168973" y="27000"/>
                  </a:lnTo>
                  <a:lnTo>
                    <a:pt x="175018" y="20955"/>
                  </a:lnTo>
                  <a:lnTo>
                    <a:pt x="175018" y="991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823899" y="7006"/>
            <a:ext cx="1325245" cy="777875"/>
            <a:chOff x="7823899" y="7006"/>
            <a:chExt cx="1325245" cy="777875"/>
          </a:xfrm>
        </p:grpSpPr>
        <p:sp>
          <p:nvSpPr>
            <p:cNvPr id="13" name="object 13" descr=""/>
            <p:cNvSpPr/>
            <p:nvPr/>
          </p:nvSpPr>
          <p:spPr>
            <a:xfrm>
              <a:off x="8151324" y="11769"/>
              <a:ext cx="993140" cy="489584"/>
            </a:xfrm>
            <a:custGeom>
              <a:avLst/>
              <a:gdLst/>
              <a:ahLst/>
              <a:cxnLst/>
              <a:rect l="l" t="t" r="r" b="b"/>
              <a:pathLst>
                <a:path w="993140" h="489584">
                  <a:moveTo>
                    <a:pt x="992675" y="0"/>
                  </a:moveTo>
                  <a:lnTo>
                    <a:pt x="0" y="489505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28349" y="207400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4" h="572770">
                  <a:moveTo>
                    <a:pt x="286424" y="572299"/>
                  </a:moveTo>
                  <a:lnTo>
                    <a:pt x="239950" y="568553"/>
                  </a:lnTo>
                  <a:lnTo>
                    <a:pt x="195868" y="557706"/>
                  </a:lnTo>
                  <a:lnTo>
                    <a:pt x="154768" y="540346"/>
                  </a:lnTo>
                  <a:lnTo>
                    <a:pt x="117239" y="517061"/>
                  </a:lnTo>
                  <a:lnTo>
                    <a:pt x="83868" y="488440"/>
                  </a:lnTo>
                  <a:lnTo>
                    <a:pt x="55245" y="455071"/>
                  </a:lnTo>
                  <a:lnTo>
                    <a:pt x="31958" y="417542"/>
                  </a:lnTo>
                  <a:lnTo>
                    <a:pt x="14596" y="376440"/>
                  </a:lnTo>
                  <a:lnTo>
                    <a:pt x="3747" y="332355"/>
                  </a:lnTo>
                  <a:lnTo>
                    <a:pt x="0" y="285874"/>
                  </a:lnTo>
                  <a:lnTo>
                    <a:pt x="3747" y="239549"/>
                  </a:lnTo>
                  <a:lnTo>
                    <a:pt x="14596" y="195587"/>
                  </a:lnTo>
                  <a:lnTo>
                    <a:pt x="31958" y="154580"/>
                  </a:lnTo>
                  <a:lnTo>
                    <a:pt x="55245" y="117120"/>
                  </a:lnTo>
                  <a:lnTo>
                    <a:pt x="83868" y="83799"/>
                  </a:lnTo>
                  <a:lnTo>
                    <a:pt x="117239" y="55210"/>
                  </a:lnTo>
                  <a:lnTo>
                    <a:pt x="154768" y="31943"/>
                  </a:lnTo>
                  <a:lnTo>
                    <a:pt x="195868" y="14591"/>
                  </a:lnTo>
                  <a:lnTo>
                    <a:pt x="239950" y="3746"/>
                  </a:lnTo>
                  <a:lnTo>
                    <a:pt x="286424" y="0"/>
                  </a:lnTo>
                  <a:lnTo>
                    <a:pt x="332905" y="3746"/>
                  </a:lnTo>
                  <a:lnTo>
                    <a:pt x="376990" y="14591"/>
                  </a:lnTo>
                  <a:lnTo>
                    <a:pt x="418092" y="31943"/>
                  </a:lnTo>
                  <a:lnTo>
                    <a:pt x="455621" y="55210"/>
                  </a:lnTo>
                  <a:lnTo>
                    <a:pt x="488990" y="83799"/>
                  </a:lnTo>
                  <a:lnTo>
                    <a:pt x="517611" y="117120"/>
                  </a:lnTo>
                  <a:lnTo>
                    <a:pt x="540896" y="154580"/>
                  </a:lnTo>
                  <a:lnTo>
                    <a:pt x="558256" y="195587"/>
                  </a:lnTo>
                  <a:lnTo>
                    <a:pt x="569103" y="239549"/>
                  </a:lnTo>
                  <a:lnTo>
                    <a:pt x="572849" y="285874"/>
                  </a:lnTo>
                  <a:lnTo>
                    <a:pt x="569103" y="332355"/>
                  </a:lnTo>
                  <a:lnTo>
                    <a:pt x="558256" y="376440"/>
                  </a:lnTo>
                  <a:lnTo>
                    <a:pt x="540896" y="417542"/>
                  </a:lnTo>
                  <a:lnTo>
                    <a:pt x="517611" y="455071"/>
                  </a:lnTo>
                  <a:lnTo>
                    <a:pt x="488990" y="488440"/>
                  </a:lnTo>
                  <a:lnTo>
                    <a:pt x="455621" y="517061"/>
                  </a:lnTo>
                  <a:lnTo>
                    <a:pt x="418092" y="540346"/>
                  </a:lnTo>
                  <a:lnTo>
                    <a:pt x="376990" y="557706"/>
                  </a:lnTo>
                  <a:lnTo>
                    <a:pt x="332905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823899" y="202399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5" h="582930">
                  <a:moveTo>
                    <a:pt x="290874" y="582324"/>
                  </a:moveTo>
                  <a:lnTo>
                    <a:pt x="243735" y="578512"/>
                  </a:lnTo>
                  <a:lnTo>
                    <a:pt x="199001" y="567474"/>
                  </a:lnTo>
                  <a:lnTo>
                    <a:pt x="157276" y="549810"/>
                  </a:lnTo>
                  <a:lnTo>
                    <a:pt x="119161" y="526116"/>
                  </a:lnTo>
                  <a:lnTo>
                    <a:pt x="85259" y="496993"/>
                  </a:lnTo>
                  <a:lnTo>
                    <a:pt x="56171" y="463038"/>
                  </a:lnTo>
                  <a:lnTo>
                    <a:pt x="32499" y="424851"/>
                  </a:lnTo>
                  <a:lnTo>
                    <a:pt x="14845" y="383028"/>
                  </a:lnTo>
                  <a:lnTo>
                    <a:pt x="3811" y="338170"/>
                  </a:lnTo>
                  <a:lnTo>
                    <a:pt x="0" y="290874"/>
                  </a:lnTo>
                  <a:lnTo>
                    <a:pt x="3811" y="243735"/>
                  </a:lnTo>
                  <a:lnTo>
                    <a:pt x="14845" y="199001"/>
                  </a:lnTo>
                  <a:lnTo>
                    <a:pt x="32499" y="157276"/>
                  </a:lnTo>
                  <a:lnTo>
                    <a:pt x="56171" y="119161"/>
                  </a:lnTo>
                  <a:lnTo>
                    <a:pt x="85259" y="85259"/>
                  </a:lnTo>
                  <a:lnTo>
                    <a:pt x="119161" y="56171"/>
                  </a:lnTo>
                  <a:lnTo>
                    <a:pt x="157276" y="32499"/>
                  </a:lnTo>
                  <a:lnTo>
                    <a:pt x="199001" y="14845"/>
                  </a:lnTo>
                  <a:lnTo>
                    <a:pt x="243735" y="3811"/>
                  </a:lnTo>
                  <a:lnTo>
                    <a:pt x="290874" y="0"/>
                  </a:lnTo>
                  <a:lnTo>
                    <a:pt x="338021" y="3811"/>
                  </a:lnTo>
                  <a:lnTo>
                    <a:pt x="360985" y="9474"/>
                  </a:lnTo>
                  <a:lnTo>
                    <a:pt x="290874" y="9474"/>
                  </a:lnTo>
                  <a:lnTo>
                    <a:pt x="234007" y="15151"/>
                  </a:lnTo>
                  <a:lnTo>
                    <a:pt x="181106" y="31484"/>
                  </a:lnTo>
                  <a:lnTo>
                    <a:pt x="133220" y="57431"/>
                  </a:lnTo>
                  <a:lnTo>
                    <a:pt x="91399" y="91949"/>
                  </a:lnTo>
                  <a:lnTo>
                    <a:pt x="57113" y="133529"/>
                  </a:lnTo>
                  <a:lnTo>
                    <a:pt x="31140" y="181381"/>
                  </a:lnTo>
                  <a:lnTo>
                    <a:pt x="14678" y="234248"/>
                  </a:lnTo>
                  <a:lnTo>
                    <a:pt x="8924" y="290874"/>
                  </a:lnTo>
                  <a:lnTo>
                    <a:pt x="14678" y="347753"/>
                  </a:lnTo>
                  <a:lnTo>
                    <a:pt x="31140" y="400656"/>
                  </a:lnTo>
                  <a:lnTo>
                    <a:pt x="57113" y="448543"/>
                  </a:lnTo>
                  <a:lnTo>
                    <a:pt x="91399" y="490374"/>
                  </a:lnTo>
                  <a:lnTo>
                    <a:pt x="133220" y="524650"/>
                  </a:lnTo>
                  <a:lnTo>
                    <a:pt x="181106" y="550624"/>
                  </a:lnTo>
                  <a:lnTo>
                    <a:pt x="234007" y="567092"/>
                  </a:lnTo>
                  <a:lnTo>
                    <a:pt x="290874" y="572849"/>
                  </a:lnTo>
                  <a:lnTo>
                    <a:pt x="360974" y="572849"/>
                  </a:lnTo>
                  <a:lnTo>
                    <a:pt x="338021" y="578512"/>
                  </a:lnTo>
                  <a:lnTo>
                    <a:pt x="290874" y="582324"/>
                  </a:lnTo>
                  <a:close/>
                </a:path>
                <a:path w="582295" h="582930">
                  <a:moveTo>
                    <a:pt x="360974" y="572849"/>
                  </a:moveTo>
                  <a:lnTo>
                    <a:pt x="290874" y="572849"/>
                  </a:lnTo>
                  <a:lnTo>
                    <a:pt x="347748" y="567092"/>
                  </a:lnTo>
                  <a:lnTo>
                    <a:pt x="400596" y="550624"/>
                  </a:lnTo>
                  <a:lnTo>
                    <a:pt x="448322" y="524650"/>
                  </a:lnTo>
                  <a:lnTo>
                    <a:pt x="489824" y="490374"/>
                  </a:lnTo>
                  <a:lnTo>
                    <a:pt x="524343" y="448543"/>
                  </a:lnTo>
                  <a:lnTo>
                    <a:pt x="550290" y="400656"/>
                  </a:lnTo>
                  <a:lnTo>
                    <a:pt x="566623" y="347753"/>
                  </a:lnTo>
                  <a:lnTo>
                    <a:pt x="572299" y="290874"/>
                  </a:lnTo>
                  <a:lnTo>
                    <a:pt x="566623" y="234248"/>
                  </a:lnTo>
                  <a:lnTo>
                    <a:pt x="550290" y="181381"/>
                  </a:lnTo>
                  <a:lnTo>
                    <a:pt x="524343" y="133529"/>
                  </a:lnTo>
                  <a:lnTo>
                    <a:pt x="489824" y="91949"/>
                  </a:lnTo>
                  <a:lnTo>
                    <a:pt x="448322" y="57431"/>
                  </a:lnTo>
                  <a:lnTo>
                    <a:pt x="400596" y="31484"/>
                  </a:lnTo>
                  <a:lnTo>
                    <a:pt x="347748" y="15151"/>
                  </a:lnTo>
                  <a:lnTo>
                    <a:pt x="290874" y="9474"/>
                  </a:lnTo>
                  <a:lnTo>
                    <a:pt x="360985" y="9474"/>
                  </a:lnTo>
                  <a:lnTo>
                    <a:pt x="424489" y="32499"/>
                  </a:lnTo>
                  <a:lnTo>
                    <a:pt x="462607" y="56171"/>
                  </a:lnTo>
                  <a:lnTo>
                    <a:pt x="496512" y="85259"/>
                  </a:lnTo>
                  <a:lnTo>
                    <a:pt x="525602" y="119161"/>
                  </a:lnTo>
                  <a:lnTo>
                    <a:pt x="549275" y="157276"/>
                  </a:lnTo>
                  <a:lnTo>
                    <a:pt x="566929" y="199001"/>
                  </a:lnTo>
                  <a:lnTo>
                    <a:pt x="577963" y="243735"/>
                  </a:lnTo>
                  <a:lnTo>
                    <a:pt x="581774" y="290874"/>
                  </a:lnTo>
                  <a:lnTo>
                    <a:pt x="577963" y="338170"/>
                  </a:lnTo>
                  <a:lnTo>
                    <a:pt x="566929" y="383028"/>
                  </a:lnTo>
                  <a:lnTo>
                    <a:pt x="549275" y="424851"/>
                  </a:lnTo>
                  <a:lnTo>
                    <a:pt x="525602" y="463038"/>
                  </a:lnTo>
                  <a:lnTo>
                    <a:pt x="496512" y="496993"/>
                  </a:lnTo>
                  <a:lnTo>
                    <a:pt x="462607" y="526116"/>
                  </a:lnTo>
                  <a:lnTo>
                    <a:pt x="424489" y="549810"/>
                  </a:lnTo>
                  <a:lnTo>
                    <a:pt x="382760" y="567474"/>
                  </a:lnTo>
                  <a:lnTo>
                    <a:pt x="360974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00799" y="279850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90">
                  <a:moveTo>
                    <a:pt x="213974" y="427424"/>
                  </a:moveTo>
                  <a:lnTo>
                    <a:pt x="164928" y="421771"/>
                  </a:lnTo>
                  <a:lnTo>
                    <a:pt x="119896" y="405666"/>
                  </a:lnTo>
                  <a:lnTo>
                    <a:pt x="80165" y="380399"/>
                  </a:lnTo>
                  <a:lnTo>
                    <a:pt x="47023" y="347254"/>
                  </a:lnTo>
                  <a:lnTo>
                    <a:pt x="21757" y="307519"/>
                  </a:lnTo>
                  <a:lnTo>
                    <a:pt x="5653" y="262480"/>
                  </a:lnTo>
                  <a:lnTo>
                    <a:pt x="0" y="213424"/>
                  </a:lnTo>
                  <a:lnTo>
                    <a:pt x="5653" y="164408"/>
                  </a:lnTo>
                  <a:lnTo>
                    <a:pt x="21757" y="119455"/>
                  </a:lnTo>
                  <a:lnTo>
                    <a:pt x="47023" y="79832"/>
                  </a:lnTo>
                  <a:lnTo>
                    <a:pt x="80165" y="46807"/>
                  </a:lnTo>
                  <a:lnTo>
                    <a:pt x="119896" y="21648"/>
                  </a:lnTo>
                  <a:lnTo>
                    <a:pt x="164928" y="5623"/>
                  </a:lnTo>
                  <a:lnTo>
                    <a:pt x="213974" y="0"/>
                  </a:lnTo>
                  <a:lnTo>
                    <a:pt x="263030" y="5623"/>
                  </a:lnTo>
                  <a:lnTo>
                    <a:pt x="308069" y="21648"/>
                  </a:lnTo>
                  <a:lnTo>
                    <a:pt x="347804" y="46807"/>
                  </a:lnTo>
                  <a:lnTo>
                    <a:pt x="380949" y="79832"/>
                  </a:lnTo>
                  <a:lnTo>
                    <a:pt x="406216" y="119455"/>
                  </a:lnTo>
                  <a:lnTo>
                    <a:pt x="422321" y="164408"/>
                  </a:lnTo>
                  <a:lnTo>
                    <a:pt x="427974" y="213424"/>
                  </a:lnTo>
                  <a:lnTo>
                    <a:pt x="422321" y="262480"/>
                  </a:lnTo>
                  <a:lnTo>
                    <a:pt x="406216" y="307519"/>
                  </a:lnTo>
                  <a:lnTo>
                    <a:pt x="380949" y="347254"/>
                  </a:lnTo>
                  <a:lnTo>
                    <a:pt x="347804" y="380399"/>
                  </a:lnTo>
                  <a:lnTo>
                    <a:pt x="308069" y="405666"/>
                  </a:lnTo>
                  <a:lnTo>
                    <a:pt x="263030" y="421771"/>
                  </a:lnTo>
                  <a:lnTo>
                    <a:pt x="213974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96349" y="274824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79" h="437515">
                  <a:moveTo>
                    <a:pt x="218424" y="437449"/>
                  </a:moveTo>
                  <a:lnTo>
                    <a:pt x="168250" y="431664"/>
                  </a:lnTo>
                  <a:lnTo>
                    <a:pt x="122239" y="415186"/>
                  </a:lnTo>
                  <a:lnTo>
                    <a:pt x="81688" y="389330"/>
                  </a:lnTo>
                  <a:lnTo>
                    <a:pt x="47893" y="355412"/>
                  </a:lnTo>
                  <a:lnTo>
                    <a:pt x="22149" y="314749"/>
                  </a:lnTo>
                  <a:lnTo>
                    <a:pt x="5753" y="268656"/>
                  </a:lnTo>
                  <a:lnTo>
                    <a:pt x="0" y="218449"/>
                  </a:lnTo>
                  <a:lnTo>
                    <a:pt x="5753" y="168454"/>
                  </a:lnTo>
                  <a:lnTo>
                    <a:pt x="22149" y="122510"/>
                  </a:lnTo>
                  <a:lnTo>
                    <a:pt x="47893" y="81945"/>
                  </a:lnTo>
                  <a:lnTo>
                    <a:pt x="81688" y="48084"/>
                  </a:lnTo>
                  <a:lnTo>
                    <a:pt x="122239" y="22255"/>
                  </a:lnTo>
                  <a:lnTo>
                    <a:pt x="168250" y="5784"/>
                  </a:lnTo>
                  <a:lnTo>
                    <a:pt x="218424" y="0"/>
                  </a:lnTo>
                  <a:lnTo>
                    <a:pt x="268428" y="5784"/>
                  </a:lnTo>
                  <a:lnTo>
                    <a:pt x="278721" y="9474"/>
                  </a:lnTo>
                  <a:lnTo>
                    <a:pt x="218424" y="9474"/>
                  </a:lnTo>
                  <a:lnTo>
                    <a:pt x="176146" y="13726"/>
                  </a:lnTo>
                  <a:lnTo>
                    <a:pt x="136793" y="25921"/>
                  </a:lnTo>
                  <a:lnTo>
                    <a:pt x="101199" y="45218"/>
                  </a:lnTo>
                  <a:lnTo>
                    <a:pt x="70199" y="70774"/>
                  </a:lnTo>
                  <a:lnTo>
                    <a:pt x="44632" y="101766"/>
                  </a:lnTo>
                  <a:lnTo>
                    <a:pt x="25337" y="137299"/>
                  </a:lnTo>
                  <a:lnTo>
                    <a:pt x="13148" y="176489"/>
                  </a:lnTo>
                  <a:lnTo>
                    <a:pt x="8899" y="218449"/>
                  </a:lnTo>
                  <a:lnTo>
                    <a:pt x="13148" y="260731"/>
                  </a:lnTo>
                  <a:lnTo>
                    <a:pt x="25337" y="300090"/>
                  </a:lnTo>
                  <a:lnTo>
                    <a:pt x="44632" y="335685"/>
                  </a:lnTo>
                  <a:lnTo>
                    <a:pt x="70199" y="366674"/>
                  </a:lnTo>
                  <a:lnTo>
                    <a:pt x="101199" y="392242"/>
                  </a:lnTo>
                  <a:lnTo>
                    <a:pt x="136793" y="411537"/>
                  </a:lnTo>
                  <a:lnTo>
                    <a:pt x="176146" y="423726"/>
                  </a:lnTo>
                  <a:lnTo>
                    <a:pt x="218424" y="427974"/>
                  </a:lnTo>
                  <a:lnTo>
                    <a:pt x="278716" y="427974"/>
                  </a:lnTo>
                  <a:lnTo>
                    <a:pt x="268428" y="431664"/>
                  </a:lnTo>
                  <a:lnTo>
                    <a:pt x="218424" y="437449"/>
                  </a:lnTo>
                  <a:close/>
                </a:path>
                <a:path w="436879" h="437515">
                  <a:moveTo>
                    <a:pt x="278716" y="427974"/>
                  </a:moveTo>
                  <a:lnTo>
                    <a:pt x="218424" y="427974"/>
                  </a:lnTo>
                  <a:lnTo>
                    <a:pt x="260631" y="423726"/>
                  </a:lnTo>
                  <a:lnTo>
                    <a:pt x="299799" y="411537"/>
                  </a:lnTo>
                  <a:lnTo>
                    <a:pt x="335199" y="392242"/>
                  </a:lnTo>
                  <a:lnTo>
                    <a:pt x="366099" y="366674"/>
                  </a:lnTo>
                  <a:lnTo>
                    <a:pt x="391667" y="335685"/>
                  </a:lnTo>
                  <a:lnTo>
                    <a:pt x="410962" y="300090"/>
                  </a:lnTo>
                  <a:lnTo>
                    <a:pt x="423151" y="260731"/>
                  </a:lnTo>
                  <a:lnTo>
                    <a:pt x="427399" y="218449"/>
                  </a:lnTo>
                  <a:lnTo>
                    <a:pt x="423151" y="176489"/>
                  </a:lnTo>
                  <a:lnTo>
                    <a:pt x="410962" y="137299"/>
                  </a:lnTo>
                  <a:lnTo>
                    <a:pt x="391667" y="101766"/>
                  </a:lnTo>
                  <a:lnTo>
                    <a:pt x="366099" y="70774"/>
                  </a:lnTo>
                  <a:lnTo>
                    <a:pt x="335199" y="45218"/>
                  </a:lnTo>
                  <a:lnTo>
                    <a:pt x="299799" y="25921"/>
                  </a:lnTo>
                  <a:lnTo>
                    <a:pt x="260631" y="13726"/>
                  </a:lnTo>
                  <a:lnTo>
                    <a:pt x="218424" y="9474"/>
                  </a:lnTo>
                  <a:lnTo>
                    <a:pt x="278721" y="9474"/>
                  </a:lnTo>
                  <a:lnTo>
                    <a:pt x="354940" y="48084"/>
                  </a:lnTo>
                  <a:lnTo>
                    <a:pt x="388798" y="81945"/>
                  </a:lnTo>
                  <a:lnTo>
                    <a:pt x="414623" y="122510"/>
                  </a:lnTo>
                  <a:lnTo>
                    <a:pt x="431091" y="168454"/>
                  </a:lnTo>
                  <a:lnTo>
                    <a:pt x="436874" y="218449"/>
                  </a:lnTo>
                  <a:lnTo>
                    <a:pt x="431091" y="268656"/>
                  </a:lnTo>
                  <a:lnTo>
                    <a:pt x="414623" y="314749"/>
                  </a:lnTo>
                  <a:lnTo>
                    <a:pt x="388798" y="355412"/>
                  </a:lnTo>
                  <a:lnTo>
                    <a:pt x="354940" y="389330"/>
                  </a:lnTo>
                  <a:lnTo>
                    <a:pt x="314374" y="415186"/>
                  </a:lnTo>
                  <a:lnTo>
                    <a:pt x="278716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79374" y="35842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135399" y="270274"/>
                  </a:moveTo>
                  <a:lnTo>
                    <a:pt x="92643" y="263359"/>
                  </a:lnTo>
                  <a:lnTo>
                    <a:pt x="55479" y="244111"/>
                  </a:lnTo>
                  <a:lnTo>
                    <a:pt x="26154" y="214779"/>
                  </a:lnTo>
                  <a:lnTo>
                    <a:pt x="6912" y="177609"/>
                  </a:lnTo>
                  <a:lnTo>
                    <a:pt x="0" y="134849"/>
                  </a:lnTo>
                  <a:lnTo>
                    <a:pt x="6912" y="92371"/>
                  </a:lnTo>
                  <a:lnTo>
                    <a:pt x="26154" y="55371"/>
                  </a:lnTo>
                  <a:lnTo>
                    <a:pt x="55479" y="26126"/>
                  </a:lnTo>
                  <a:lnTo>
                    <a:pt x="92643" y="6910"/>
                  </a:lnTo>
                  <a:lnTo>
                    <a:pt x="135399" y="0"/>
                  </a:lnTo>
                  <a:lnTo>
                    <a:pt x="178102" y="6910"/>
                  </a:lnTo>
                  <a:lnTo>
                    <a:pt x="215135" y="26126"/>
                  </a:lnTo>
                  <a:lnTo>
                    <a:pt x="244305" y="55371"/>
                  </a:lnTo>
                  <a:lnTo>
                    <a:pt x="263416" y="92371"/>
                  </a:lnTo>
                  <a:lnTo>
                    <a:pt x="270274" y="134849"/>
                  </a:lnTo>
                  <a:lnTo>
                    <a:pt x="263416" y="177609"/>
                  </a:lnTo>
                  <a:lnTo>
                    <a:pt x="244305" y="214779"/>
                  </a:lnTo>
                  <a:lnTo>
                    <a:pt x="215135" y="244111"/>
                  </a:lnTo>
                  <a:lnTo>
                    <a:pt x="178102" y="263359"/>
                  </a:lnTo>
                  <a:lnTo>
                    <a:pt x="135399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74924" y="353975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49" y="279174"/>
                  </a:moveTo>
                  <a:lnTo>
                    <a:pt x="95564" y="272065"/>
                  </a:lnTo>
                  <a:lnTo>
                    <a:pt x="57164" y="252251"/>
                  </a:lnTo>
                  <a:lnTo>
                    <a:pt x="26921" y="222005"/>
                  </a:lnTo>
                  <a:lnTo>
                    <a:pt x="7109" y="183597"/>
                  </a:lnTo>
                  <a:lnTo>
                    <a:pt x="0" y="139299"/>
                  </a:lnTo>
                  <a:lnTo>
                    <a:pt x="7109" y="95283"/>
                  </a:lnTo>
                  <a:lnTo>
                    <a:pt x="26921" y="57045"/>
                  </a:lnTo>
                  <a:lnTo>
                    <a:pt x="57164" y="26886"/>
                  </a:lnTo>
                  <a:lnTo>
                    <a:pt x="95564" y="7104"/>
                  </a:lnTo>
                  <a:lnTo>
                    <a:pt x="139849" y="0"/>
                  </a:lnTo>
                  <a:lnTo>
                    <a:pt x="183926" y="7104"/>
                  </a:lnTo>
                  <a:lnTo>
                    <a:pt x="187409" y="8899"/>
                  </a:lnTo>
                  <a:lnTo>
                    <a:pt x="139849" y="8899"/>
                  </a:lnTo>
                  <a:lnTo>
                    <a:pt x="113496" y="11539"/>
                  </a:lnTo>
                  <a:lnTo>
                    <a:pt x="66826" y="31238"/>
                  </a:lnTo>
                  <a:lnTo>
                    <a:pt x="31556" y="66586"/>
                  </a:lnTo>
                  <a:lnTo>
                    <a:pt x="12081" y="113187"/>
                  </a:lnTo>
                  <a:lnTo>
                    <a:pt x="9449" y="139299"/>
                  </a:lnTo>
                  <a:lnTo>
                    <a:pt x="12081" y="165744"/>
                  </a:lnTo>
                  <a:lnTo>
                    <a:pt x="31556" y="212569"/>
                  </a:lnTo>
                  <a:lnTo>
                    <a:pt x="66826" y="247604"/>
                  </a:lnTo>
                  <a:lnTo>
                    <a:pt x="113496" y="267072"/>
                  </a:lnTo>
                  <a:lnTo>
                    <a:pt x="139849" y="269699"/>
                  </a:lnTo>
                  <a:lnTo>
                    <a:pt x="188508" y="269699"/>
                  </a:lnTo>
                  <a:lnTo>
                    <a:pt x="183926" y="272065"/>
                  </a:lnTo>
                  <a:lnTo>
                    <a:pt x="139849" y="279174"/>
                  </a:lnTo>
                  <a:close/>
                </a:path>
                <a:path w="280034" h="279400">
                  <a:moveTo>
                    <a:pt x="188508" y="269699"/>
                  </a:moveTo>
                  <a:lnTo>
                    <a:pt x="139849" y="269699"/>
                  </a:lnTo>
                  <a:lnTo>
                    <a:pt x="166208" y="267072"/>
                  </a:lnTo>
                  <a:lnTo>
                    <a:pt x="190634" y="259534"/>
                  </a:lnTo>
                  <a:lnTo>
                    <a:pt x="231799" y="231799"/>
                  </a:lnTo>
                  <a:lnTo>
                    <a:pt x="260015" y="190359"/>
                  </a:lnTo>
                  <a:lnTo>
                    <a:pt x="270249" y="139299"/>
                  </a:lnTo>
                  <a:lnTo>
                    <a:pt x="267613" y="113187"/>
                  </a:lnTo>
                  <a:lnTo>
                    <a:pt x="247922" y="66586"/>
                  </a:lnTo>
                  <a:lnTo>
                    <a:pt x="212655" y="31238"/>
                  </a:lnTo>
                  <a:lnTo>
                    <a:pt x="166208" y="11539"/>
                  </a:lnTo>
                  <a:lnTo>
                    <a:pt x="139849" y="8899"/>
                  </a:lnTo>
                  <a:lnTo>
                    <a:pt x="187409" y="8899"/>
                  </a:lnTo>
                  <a:lnTo>
                    <a:pt x="222306" y="26886"/>
                  </a:lnTo>
                  <a:lnTo>
                    <a:pt x="252636" y="57045"/>
                  </a:lnTo>
                  <a:lnTo>
                    <a:pt x="272560" y="95283"/>
                  </a:lnTo>
                  <a:lnTo>
                    <a:pt x="279724" y="139299"/>
                  </a:lnTo>
                  <a:lnTo>
                    <a:pt x="272560" y="183597"/>
                  </a:lnTo>
                  <a:lnTo>
                    <a:pt x="252636" y="222005"/>
                  </a:lnTo>
                  <a:lnTo>
                    <a:pt x="222306" y="252251"/>
                  </a:lnTo>
                  <a:lnTo>
                    <a:pt x="188508" y="2696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8698649" y="1117487"/>
            <a:ext cx="292100" cy="292735"/>
            <a:chOff x="8698649" y="1117487"/>
            <a:chExt cx="292100" cy="292735"/>
          </a:xfrm>
        </p:grpSpPr>
        <p:sp>
          <p:nvSpPr>
            <p:cNvPr id="21" name="object 21" descr=""/>
            <p:cNvSpPr/>
            <p:nvPr/>
          </p:nvSpPr>
          <p:spPr>
            <a:xfrm>
              <a:off x="8703124" y="1122512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46"/>
                  </a:lnTo>
                  <a:lnTo>
                    <a:pt x="57763" y="255328"/>
                  </a:lnTo>
                  <a:lnTo>
                    <a:pt x="27187" y="224744"/>
                  </a:lnTo>
                  <a:lnTo>
                    <a:pt x="7175" y="185868"/>
                  </a:lnTo>
                  <a:lnTo>
                    <a:pt x="0" y="140974"/>
                  </a:lnTo>
                  <a:lnTo>
                    <a:pt x="7175" y="96361"/>
                  </a:lnTo>
                  <a:lnTo>
                    <a:pt x="27187" y="57655"/>
                  </a:lnTo>
                  <a:lnTo>
                    <a:pt x="57763" y="27159"/>
                  </a:lnTo>
                  <a:lnTo>
                    <a:pt x="96633" y="7173"/>
                  </a:lnTo>
                  <a:lnTo>
                    <a:pt x="141524" y="0"/>
                  </a:lnTo>
                  <a:lnTo>
                    <a:pt x="186150" y="7173"/>
                  </a:lnTo>
                  <a:lnTo>
                    <a:pt x="224863" y="27159"/>
                  </a:lnTo>
                  <a:lnTo>
                    <a:pt x="255364" y="57655"/>
                  </a:lnTo>
                  <a:lnTo>
                    <a:pt x="275351" y="96361"/>
                  </a:lnTo>
                  <a:lnTo>
                    <a:pt x="282524" y="140974"/>
                  </a:lnTo>
                  <a:lnTo>
                    <a:pt x="275351" y="185868"/>
                  </a:lnTo>
                  <a:lnTo>
                    <a:pt x="255364" y="224744"/>
                  </a:lnTo>
                  <a:lnTo>
                    <a:pt x="224863" y="255328"/>
                  </a:lnTo>
                  <a:lnTo>
                    <a:pt x="186150" y="275346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698649" y="1117487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87"/>
                  </a:lnTo>
                  <a:lnTo>
                    <a:pt x="59702" y="264250"/>
                  </a:lnTo>
                  <a:lnTo>
                    <a:pt x="28121" y="232499"/>
                  </a:lnTo>
                  <a:lnTo>
                    <a:pt x="7427" y="192270"/>
                  </a:lnTo>
                  <a:lnTo>
                    <a:pt x="0" y="145999"/>
                  </a:lnTo>
                  <a:lnTo>
                    <a:pt x="7427" y="99999"/>
                  </a:lnTo>
                  <a:lnTo>
                    <a:pt x="28121" y="59939"/>
                  </a:lnTo>
                  <a:lnTo>
                    <a:pt x="59702" y="28279"/>
                  </a:lnTo>
                  <a:lnTo>
                    <a:pt x="99788" y="7479"/>
                  </a:lnTo>
                  <a:lnTo>
                    <a:pt x="145999" y="0"/>
                  </a:lnTo>
                  <a:lnTo>
                    <a:pt x="191999" y="7479"/>
                  </a:lnTo>
                  <a:lnTo>
                    <a:pt x="195842" y="9474"/>
                  </a:lnTo>
                  <a:lnTo>
                    <a:pt x="145999" y="9474"/>
                  </a:lnTo>
                  <a:lnTo>
                    <a:pt x="118399" y="12218"/>
                  </a:lnTo>
                  <a:lnTo>
                    <a:pt x="69450" y="32751"/>
                  </a:lnTo>
                  <a:lnTo>
                    <a:pt x="32433" y="69760"/>
                  </a:lnTo>
                  <a:lnTo>
                    <a:pt x="11745" y="118639"/>
                  </a:lnTo>
                  <a:lnTo>
                    <a:pt x="8924" y="145999"/>
                  </a:lnTo>
                  <a:lnTo>
                    <a:pt x="11745" y="173692"/>
                  </a:lnTo>
                  <a:lnTo>
                    <a:pt x="32433" y="222805"/>
                  </a:lnTo>
                  <a:lnTo>
                    <a:pt x="69450" y="259580"/>
                  </a:lnTo>
                  <a:lnTo>
                    <a:pt x="118399" y="280275"/>
                  </a:lnTo>
                  <a:lnTo>
                    <a:pt x="145999" y="283099"/>
                  </a:lnTo>
                  <a:lnTo>
                    <a:pt x="195822" y="283099"/>
                  </a:lnTo>
                  <a:lnTo>
                    <a:pt x="191999" y="285087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22" y="283099"/>
                  </a:moveTo>
                  <a:lnTo>
                    <a:pt x="145999" y="283099"/>
                  </a:lnTo>
                  <a:lnTo>
                    <a:pt x="173374" y="280275"/>
                  </a:lnTo>
                  <a:lnTo>
                    <a:pt x="199021" y="272224"/>
                  </a:lnTo>
                  <a:lnTo>
                    <a:pt x="242424" y="242974"/>
                  </a:lnTo>
                  <a:lnTo>
                    <a:pt x="271878" y="199503"/>
                  </a:lnTo>
                  <a:lnTo>
                    <a:pt x="282524" y="145999"/>
                  </a:lnTo>
                  <a:lnTo>
                    <a:pt x="279785" y="118639"/>
                  </a:lnTo>
                  <a:lnTo>
                    <a:pt x="259269" y="69760"/>
                  </a:lnTo>
                  <a:lnTo>
                    <a:pt x="222264" y="32751"/>
                  </a:lnTo>
                  <a:lnTo>
                    <a:pt x="173374" y="12218"/>
                  </a:lnTo>
                  <a:lnTo>
                    <a:pt x="145999" y="9474"/>
                  </a:lnTo>
                  <a:lnTo>
                    <a:pt x="195842" y="9474"/>
                  </a:lnTo>
                  <a:lnTo>
                    <a:pt x="232059" y="28279"/>
                  </a:lnTo>
                  <a:lnTo>
                    <a:pt x="263719" y="59939"/>
                  </a:lnTo>
                  <a:lnTo>
                    <a:pt x="284519" y="99999"/>
                  </a:lnTo>
                  <a:lnTo>
                    <a:pt x="291999" y="145999"/>
                  </a:lnTo>
                  <a:lnTo>
                    <a:pt x="284519" y="192270"/>
                  </a:lnTo>
                  <a:lnTo>
                    <a:pt x="263719" y="232499"/>
                  </a:lnTo>
                  <a:lnTo>
                    <a:pt x="232059" y="264250"/>
                  </a:lnTo>
                  <a:lnTo>
                    <a:pt x="19582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0524" y="1179912"/>
              <a:ext cx="167724" cy="167724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8678350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8752356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8826362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68325">
              <a:lnSpc>
                <a:spcPct val="100000"/>
              </a:lnSpc>
              <a:spcBef>
                <a:spcPts val="100"/>
              </a:spcBef>
            </a:pPr>
            <a:r>
              <a:rPr dirty="0" spc="-220"/>
              <a:t>System</a:t>
            </a:r>
            <a:r>
              <a:rPr dirty="0" spc="-225"/>
              <a:t> </a:t>
            </a:r>
            <a:r>
              <a:rPr dirty="0" spc="-305"/>
              <a:t>WOrkflOw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439525" y="1025981"/>
            <a:ext cx="7660640" cy="4085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0050" indent="-387350">
              <a:lnSpc>
                <a:spcPct val="100000"/>
              </a:lnSpc>
              <a:spcBef>
                <a:spcPts val="100"/>
              </a:spcBef>
              <a:buSzPct val="83333"/>
              <a:buAutoNum type="arabicPeriod"/>
              <a:tabLst>
                <a:tab pos="400050" algn="l"/>
              </a:tabLst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Python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script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runs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Windows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list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Wi-</a:t>
            </a:r>
            <a:r>
              <a:rPr dirty="0" sz="1800">
                <a:latin typeface="Arial MT"/>
                <a:cs typeface="Arial MT"/>
              </a:rPr>
              <a:t>Fi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networks.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 MT"/>
              <a:buAutoNum type="arabicPeriod"/>
            </a:pPr>
            <a:endParaRPr sz="18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buSzPct val="83333"/>
              <a:buAutoNum type="arabicPeriod"/>
              <a:tabLst>
                <a:tab pos="400050" algn="l"/>
              </a:tabLst>
            </a:pP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captures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output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system.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buFont typeface="Arial MT"/>
              <a:buAutoNum type="arabicPeriod"/>
            </a:pPr>
            <a:endParaRPr sz="18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buSzPct val="83333"/>
              <a:buAutoNum type="arabicPeriod"/>
              <a:tabLst>
                <a:tab pos="400050" algn="l"/>
              </a:tabLst>
            </a:pP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extracts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important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details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 MT"/>
              <a:buAutoNum type="arabicPeriod"/>
            </a:pPr>
            <a:endParaRPr sz="1800">
              <a:latin typeface="Arial MT"/>
              <a:cs typeface="Arial MT"/>
            </a:endParaRPr>
          </a:p>
          <a:p>
            <a:pPr lvl="1" marL="857250" indent="-344170">
              <a:lnSpc>
                <a:spcPct val="100000"/>
              </a:lnSpc>
              <a:spcBef>
                <a:spcPts val="5"/>
              </a:spcBef>
              <a:buSzPct val="83333"/>
              <a:buChar char="○"/>
              <a:tabLst>
                <a:tab pos="857250" algn="l"/>
              </a:tabLst>
            </a:pPr>
            <a:r>
              <a:rPr dirty="0" sz="1800">
                <a:latin typeface="Arial MT"/>
                <a:cs typeface="Arial MT"/>
              </a:rPr>
              <a:t>SSID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(network</a:t>
            </a:r>
            <a:r>
              <a:rPr dirty="0" sz="1800" spc="-10">
                <a:latin typeface="Arial MT"/>
                <a:cs typeface="Arial MT"/>
              </a:rPr>
              <a:t> name)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 MT"/>
              <a:buChar char="○"/>
            </a:pPr>
            <a:endParaRPr sz="1800">
              <a:latin typeface="Arial MT"/>
              <a:cs typeface="Arial MT"/>
            </a:endParaRPr>
          </a:p>
          <a:p>
            <a:pPr lvl="1" marL="857250" indent="-344170">
              <a:lnSpc>
                <a:spcPct val="100000"/>
              </a:lnSpc>
              <a:buSzPct val="83333"/>
              <a:buChar char="○"/>
              <a:tabLst>
                <a:tab pos="857250" algn="l"/>
              </a:tabLst>
            </a:pPr>
            <a:r>
              <a:rPr dirty="0" sz="1800">
                <a:latin typeface="Arial MT"/>
                <a:cs typeface="Arial MT"/>
              </a:rPr>
              <a:t>Encryption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(Open,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55">
                <a:latin typeface="Arial MT"/>
                <a:cs typeface="Arial MT"/>
              </a:rPr>
              <a:t>WEP, </a:t>
            </a:r>
            <a:r>
              <a:rPr dirty="0" sz="1800" spc="-20">
                <a:latin typeface="Arial MT"/>
                <a:cs typeface="Arial MT"/>
              </a:rPr>
              <a:t>WPA,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WPA2,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WPA3)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40"/>
              </a:spcBef>
              <a:buFont typeface="Arial MT"/>
              <a:buChar char="○"/>
            </a:pPr>
            <a:endParaRPr sz="18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buSzPct val="83333"/>
              <a:buAutoNum type="arabicPeriod"/>
              <a:tabLst>
                <a:tab pos="400050" algn="l"/>
              </a:tabLst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program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analyzes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network’s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security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level.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 MT"/>
              <a:buAutoNum type="arabicPeriod"/>
            </a:pPr>
            <a:endParaRPr sz="18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spcBef>
                <a:spcPts val="5"/>
              </a:spcBef>
              <a:buSzPct val="83333"/>
              <a:buAutoNum type="arabicPeriod"/>
              <a:tabLst>
                <a:tab pos="400050" algn="l"/>
              </a:tabLst>
            </a:pP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prints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clean,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readable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security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report.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681396" y="1671012"/>
            <a:ext cx="2413000" cy="2471420"/>
            <a:chOff x="6681396" y="1671012"/>
            <a:chExt cx="2413000" cy="2471420"/>
          </a:xfrm>
        </p:grpSpPr>
        <p:sp>
          <p:nvSpPr>
            <p:cNvPr id="30" name="object 30" descr=""/>
            <p:cNvSpPr/>
            <p:nvPr/>
          </p:nvSpPr>
          <p:spPr>
            <a:xfrm>
              <a:off x="6681394" y="1886114"/>
              <a:ext cx="2413000" cy="1701800"/>
            </a:xfrm>
            <a:custGeom>
              <a:avLst/>
              <a:gdLst/>
              <a:ahLst/>
              <a:cxnLst/>
              <a:rect l="l" t="t" r="r" b="b"/>
              <a:pathLst>
                <a:path w="2413000" h="1701800">
                  <a:moveTo>
                    <a:pt x="786828" y="310426"/>
                  </a:moveTo>
                  <a:lnTo>
                    <a:pt x="734263" y="314248"/>
                  </a:lnTo>
                  <a:lnTo>
                    <a:pt x="680720" y="316674"/>
                  </a:lnTo>
                  <a:lnTo>
                    <a:pt x="624903" y="319100"/>
                  </a:lnTo>
                  <a:lnTo>
                    <a:pt x="565531" y="322922"/>
                  </a:lnTo>
                  <a:lnTo>
                    <a:pt x="566356" y="324599"/>
                  </a:lnTo>
                  <a:lnTo>
                    <a:pt x="567207" y="326263"/>
                  </a:lnTo>
                  <a:lnTo>
                    <a:pt x="567613" y="328345"/>
                  </a:lnTo>
                  <a:lnTo>
                    <a:pt x="786828" y="328345"/>
                  </a:lnTo>
                  <a:lnTo>
                    <a:pt x="786828" y="310426"/>
                  </a:lnTo>
                  <a:close/>
                </a:path>
                <a:path w="2413000" h="1701800">
                  <a:moveTo>
                    <a:pt x="2412695" y="1003300"/>
                  </a:moveTo>
                  <a:lnTo>
                    <a:pt x="2412009" y="952500"/>
                  </a:lnTo>
                  <a:lnTo>
                    <a:pt x="2409685" y="901700"/>
                  </a:lnTo>
                  <a:lnTo>
                    <a:pt x="2405786" y="863600"/>
                  </a:lnTo>
                  <a:lnTo>
                    <a:pt x="2400350" y="812800"/>
                  </a:lnTo>
                  <a:lnTo>
                    <a:pt x="2393404" y="774700"/>
                  </a:lnTo>
                  <a:lnTo>
                    <a:pt x="2390737" y="762000"/>
                  </a:lnTo>
                  <a:lnTo>
                    <a:pt x="2382761" y="723900"/>
                  </a:lnTo>
                  <a:lnTo>
                    <a:pt x="2369362" y="673100"/>
                  </a:lnTo>
                  <a:lnTo>
                    <a:pt x="2353335" y="622300"/>
                  </a:lnTo>
                  <a:lnTo>
                    <a:pt x="2334831" y="584200"/>
                  </a:lnTo>
                  <a:lnTo>
                    <a:pt x="2314003" y="533400"/>
                  </a:lnTo>
                  <a:lnTo>
                    <a:pt x="2298382" y="507542"/>
                  </a:lnTo>
                  <a:lnTo>
                    <a:pt x="2298382" y="1371600"/>
                  </a:lnTo>
                  <a:lnTo>
                    <a:pt x="2298382" y="1460500"/>
                  </a:lnTo>
                  <a:lnTo>
                    <a:pt x="2296922" y="1460500"/>
                  </a:lnTo>
                  <a:lnTo>
                    <a:pt x="2292972" y="1473200"/>
                  </a:lnTo>
                  <a:lnTo>
                    <a:pt x="2264219" y="1473200"/>
                  </a:lnTo>
                  <a:lnTo>
                    <a:pt x="2262124" y="1460500"/>
                  </a:lnTo>
                  <a:lnTo>
                    <a:pt x="1995411" y="1460500"/>
                  </a:lnTo>
                  <a:lnTo>
                    <a:pt x="1995411" y="1384300"/>
                  </a:lnTo>
                  <a:lnTo>
                    <a:pt x="1983727" y="1384300"/>
                  </a:lnTo>
                  <a:lnTo>
                    <a:pt x="1982076" y="1371600"/>
                  </a:lnTo>
                  <a:lnTo>
                    <a:pt x="1983727" y="1358900"/>
                  </a:lnTo>
                  <a:lnTo>
                    <a:pt x="2017077" y="1358900"/>
                  </a:lnTo>
                  <a:lnTo>
                    <a:pt x="2018322" y="1371600"/>
                  </a:lnTo>
                  <a:lnTo>
                    <a:pt x="2017077" y="1384300"/>
                  </a:lnTo>
                  <a:lnTo>
                    <a:pt x="2002497" y="1384300"/>
                  </a:lnTo>
                  <a:lnTo>
                    <a:pt x="2002497" y="1447800"/>
                  </a:lnTo>
                  <a:lnTo>
                    <a:pt x="2262962" y="1447800"/>
                  </a:lnTo>
                  <a:lnTo>
                    <a:pt x="2270468" y="1435100"/>
                  </a:lnTo>
                  <a:lnTo>
                    <a:pt x="2287130" y="1435100"/>
                  </a:lnTo>
                  <a:lnTo>
                    <a:pt x="2292972" y="1447800"/>
                  </a:lnTo>
                  <a:lnTo>
                    <a:pt x="2296922" y="1447800"/>
                  </a:lnTo>
                  <a:lnTo>
                    <a:pt x="2298382" y="1460500"/>
                  </a:lnTo>
                  <a:lnTo>
                    <a:pt x="2298382" y="1371600"/>
                  </a:lnTo>
                  <a:lnTo>
                    <a:pt x="2296922" y="1384300"/>
                  </a:lnTo>
                  <a:lnTo>
                    <a:pt x="2263368" y="1384300"/>
                  </a:lnTo>
                  <a:lnTo>
                    <a:pt x="2261717" y="1371600"/>
                  </a:lnTo>
                  <a:lnTo>
                    <a:pt x="2263368" y="1358900"/>
                  </a:lnTo>
                  <a:lnTo>
                    <a:pt x="2296922" y="1358900"/>
                  </a:lnTo>
                  <a:lnTo>
                    <a:pt x="2298382" y="1371600"/>
                  </a:lnTo>
                  <a:lnTo>
                    <a:pt x="2298382" y="507542"/>
                  </a:lnTo>
                  <a:lnTo>
                    <a:pt x="2292972" y="498589"/>
                  </a:lnTo>
                  <a:lnTo>
                    <a:pt x="2292972" y="1117600"/>
                  </a:lnTo>
                  <a:lnTo>
                    <a:pt x="2291575" y="1130300"/>
                  </a:lnTo>
                  <a:lnTo>
                    <a:pt x="2287714" y="1130300"/>
                  </a:lnTo>
                  <a:lnTo>
                    <a:pt x="2281885" y="1143000"/>
                  </a:lnTo>
                  <a:lnTo>
                    <a:pt x="2265464" y="1143000"/>
                  </a:lnTo>
                  <a:lnTo>
                    <a:pt x="2257958" y="1130300"/>
                  </a:lnTo>
                  <a:lnTo>
                    <a:pt x="718477" y="1130300"/>
                  </a:lnTo>
                  <a:lnTo>
                    <a:pt x="718477" y="1435100"/>
                  </a:lnTo>
                  <a:lnTo>
                    <a:pt x="717016" y="1447800"/>
                  </a:lnTo>
                  <a:lnTo>
                    <a:pt x="713003" y="1460500"/>
                  </a:lnTo>
                  <a:lnTo>
                    <a:pt x="690981" y="1460500"/>
                  </a:lnTo>
                  <a:lnTo>
                    <a:pt x="683475" y="1447800"/>
                  </a:lnTo>
                  <a:lnTo>
                    <a:pt x="458012" y="1447800"/>
                  </a:lnTo>
                  <a:lnTo>
                    <a:pt x="458012" y="1333500"/>
                  </a:lnTo>
                  <a:lnTo>
                    <a:pt x="355066" y="1333500"/>
                  </a:lnTo>
                  <a:lnTo>
                    <a:pt x="347992" y="1346200"/>
                  </a:lnTo>
                  <a:lnTo>
                    <a:pt x="347992" y="1524000"/>
                  </a:lnTo>
                  <a:lnTo>
                    <a:pt x="234619" y="1524000"/>
                  </a:lnTo>
                  <a:lnTo>
                    <a:pt x="227965" y="1536700"/>
                  </a:lnTo>
                  <a:lnTo>
                    <a:pt x="220040" y="1536700"/>
                  </a:lnTo>
                  <a:lnTo>
                    <a:pt x="212712" y="1524000"/>
                  </a:lnTo>
                  <a:lnTo>
                    <a:pt x="202755" y="1524000"/>
                  </a:lnTo>
                  <a:lnTo>
                    <a:pt x="201295" y="1511300"/>
                  </a:lnTo>
                  <a:lnTo>
                    <a:pt x="202755" y="1511300"/>
                  </a:lnTo>
                  <a:lnTo>
                    <a:pt x="206756" y="1498600"/>
                  </a:lnTo>
                  <a:lnTo>
                    <a:pt x="236753" y="1498600"/>
                  </a:lnTo>
                  <a:lnTo>
                    <a:pt x="238379" y="1511300"/>
                  </a:lnTo>
                  <a:lnTo>
                    <a:pt x="341312" y="1511300"/>
                  </a:lnTo>
                  <a:lnTo>
                    <a:pt x="341312" y="1498600"/>
                  </a:lnTo>
                  <a:lnTo>
                    <a:pt x="341312" y="1346200"/>
                  </a:lnTo>
                  <a:lnTo>
                    <a:pt x="334238" y="1333500"/>
                  </a:lnTo>
                  <a:lnTo>
                    <a:pt x="181698" y="1333500"/>
                  </a:lnTo>
                  <a:lnTo>
                    <a:pt x="175031" y="1346200"/>
                  </a:lnTo>
                  <a:lnTo>
                    <a:pt x="159194" y="1346200"/>
                  </a:lnTo>
                  <a:lnTo>
                    <a:pt x="153365" y="1333500"/>
                  </a:lnTo>
                  <a:lnTo>
                    <a:pt x="149402" y="1333500"/>
                  </a:lnTo>
                  <a:lnTo>
                    <a:pt x="147942" y="1320800"/>
                  </a:lnTo>
                  <a:lnTo>
                    <a:pt x="149402" y="1320800"/>
                  </a:lnTo>
                  <a:lnTo>
                    <a:pt x="153365" y="1308100"/>
                  </a:lnTo>
                  <a:lnTo>
                    <a:pt x="183781" y="1308100"/>
                  </a:lnTo>
                  <a:lnTo>
                    <a:pt x="184619" y="1320800"/>
                  </a:lnTo>
                  <a:lnTo>
                    <a:pt x="326313" y="1320800"/>
                  </a:lnTo>
                  <a:lnTo>
                    <a:pt x="327152" y="1308100"/>
                  </a:lnTo>
                  <a:lnTo>
                    <a:pt x="362165" y="1308100"/>
                  </a:lnTo>
                  <a:lnTo>
                    <a:pt x="362991" y="1320800"/>
                  </a:lnTo>
                  <a:lnTo>
                    <a:pt x="464680" y="1320800"/>
                  </a:lnTo>
                  <a:lnTo>
                    <a:pt x="464680" y="1435100"/>
                  </a:lnTo>
                  <a:lnTo>
                    <a:pt x="683056" y="1435100"/>
                  </a:lnTo>
                  <a:lnTo>
                    <a:pt x="688886" y="1422400"/>
                  </a:lnTo>
                  <a:lnTo>
                    <a:pt x="696379" y="1422400"/>
                  </a:lnTo>
                  <a:lnTo>
                    <a:pt x="696379" y="1371600"/>
                  </a:lnTo>
                  <a:lnTo>
                    <a:pt x="703478" y="1371600"/>
                  </a:lnTo>
                  <a:lnTo>
                    <a:pt x="703478" y="1422400"/>
                  </a:lnTo>
                  <a:lnTo>
                    <a:pt x="711809" y="1422400"/>
                  </a:lnTo>
                  <a:lnTo>
                    <a:pt x="718477" y="1435100"/>
                  </a:lnTo>
                  <a:lnTo>
                    <a:pt x="718477" y="1130300"/>
                  </a:lnTo>
                  <a:lnTo>
                    <a:pt x="373824" y="1130300"/>
                  </a:lnTo>
                  <a:lnTo>
                    <a:pt x="366318" y="1143000"/>
                  </a:lnTo>
                  <a:lnTo>
                    <a:pt x="348399" y="1143000"/>
                  </a:lnTo>
                  <a:lnTo>
                    <a:pt x="340893" y="1130300"/>
                  </a:lnTo>
                  <a:lnTo>
                    <a:pt x="276301" y="1130300"/>
                  </a:lnTo>
                  <a:lnTo>
                    <a:pt x="268795" y="1143000"/>
                  </a:lnTo>
                  <a:lnTo>
                    <a:pt x="252730" y="1143000"/>
                  </a:lnTo>
                  <a:lnTo>
                    <a:pt x="246773" y="1130300"/>
                  </a:lnTo>
                  <a:lnTo>
                    <a:pt x="242760" y="1130300"/>
                  </a:lnTo>
                  <a:lnTo>
                    <a:pt x="241300" y="1117600"/>
                  </a:lnTo>
                  <a:lnTo>
                    <a:pt x="242760" y="1117600"/>
                  </a:lnTo>
                  <a:lnTo>
                    <a:pt x="246773" y="1104900"/>
                  </a:lnTo>
                  <a:lnTo>
                    <a:pt x="276301" y="1104900"/>
                  </a:lnTo>
                  <a:lnTo>
                    <a:pt x="277977" y="1117600"/>
                  </a:lnTo>
                  <a:lnTo>
                    <a:pt x="339242" y="1117600"/>
                  </a:lnTo>
                  <a:lnTo>
                    <a:pt x="340893" y="1104900"/>
                  </a:lnTo>
                  <a:lnTo>
                    <a:pt x="357162" y="1104900"/>
                  </a:lnTo>
                  <a:lnTo>
                    <a:pt x="357162" y="1066800"/>
                  </a:lnTo>
                  <a:lnTo>
                    <a:pt x="357162" y="1054100"/>
                  </a:lnTo>
                  <a:lnTo>
                    <a:pt x="197129" y="1054100"/>
                  </a:lnTo>
                  <a:lnTo>
                    <a:pt x="196697" y="1066800"/>
                  </a:lnTo>
                  <a:lnTo>
                    <a:pt x="165874" y="1066800"/>
                  </a:lnTo>
                  <a:lnTo>
                    <a:pt x="161912" y="1054100"/>
                  </a:lnTo>
                  <a:lnTo>
                    <a:pt x="160451" y="1054100"/>
                  </a:lnTo>
                  <a:lnTo>
                    <a:pt x="161912" y="1041400"/>
                  </a:lnTo>
                  <a:lnTo>
                    <a:pt x="165874" y="1041400"/>
                  </a:lnTo>
                  <a:lnTo>
                    <a:pt x="171704" y="1028700"/>
                  </a:lnTo>
                  <a:lnTo>
                    <a:pt x="187121" y="1028700"/>
                  </a:lnTo>
                  <a:lnTo>
                    <a:pt x="194195" y="1041400"/>
                  </a:lnTo>
                  <a:lnTo>
                    <a:pt x="364236" y="1041400"/>
                  </a:lnTo>
                  <a:lnTo>
                    <a:pt x="364236" y="1104900"/>
                  </a:lnTo>
                  <a:lnTo>
                    <a:pt x="370065" y="1104900"/>
                  </a:lnTo>
                  <a:lnTo>
                    <a:pt x="374243" y="1117600"/>
                  </a:lnTo>
                  <a:lnTo>
                    <a:pt x="2117521" y="1117600"/>
                  </a:lnTo>
                  <a:lnTo>
                    <a:pt x="2117521" y="1028700"/>
                  </a:lnTo>
                  <a:lnTo>
                    <a:pt x="2117521" y="990600"/>
                  </a:lnTo>
                  <a:lnTo>
                    <a:pt x="2124176" y="990600"/>
                  </a:lnTo>
                  <a:lnTo>
                    <a:pt x="2124176" y="1117600"/>
                  </a:lnTo>
                  <a:lnTo>
                    <a:pt x="2256713" y="1117600"/>
                  </a:lnTo>
                  <a:lnTo>
                    <a:pt x="2257958" y="1104900"/>
                  </a:lnTo>
                  <a:lnTo>
                    <a:pt x="2287714" y="1104900"/>
                  </a:lnTo>
                  <a:lnTo>
                    <a:pt x="2291575" y="1117600"/>
                  </a:lnTo>
                  <a:lnTo>
                    <a:pt x="2292972" y="1117600"/>
                  </a:lnTo>
                  <a:lnTo>
                    <a:pt x="2292972" y="498589"/>
                  </a:lnTo>
                  <a:lnTo>
                    <a:pt x="2290991" y="495300"/>
                  </a:lnTo>
                  <a:lnTo>
                    <a:pt x="2265946" y="457200"/>
                  </a:lnTo>
                  <a:lnTo>
                    <a:pt x="2259215" y="444500"/>
                  </a:lnTo>
                  <a:lnTo>
                    <a:pt x="2250871" y="428777"/>
                  </a:lnTo>
                  <a:lnTo>
                    <a:pt x="2250871" y="787400"/>
                  </a:lnTo>
                  <a:lnTo>
                    <a:pt x="2244217" y="800100"/>
                  </a:lnTo>
                  <a:lnTo>
                    <a:pt x="2235873" y="800100"/>
                  </a:lnTo>
                  <a:lnTo>
                    <a:pt x="2235873" y="990600"/>
                  </a:lnTo>
                  <a:lnTo>
                    <a:pt x="2228786" y="990600"/>
                  </a:lnTo>
                  <a:lnTo>
                    <a:pt x="2228786" y="800100"/>
                  </a:lnTo>
                  <a:lnTo>
                    <a:pt x="2220036" y="800100"/>
                  </a:lnTo>
                  <a:lnTo>
                    <a:pt x="2213787" y="787400"/>
                  </a:lnTo>
                  <a:lnTo>
                    <a:pt x="2215235" y="774700"/>
                  </a:lnTo>
                  <a:lnTo>
                    <a:pt x="2219198" y="774700"/>
                  </a:lnTo>
                  <a:lnTo>
                    <a:pt x="2225040" y="762000"/>
                  </a:lnTo>
                  <a:lnTo>
                    <a:pt x="2239454" y="762000"/>
                  </a:lnTo>
                  <a:lnTo>
                    <a:pt x="2245410" y="774700"/>
                  </a:lnTo>
                  <a:lnTo>
                    <a:pt x="2249411" y="774700"/>
                  </a:lnTo>
                  <a:lnTo>
                    <a:pt x="2250871" y="787400"/>
                  </a:lnTo>
                  <a:lnTo>
                    <a:pt x="2250871" y="428777"/>
                  </a:lnTo>
                  <a:lnTo>
                    <a:pt x="2239010" y="406400"/>
                  </a:lnTo>
                  <a:lnTo>
                    <a:pt x="2210346" y="368300"/>
                  </a:lnTo>
                  <a:lnTo>
                    <a:pt x="2180069" y="330200"/>
                  </a:lnTo>
                  <a:lnTo>
                    <a:pt x="2148344" y="292100"/>
                  </a:lnTo>
                  <a:lnTo>
                    <a:pt x="2138108" y="279400"/>
                  </a:lnTo>
                  <a:lnTo>
                    <a:pt x="2127986" y="279400"/>
                  </a:lnTo>
                  <a:lnTo>
                    <a:pt x="2117941" y="266700"/>
                  </a:lnTo>
                  <a:lnTo>
                    <a:pt x="2107920" y="254000"/>
                  </a:lnTo>
                  <a:lnTo>
                    <a:pt x="1985822" y="254000"/>
                  </a:lnTo>
                  <a:lnTo>
                    <a:pt x="1985822" y="609600"/>
                  </a:lnTo>
                  <a:lnTo>
                    <a:pt x="1984349" y="609600"/>
                  </a:lnTo>
                  <a:lnTo>
                    <a:pt x="1980349" y="622300"/>
                  </a:lnTo>
                  <a:lnTo>
                    <a:pt x="1950808" y="622300"/>
                  </a:lnTo>
                  <a:lnTo>
                    <a:pt x="1949145" y="609600"/>
                  </a:lnTo>
                  <a:lnTo>
                    <a:pt x="1716189" y="609600"/>
                  </a:lnTo>
                  <a:lnTo>
                    <a:pt x="1716189" y="596900"/>
                  </a:lnTo>
                  <a:lnTo>
                    <a:pt x="1950808" y="596900"/>
                  </a:lnTo>
                  <a:lnTo>
                    <a:pt x="1958314" y="584200"/>
                  </a:lnTo>
                  <a:lnTo>
                    <a:pt x="1974392" y="584200"/>
                  </a:lnTo>
                  <a:lnTo>
                    <a:pt x="1980349" y="596900"/>
                  </a:lnTo>
                  <a:lnTo>
                    <a:pt x="1984349" y="596900"/>
                  </a:lnTo>
                  <a:lnTo>
                    <a:pt x="1985822" y="609600"/>
                  </a:lnTo>
                  <a:lnTo>
                    <a:pt x="1985822" y="254000"/>
                  </a:lnTo>
                  <a:lnTo>
                    <a:pt x="1752015" y="254000"/>
                  </a:lnTo>
                  <a:lnTo>
                    <a:pt x="1745361" y="266700"/>
                  </a:lnTo>
                  <a:lnTo>
                    <a:pt x="1730349" y="266700"/>
                  </a:lnTo>
                  <a:lnTo>
                    <a:pt x="1724520" y="254000"/>
                  </a:lnTo>
                  <a:lnTo>
                    <a:pt x="1720557" y="254000"/>
                  </a:lnTo>
                  <a:lnTo>
                    <a:pt x="1719097" y="241300"/>
                  </a:lnTo>
                  <a:lnTo>
                    <a:pt x="1726184" y="228600"/>
                  </a:lnTo>
                  <a:lnTo>
                    <a:pt x="1735772" y="228600"/>
                  </a:lnTo>
                  <a:lnTo>
                    <a:pt x="1735772" y="139700"/>
                  </a:lnTo>
                  <a:lnTo>
                    <a:pt x="1742440" y="139700"/>
                  </a:lnTo>
                  <a:lnTo>
                    <a:pt x="1742440" y="228600"/>
                  </a:lnTo>
                  <a:lnTo>
                    <a:pt x="1750364" y="228600"/>
                  </a:lnTo>
                  <a:lnTo>
                    <a:pt x="1755762" y="241300"/>
                  </a:lnTo>
                  <a:lnTo>
                    <a:pt x="2101253" y="241300"/>
                  </a:lnTo>
                  <a:lnTo>
                    <a:pt x="2050961" y="190500"/>
                  </a:lnTo>
                  <a:lnTo>
                    <a:pt x="2018258" y="165100"/>
                  </a:lnTo>
                  <a:lnTo>
                    <a:pt x="2001901" y="152400"/>
                  </a:lnTo>
                  <a:lnTo>
                    <a:pt x="1970011" y="127000"/>
                  </a:lnTo>
                  <a:lnTo>
                    <a:pt x="1954072" y="114300"/>
                  </a:lnTo>
                  <a:lnTo>
                    <a:pt x="1943303" y="105498"/>
                  </a:lnTo>
                  <a:lnTo>
                    <a:pt x="1943303" y="139700"/>
                  </a:lnTo>
                  <a:lnTo>
                    <a:pt x="1941842" y="152400"/>
                  </a:lnTo>
                  <a:lnTo>
                    <a:pt x="1937842" y="152400"/>
                  </a:lnTo>
                  <a:lnTo>
                    <a:pt x="1931885" y="165100"/>
                  </a:lnTo>
                  <a:lnTo>
                    <a:pt x="1915807" y="165100"/>
                  </a:lnTo>
                  <a:lnTo>
                    <a:pt x="1908302" y="152400"/>
                  </a:lnTo>
                  <a:lnTo>
                    <a:pt x="1906638" y="139700"/>
                  </a:lnTo>
                  <a:lnTo>
                    <a:pt x="1908302" y="127000"/>
                  </a:lnTo>
                  <a:lnTo>
                    <a:pt x="1937842" y="127000"/>
                  </a:lnTo>
                  <a:lnTo>
                    <a:pt x="1941842" y="139700"/>
                  </a:lnTo>
                  <a:lnTo>
                    <a:pt x="1943303" y="139700"/>
                  </a:lnTo>
                  <a:lnTo>
                    <a:pt x="1943303" y="105498"/>
                  </a:lnTo>
                  <a:lnTo>
                    <a:pt x="1907463" y="76200"/>
                  </a:lnTo>
                  <a:lnTo>
                    <a:pt x="1862074" y="50800"/>
                  </a:lnTo>
                  <a:lnTo>
                    <a:pt x="1774913" y="25400"/>
                  </a:lnTo>
                  <a:lnTo>
                    <a:pt x="1692554" y="0"/>
                  </a:lnTo>
                  <a:lnTo>
                    <a:pt x="1530731" y="0"/>
                  </a:lnTo>
                  <a:lnTo>
                    <a:pt x="1530731" y="139700"/>
                  </a:lnTo>
                  <a:lnTo>
                    <a:pt x="1530731" y="254000"/>
                  </a:lnTo>
                  <a:lnTo>
                    <a:pt x="1288605" y="254000"/>
                  </a:lnTo>
                  <a:lnTo>
                    <a:pt x="1288605" y="444500"/>
                  </a:lnTo>
                  <a:lnTo>
                    <a:pt x="1281506" y="444500"/>
                  </a:lnTo>
                  <a:lnTo>
                    <a:pt x="1281506" y="342900"/>
                  </a:lnTo>
                  <a:lnTo>
                    <a:pt x="1281506" y="266700"/>
                  </a:lnTo>
                  <a:lnTo>
                    <a:pt x="1281506" y="241300"/>
                  </a:lnTo>
                  <a:lnTo>
                    <a:pt x="1523644" y="241300"/>
                  </a:lnTo>
                  <a:lnTo>
                    <a:pt x="1523644" y="139700"/>
                  </a:lnTo>
                  <a:lnTo>
                    <a:pt x="1530731" y="139700"/>
                  </a:lnTo>
                  <a:lnTo>
                    <a:pt x="1530731" y="0"/>
                  </a:lnTo>
                  <a:lnTo>
                    <a:pt x="1497177" y="0"/>
                  </a:lnTo>
                  <a:lnTo>
                    <a:pt x="1460715" y="12700"/>
                  </a:lnTo>
                  <a:lnTo>
                    <a:pt x="1414208" y="25400"/>
                  </a:lnTo>
                  <a:lnTo>
                    <a:pt x="1371714" y="50800"/>
                  </a:lnTo>
                  <a:lnTo>
                    <a:pt x="1332115" y="63500"/>
                  </a:lnTo>
                  <a:lnTo>
                    <a:pt x="1294307" y="88900"/>
                  </a:lnTo>
                  <a:lnTo>
                    <a:pt x="1257185" y="101600"/>
                  </a:lnTo>
                  <a:lnTo>
                    <a:pt x="1219619" y="127000"/>
                  </a:lnTo>
                  <a:lnTo>
                    <a:pt x="1180490" y="152400"/>
                  </a:lnTo>
                  <a:lnTo>
                    <a:pt x="1138707" y="177800"/>
                  </a:lnTo>
                  <a:lnTo>
                    <a:pt x="1093152" y="203200"/>
                  </a:lnTo>
                  <a:lnTo>
                    <a:pt x="1042708" y="228600"/>
                  </a:lnTo>
                  <a:lnTo>
                    <a:pt x="1042708" y="266700"/>
                  </a:lnTo>
                  <a:lnTo>
                    <a:pt x="1035621" y="266700"/>
                  </a:lnTo>
                  <a:lnTo>
                    <a:pt x="1035621" y="228600"/>
                  </a:lnTo>
                  <a:lnTo>
                    <a:pt x="1026096" y="241300"/>
                  </a:lnTo>
                  <a:lnTo>
                    <a:pt x="1006259" y="241300"/>
                  </a:lnTo>
                  <a:lnTo>
                    <a:pt x="996035" y="254000"/>
                  </a:lnTo>
                  <a:lnTo>
                    <a:pt x="941412" y="266700"/>
                  </a:lnTo>
                  <a:lnTo>
                    <a:pt x="890130" y="292100"/>
                  </a:lnTo>
                  <a:lnTo>
                    <a:pt x="841260" y="292100"/>
                  </a:lnTo>
                  <a:lnTo>
                    <a:pt x="793902" y="304800"/>
                  </a:lnTo>
                  <a:lnTo>
                    <a:pt x="793902" y="330200"/>
                  </a:lnTo>
                  <a:lnTo>
                    <a:pt x="567613" y="330200"/>
                  </a:lnTo>
                  <a:lnTo>
                    <a:pt x="565950" y="342900"/>
                  </a:lnTo>
                  <a:lnTo>
                    <a:pt x="536359" y="342900"/>
                  </a:lnTo>
                  <a:lnTo>
                    <a:pt x="532396" y="330200"/>
                  </a:lnTo>
                  <a:lnTo>
                    <a:pt x="530936" y="330200"/>
                  </a:lnTo>
                  <a:lnTo>
                    <a:pt x="530936" y="317500"/>
                  </a:lnTo>
                  <a:lnTo>
                    <a:pt x="501891" y="317500"/>
                  </a:lnTo>
                  <a:lnTo>
                    <a:pt x="490093" y="322338"/>
                  </a:lnTo>
                  <a:lnTo>
                    <a:pt x="490093" y="609600"/>
                  </a:lnTo>
                  <a:lnTo>
                    <a:pt x="489686" y="609600"/>
                  </a:lnTo>
                  <a:lnTo>
                    <a:pt x="487591" y="622300"/>
                  </a:lnTo>
                  <a:lnTo>
                    <a:pt x="458838" y="622300"/>
                  </a:lnTo>
                  <a:lnTo>
                    <a:pt x="454875" y="609600"/>
                  </a:lnTo>
                  <a:lnTo>
                    <a:pt x="453415" y="609600"/>
                  </a:lnTo>
                  <a:lnTo>
                    <a:pt x="454875" y="596900"/>
                  </a:lnTo>
                  <a:lnTo>
                    <a:pt x="458838" y="596900"/>
                  </a:lnTo>
                  <a:lnTo>
                    <a:pt x="464680" y="584200"/>
                  </a:lnTo>
                  <a:lnTo>
                    <a:pt x="481342" y="584200"/>
                  </a:lnTo>
                  <a:lnTo>
                    <a:pt x="489267" y="596900"/>
                  </a:lnTo>
                  <a:lnTo>
                    <a:pt x="490093" y="609600"/>
                  </a:lnTo>
                  <a:lnTo>
                    <a:pt x="490093" y="322338"/>
                  </a:lnTo>
                  <a:lnTo>
                    <a:pt x="470877" y="330200"/>
                  </a:lnTo>
                  <a:lnTo>
                    <a:pt x="438531" y="330200"/>
                  </a:lnTo>
                  <a:lnTo>
                    <a:pt x="404660" y="342900"/>
                  </a:lnTo>
                  <a:lnTo>
                    <a:pt x="360299" y="355600"/>
                  </a:lnTo>
                  <a:lnTo>
                    <a:pt x="318287" y="368300"/>
                  </a:lnTo>
                  <a:lnTo>
                    <a:pt x="278676" y="393700"/>
                  </a:lnTo>
                  <a:lnTo>
                    <a:pt x="241503" y="419100"/>
                  </a:lnTo>
                  <a:lnTo>
                    <a:pt x="206819" y="457200"/>
                  </a:lnTo>
                  <a:lnTo>
                    <a:pt x="174663" y="495300"/>
                  </a:lnTo>
                  <a:lnTo>
                    <a:pt x="145072" y="533400"/>
                  </a:lnTo>
                  <a:lnTo>
                    <a:pt x="118084" y="571500"/>
                  </a:lnTo>
                  <a:lnTo>
                    <a:pt x="93764" y="609600"/>
                  </a:lnTo>
                  <a:lnTo>
                    <a:pt x="72136" y="647700"/>
                  </a:lnTo>
                  <a:lnTo>
                    <a:pt x="53263" y="698500"/>
                  </a:lnTo>
                  <a:lnTo>
                    <a:pt x="37160" y="736600"/>
                  </a:lnTo>
                  <a:lnTo>
                    <a:pt x="23901" y="787400"/>
                  </a:lnTo>
                  <a:lnTo>
                    <a:pt x="13512" y="825500"/>
                  </a:lnTo>
                  <a:lnTo>
                    <a:pt x="6032" y="863600"/>
                  </a:lnTo>
                  <a:lnTo>
                    <a:pt x="1511" y="901700"/>
                  </a:lnTo>
                  <a:lnTo>
                    <a:pt x="0" y="939800"/>
                  </a:lnTo>
                  <a:lnTo>
                    <a:pt x="63" y="952500"/>
                  </a:lnTo>
                  <a:lnTo>
                    <a:pt x="254" y="990600"/>
                  </a:lnTo>
                  <a:lnTo>
                    <a:pt x="1270" y="1028700"/>
                  </a:lnTo>
                  <a:lnTo>
                    <a:pt x="3378" y="1066800"/>
                  </a:lnTo>
                  <a:lnTo>
                    <a:pt x="6908" y="1117600"/>
                  </a:lnTo>
                  <a:lnTo>
                    <a:pt x="12217" y="1168400"/>
                  </a:lnTo>
                  <a:lnTo>
                    <a:pt x="29514" y="1257300"/>
                  </a:lnTo>
                  <a:lnTo>
                    <a:pt x="42176" y="1308100"/>
                  </a:lnTo>
                  <a:lnTo>
                    <a:pt x="57975" y="1346200"/>
                  </a:lnTo>
                  <a:lnTo>
                    <a:pt x="77241" y="1397000"/>
                  </a:lnTo>
                  <a:lnTo>
                    <a:pt x="100317" y="1435100"/>
                  </a:lnTo>
                  <a:lnTo>
                    <a:pt x="127546" y="1473200"/>
                  </a:lnTo>
                  <a:lnTo>
                    <a:pt x="159270" y="1511300"/>
                  </a:lnTo>
                  <a:lnTo>
                    <a:pt x="195821" y="1549400"/>
                  </a:lnTo>
                  <a:lnTo>
                    <a:pt x="237553" y="1574800"/>
                  </a:lnTo>
                  <a:lnTo>
                    <a:pt x="274993" y="1600200"/>
                  </a:lnTo>
                  <a:lnTo>
                    <a:pt x="316890" y="1612900"/>
                  </a:lnTo>
                  <a:lnTo>
                    <a:pt x="362699" y="1625600"/>
                  </a:lnTo>
                  <a:lnTo>
                    <a:pt x="459613" y="1625600"/>
                  </a:lnTo>
                  <a:lnTo>
                    <a:pt x="509308" y="1612900"/>
                  </a:lnTo>
                  <a:lnTo>
                    <a:pt x="560578" y="1612900"/>
                  </a:lnTo>
                  <a:lnTo>
                    <a:pt x="773087" y="1562100"/>
                  </a:lnTo>
                  <a:lnTo>
                    <a:pt x="825995" y="1536700"/>
                  </a:lnTo>
                  <a:lnTo>
                    <a:pt x="942657" y="1511300"/>
                  </a:lnTo>
                  <a:lnTo>
                    <a:pt x="997597" y="1485900"/>
                  </a:lnTo>
                  <a:lnTo>
                    <a:pt x="1049464" y="1473200"/>
                  </a:lnTo>
                  <a:lnTo>
                    <a:pt x="1097648" y="1473200"/>
                  </a:lnTo>
                  <a:lnTo>
                    <a:pt x="1141539" y="1460500"/>
                  </a:lnTo>
                  <a:lnTo>
                    <a:pt x="1232357" y="1460500"/>
                  </a:lnTo>
                  <a:lnTo>
                    <a:pt x="1354683" y="1498600"/>
                  </a:lnTo>
                  <a:lnTo>
                    <a:pt x="1397165" y="1524000"/>
                  </a:lnTo>
                  <a:lnTo>
                    <a:pt x="1440599" y="1536700"/>
                  </a:lnTo>
                  <a:lnTo>
                    <a:pt x="1484998" y="1562100"/>
                  </a:lnTo>
                  <a:lnTo>
                    <a:pt x="1530413" y="1587500"/>
                  </a:lnTo>
                  <a:lnTo>
                    <a:pt x="1576908" y="1600200"/>
                  </a:lnTo>
                  <a:lnTo>
                    <a:pt x="1624495" y="1625600"/>
                  </a:lnTo>
                  <a:lnTo>
                    <a:pt x="1673250" y="1651000"/>
                  </a:lnTo>
                  <a:lnTo>
                    <a:pt x="1826844" y="1689100"/>
                  </a:lnTo>
                  <a:lnTo>
                    <a:pt x="1880641" y="1701800"/>
                  </a:lnTo>
                  <a:lnTo>
                    <a:pt x="1980996" y="1701800"/>
                  </a:lnTo>
                  <a:lnTo>
                    <a:pt x="2023668" y="1689100"/>
                  </a:lnTo>
                  <a:lnTo>
                    <a:pt x="2063877" y="1676400"/>
                  </a:lnTo>
                  <a:lnTo>
                    <a:pt x="2101659" y="1663700"/>
                  </a:lnTo>
                  <a:lnTo>
                    <a:pt x="2170112" y="1625600"/>
                  </a:lnTo>
                  <a:lnTo>
                    <a:pt x="2200859" y="1600200"/>
                  </a:lnTo>
                  <a:lnTo>
                    <a:pt x="2229345" y="1574800"/>
                  </a:lnTo>
                  <a:lnTo>
                    <a:pt x="2279675" y="1511300"/>
                  </a:lnTo>
                  <a:lnTo>
                    <a:pt x="2301595" y="1473200"/>
                  </a:lnTo>
                  <a:lnTo>
                    <a:pt x="2321420" y="1435100"/>
                  </a:lnTo>
                  <a:lnTo>
                    <a:pt x="2339187" y="1397000"/>
                  </a:lnTo>
                  <a:lnTo>
                    <a:pt x="2354923" y="1358900"/>
                  </a:lnTo>
                  <a:lnTo>
                    <a:pt x="2368664" y="1320800"/>
                  </a:lnTo>
                  <a:lnTo>
                    <a:pt x="2380475" y="1270000"/>
                  </a:lnTo>
                  <a:lnTo>
                    <a:pt x="2390368" y="1231900"/>
                  </a:lnTo>
                  <a:lnTo>
                    <a:pt x="2398407" y="1181100"/>
                  </a:lnTo>
                  <a:lnTo>
                    <a:pt x="2404618" y="1143000"/>
                  </a:lnTo>
                  <a:lnTo>
                    <a:pt x="2407932" y="1104900"/>
                  </a:lnTo>
                  <a:lnTo>
                    <a:pt x="2409037" y="1092200"/>
                  </a:lnTo>
                  <a:lnTo>
                    <a:pt x="2411717" y="1041400"/>
                  </a:lnTo>
                  <a:lnTo>
                    <a:pt x="2412695" y="1003300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681394" y="1886051"/>
              <a:ext cx="2413000" cy="1663700"/>
            </a:xfrm>
            <a:custGeom>
              <a:avLst/>
              <a:gdLst/>
              <a:ahLst/>
              <a:cxnLst/>
              <a:rect l="l" t="t" r="r" b="b"/>
              <a:pathLst>
                <a:path w="2413000" h="1663700">
                  <a:moveTo>
                    <a:pt x="786828" y="310489"/>
                  </a:moveTo>
                  <a:lnTo>
                    <a:pt x="734263" y="314312"/>
                  </a:lnTo>
                  <a:lnTo>
                    <a:pt x="680720" y="316738"/>
                  </a:lnTo>
                  <a:lnTo>
                    <a:pt x="624903" y="319163"/>
                  </a:lnTo>
                  <a:lnTo>
                    <a:pt x="565531" y="322986"/>
                  </a:lnTo>
                  <a:lnTo>
                    <a:pt x="566356" y="324662"/>
                  </a:lnTo>
                  <a:lnTo>
                    <a:pt x="567207" y="326326"/>
                  </a:lnTo>
                  <a:lnTo>
                    <a:pt x="567613" y="328409"/>
                  </a:lnTo>
                  <a:lnTo>
                    <a:pt x="786828" y="328409"/>
                  </a:lnTo>
                  <a:lnTo>
                    <a:pt x="786828" y="310489"/>
                  </a:lnTo>
                  <a:close/>
                </a:path>
                <a:path w="2413000" h="1663700">
                  <a:moveTo>
                    <a:pt x="2412581" y="990600"/>
                  </a:moveTo>
                  <a:lnTo>
                    <a:pt x="2411336" y="939800"/>
                  </a:lnTo>
                  <a:lnTo>
                    <a:pt x="2407678" y="876300"/>
                  </a:lnTo>
                  <a:lnTo>
                    <a:pt x="2401671" y="825500"/>
                  </a:lnTo>
                  <a:lnTo>
                    <a:pt x="2393404" y="774700"/>
                  </a:lnTo>
                  <a:lnTo>
                    <a:pt x="2390737" y="762000"/>
                  </a:lnTo>
                  <a:lnTo>
                    <a:pt x="2382761" y="723900"/>
                  </a:lnTo>
                  <a:lnTo>
                    <a:pt x="2369362" y="673100"/>
                  </a:lnTo>
                  <a:lnTo>
                    <a:pt x="2353335" y="622300"/>
                  </a:lnTo>
                  <a:lnTo>
                    <a:pt x="2334831" y="584200"/>
                  </a:lnTo>
                  <a:lnTo>
                    <a:pt x="2314003" y="533400"/>
                  </a:lnTo>
                  <a:lnTo>
                    <a:pt x="2298382" y="507542"/>
                  </a:lnTo>
                  <a:lnTo>
                    <a:pt x="2298382" y="1371600"/>
                  </a:lnTo>
                  <a:lnTo>
                    <a:pt x="2298382" y="1460500"/>
                  </a:lnTo>
                  <a:lnTo>
                    <a:pt x="2296922" y="1460500"/>
                  </a:lnTo>
                  <a:lnTo>
                    <a:pt x="2292972" y="1473200"/>
                  </a:lnTo>
                  <a:lnTo>
                    <a:pt x="2264219" y="1473200"/>
                  </a:lnTo>
                  <a:lnTo>
                    <a:pt x="2262124" y="1460500"/>
                  </a:lnTo>
                  <a:lnTo>
                    <a:pt x="1995411" y="1460500"/>
                  </a:lnTo>
                  <a:lnTo>
                    <a:pt x="1995411" y="1384300"/>
                  </a:lnTo>
                  <a:lnTo>
                    <a:pt x="1983727" y="1384300"/>
                  </a:lnTo>
                  <a:lnTo>
                    <a:pt x="1982076" y="1371600"/>
                  </a:lnTo>
                  <a:lnTo>
                    <a:pt x="1983727" y="1358900"/>
                  </a:lnTo>
                  <a:lnTo>
                    <a:pt x="2017077" y="1358900"/>
                  </a:lnTo>
                  <a:lnTo>
                    <a:pt x="2018322" y="1371600"/>
                  </a:lnTo>
                  <a:lnTo>
                    <a:pt x="2017077" y="1384300"/>
                  </a:lnTo>
                  <a:lnTo>
                    <a:pt x="2002497" y="1384300"/>
                  </a:lnTo>
                  <a:lnTo>
                    <a:pt x="2002497" y="1447800"/>
                  </a:lnTo>
                  <a:lnTo>
                    <a:pt x="2262962" y="1447800"/>
                  </a:lnTo>
                  <a:lnTo>
                    <a:pt x="2270468" y="1435100"/>
                  </a:lnTo>
                  <a:lnTo>
                    <a:pt x="2287130" y="1435100"/>
                  </a:lnTo>
                  <a:lnTo>
                    <a:pt x="2292972" y="1447800"/>
                  </a:lnTo>
                  <a:lnTo>
                    <a:pt x="2296922" y="1447800"/>
                  </a:lnTo>
                  <a:lnTo>
                    <a:pt x="2298382" y="1460500"/>
                  </a:lnTo>
                  <a:lnTo>
                    <a:pt x="2298382" y="1371600"/>
                  </a:lnTo>
                  <a:lnTo>
                    <a:pt x="2296922" y="1384300"/>
                  </a:lnTo>
                  <a:lnTo>
                    <a:pt x="2263368" y="1384300"/>
                  </a:lnTo>
                  <a:lnTo>
                    <a:pt x="2261717" y="1371600"/>
                  </a:lnTo>
                  <a:lnTo>
                    <a:pt x="2263368" y="1358900"/>
                  </a:lnTo>
                  <a:lnTo>
                    <a:pt x="2296922" y="1358900"/>
                  </a:lnTo>
                  <a:lnTo>
                    <a:pt x="2298382" y="1371600"/>
                  </a:lnTo>
                  <a:lnTo>
                    <a:pt x="2298382" y="507542"/>
                  </a:lnTo>
                  <a:lnTo>
                    <a:pt x="2292972" y="498589"/>
                  </a:lnTo>
                  <a:lnTo>
                    <a:pt x="2292972" y="1117600"/>
                  </a:lnTo>
                  <a:lnTo>
                    <a:pt x="2291575" y="1130300"/>
                  </a:lnTo>
                  <a:lnTo>
                    <a:pt x="2287714" y="1130300"/>
                  </a:lnTo>
                  <a:lnTo>
                    <a:pt x="2281885" y="1143000"/>
                  </a:lnTo>
                  <a:lnTo>
                    <a:pt x="2265464" y="1143000"/>
                  </a:lnTo>
                  <a:lnTo>
                    <a:pt x="2257958" y="1130300"/>
                  </a:lnTo>
                  <a:lnTo>
                    <a:pt x="718477" y="1130300"/>
                  </a:lnTo>
                  <a:lnTo>
                    <a:pt x="718477" y="1435100"/>
                  </a:lnTo>
                  <a:lnTo>
                    <a:pt x="717016" y="1447800"/>
                  </a:lnTo>
                  <a:lnTo>
                    <a:pt x="713003" y="1460500"/>
                  </a:lnTo>
                  <a:lnTo>
                    <a:pt x="690981" y="1460500"/>
                  </a:lnTo>
                  <a:lnTo>
                    <a:pt x="683475" y="1447800"/>
                  </a:lnTo>
                  <a:lnTo>
                    <a:pt x="458012" y="1447800"/>
                  </a:lnTo>
                  <a:lnTo>
                    <a:pt x="458012" y="1333500"/>
                  </a:lnTo>
                  <a:lnTo>
                    <a:pt x="355066" y="1333500"/>
                  </a:lnTo>
                  <a:lnTo>
                    <a:pt x="347992" y="1346200"/>
                  </a:lnTo>
                  <a:lnTo>
                    <a:pt x="347992" y="1524000"/>
                  </a:lnTo>
                  <a:lnTo>
                    <a:pt x="234619" y="1524000"/>
                  </a:lnTo>
                  <a:lnTo>
                    <a:pt x="227965" y="1536700"/>
                  </a:lnTo>
                  <a:lnTo>
                    <a:pt x="220040" y="1536700"/>
                  </a:lnTo>
                  <a:lnTo>
                    <a:pt x="212712" y="1524000"/>
                  </a:lnTo>
                  <a:lnTo>
                    <a:pt x="202755" y="1524000"/>
                  </a:lnTo>
                  <a:lnTo>
                    <a:pt x="201295" y="1511300"/>
                  </a:lnTo>
                  <a:lnTo>
                    <a:pt x="202755" y="1511300"/>
                  </a:lnTo>
                  <a:lnTo>
                    <a:pt x="206756" y="1498600"/>
                  </a:lnTo>
                  <a:lnTo>
                    <a:pt x="236753" y="1498600"/>
                  </a:lnTo>
                  <a:lnTo>
                    <a:pt x="238379" y="1511300"/>
                  </a:lnTo>
                  <a:lnTo>
                    <a:pt x="341312" y="1511300"/>
                  </a:lnTo>
                  <a:lnTo>
                    <a:pt x="341312" y="1498600"/>
                  </a:lnTo>
                  <a:lnTo>
                    <a:pt x="341312" y="1346200"/>
                  </a:lnTo>
                  <a:lnTo>
                    <a:pt x="334238" y="1333500"/>
                  </a:lnTo>
                  <a:lnTo>
                    <a:pt x="181698" y="1333500"/>
                  </a:lnTo>
                  <a:lnTo>
                    <a:pt x="175031" y="1346200"/>
                  </a:lnTo>
                  <a:lnTo>
                    <a:pt x="159194" y="1346200"/>
                  </a:lnTo>
                  <a:lnTo>
                    <a:pt x="153365" y="1333500"/>
                  </a:lnTo>
                  <a:lnTo>
                    <a:pt x="149402" y="1333500"/>
                  </a:lnTo>
                  <a:lnTo>
                    <a:pt x="147942" y="1320800"/>
                  </a:lnTo>
                  <a:lnTo>
                    <a:pt x="149402" y="1320800"/>
                  </a:lnTo>
                  <a:lnTo>
                    <a:pt x="153365" y="1308100"/>
                  </a:lnTo>
                  <a:lnTo>
                    <a:pt x="183781" y="1308100"/>
                  </a:lnTo>
                  <a:lnTo>
                    <a:pt x="184619" y="1320800"/>
                  </a:lnTo>
                  <a:lnTo>
                    <a:pt x="326313" y="1320800"/>
                  </a:lnTo>
                  <a:lnTo>
                    <a:pt x="327152" y="1308100"/>
                  </a:lnTo>
                  <a:lnTo>
                    <a:pt x="362165" y="1308100"/>
                  </a:lnTo>
                  <a:lnTo>
                    <a:pt x="362991" y="1320800"/>
                  </a:lnTo>
                  <a:lnTo>
                    <a:pt x="464680" y="1320800"/>
                  </a:lnTo>
                  <a:lnTo>
                    <a:pt x="464680" y="1435100"/>
                  </a:lnTo>
                  <a:lnTo>
                    <a:pt x="683056" y="1435100"/>
                  </a:lnTo>
                  <a:lnTo>
                    <a:pt x="688886" y="1422400"/>
                  </a:lnTo>
                  <a:lnTo>
                    <a:pt x="696379" y="1422400"/>
                  </a:lnTo>
                  <a:lnTo>
                    <a:pt x="696379" y="1371600"/>
                  </a:lnTo>
                  <a:lnTo>
                    <a:pt x="703478" y="1371600"/>
                  </a:lnTo>
                  <a:lnTo>
                    <a:pt x="703478" y="1422400"/>
                  </a:lnTo>
                  <a:lnTo>
                    <a:pt x="711809" y="1422400"/>
                  </a:lnTo>
                  <a:lnTo>
                    <a:pt x="718477" y="1435100"/>
                  </a:lnTo>
                  <a:lnTo>
                    <a:pt x="718477" y="1130300"/>
                  </a:lnTo>
                  <a:lnTo>
                    <a:pt x="373824" y="1130300"/>
                  </a:lnTo>
                  <a:lnTo>
                    <a:pt x="366318" y="1143000"/>
                  </a:lnTo>
                  <a:lnTo>
                    <a:pt x="348399" y="1143000"/>
                  </a:lnTo>
                  <a:lnTo>
                    <a:pt x="340893" y="1130300"/>
                  </a:lnTo>
                  <a:lnTo>
                    <a:pt x="276301" y="1130300"/>
                  </a:lnTo>
                  <a:lnTo>
                    <a:pt x="268795" y="1143000"/>
                  </a:lnTo>
                  <a:lnTo>
                    <a:pt x="252730" y="1143000"/>
                  </a:lnTo>
                  <a:lnTo>
                    <a:pt x="246773" y="1130300"/>
                  </a:lnTo>
                  <a:lnTo>
                    <a:pt x="242760" y="1130300"/>
                  </a:lnTo>
                  <a:lnTo>
                    <a:pt x="241300" y="1117600"/>
                  </a:lnTo>
                  <a:lnTo>
                    <a:pt x="242760" y="1117600"/>
                  </a:lnTo>
                  <a:lnTo>
                    <a:pt x="246773" y="1104900"/>
                  </a:lnTo>
                  <a:lnTo>
                    <a:pt x="276301" y="1104900"/>
                  </a:lnTo>
                  <a:lnTo>
                    <a:pt x="277977" y="1117600"/>
                  </a:lnTo>
                  <a:lnTo>
                    <a:pt x="339242" y="1117600"/>
                  </a:lnTo>
                  <a:lnTo>
                    <a:pt x="340893" y="1104900"/>
                  </a:lnTo>
                  <a:lnTo>
                    <a:pt x="357162" y="1104900"/>
                  </a:lnTo>
                  <a:lnTo>
                    <a:pt x="357162" y="1066800"/>
                  </a:lnTo>
                  <a:lnTo>
                    <a:pt x="357162" y="1054100"/>
                  </a:lnTo>
                  <a:lnTo>
                    <a:pt x="197129" y="1054100"/>
                  </a:lnTo>
                  <a:lnTo>
                    <a:pt x="196697" y="1066800"/>
                  </a:lnTo>
                  <a:lnTo>
                    <a:pt x="165874" y="1066800"/>
                  </a:lnTo>
                  <a:lnTo>
                    <a:pt x="161912" y="1054100"/>
                  </a:lnTo>
                  <a:lnTo>
                    <a:pt x="160451" y="1054100"/>
                  </a:lnTo>
                  <a:lnTo>
                    <a:pt x="161912" y="1041400"/>
                  </a:lnTo>
                  <a:lnTo>
                    <a:pt x="165874" y="1041400"/>
                  </a:lnTo>
                  <a:lnTo>
                    <a:pt x="171704" y="1028700"/>
                  </a:lnTo>
                  <a:lnTo>
                    <a:pt x="187121" y="1028700"/>
                  </a:lnTo>
                  <a:lnTo>
                    <a:pt x="194195" y="1041400"/>
                  </a:lnTo>
                  <a:lnTo>
                    <a:pt x="364236" y="1041400"/>
                  </a:lnTo>
                  <a:lnTo>
                    <a:pt x="364236" y="1104900"/>
                  </a:lnTo>
                  <a:lnTo>
                    <a:pt x="370065" y="1104900"/>
                  </a:lnTo>
                  <a:lnTo>
                    <a:pt x="374243" y="1117600"/>
                  </a:lnTo>
                  <a:lnTo>
                    <a:pt x="2117521" y="1117600"/>
                  </a:lnTo>
                  <a:lnTo>
                    <a:pt x="2117521" y="1028700"/>
                  </a:lnTo>
                  <a:lnTo>
                    <a:pt x="2117521" y="990600"/>
                  </a:lnTo>
                  <a:lnTo>
                    <a:pt x="2124176" y="990600"/>
                  </a:lnTo>
                  <a:lnTo>
                    <a:pt x="2124176" y="1117600"/>
                  </a:lnTo>
                  <a:lnTo>
                    <a:pt x="2256713" y="1117600"/>
                  </a:lnTo>
                  <a:lnTo>
                    <a:pt x="2257958" y="1104900"/>
                  </a:lnTo>
                  <a:lnTo>
                    <a:pt x="2287714" y="1104900"/>
                  </a:lnTo>
                  <a:lnTo>
                    <a:pt x="2291575" y="1117600"/>
                  </a:lnTo>
                  <a:lnTo>
                    <a:pt x="2292972" y="1117600"/>
                  </a:lnTo>
                  <a:lnTo>
                    <a:pt x="2292972" y="498589"/>
                  </a:lnTo>
                  <a:lnTo>
                    <a:pt x="2290991" y="495300"/>
                  </a:lnTo>
                  <a:lnTo>
                    <a:pt x="2265946" y="457200"/>
                  </a:lnTo>
                  <a:lnTo>
                    <a:pt x="2259215" y="444500"/>
                  </a:lnTo>
                  <a:lnTo>
                    <a:pt x="2250871" y="428777"/>
                  </a:lnTo>
                  <a:lnTo>
                    <a:pt x="2250871" y="787400"/>
                  </a:lnTo>
                  <a:lnTo>
                    <a:pt x="2244217" y="800100"/>
                  </a:lnTo>
                  <a:lnTo>
                    <a:pt x="2235873" y="800100"/>
                  </a:lnTo>
                  <a:lnTo>
                    <a:pt x="2235873" y="990600"/>
                  </a:lnTo>
                  <a:lnTo>
                    <a:pt x="2228786" y="990600"/>
                  </a:lnTo>
                  <a:lnTo>
                    <a:pt x="2228786" y="800100"/>
                  </a:lnTo>
                  <a:lnTo>
                    <a:pt x="2220036" y="800100"/>
                  </a:lnTo>
                  <a:lnTo>
                    <a:pt x="2213787" y="787400"/>
                  </a:lnTo>
                  <a:lnTo>
                    <a:pt x="2215235" y="774700"/>
                  </a:lnTo>
                  <a:lnTo>
                    <a:pt x="2219198" y="774700"/>
                  </a:lnTo>
                  <a:lnTo>
                    <a:pt x="2225040" y="762000"/>
                  </a:lnTo>
                  <a:lnTo>
                    <a:pt x="2239454" y="762000"/>
                  </a:lnTo>
                  <a:lnTo>
                    <a:pt x="2245410" y="774700"/>
                  </a:lnTo>
                  <a:lnTo>
                    <a:pt x="2249411" y="774700"/>
                  </a:lnTo>
                  <a:lnTo>
                    <a:pt x="2250871" y="787400"/>
                  </a:lnTo>
                  <a:lnTo>
                    <a:pt x="2250871" y="428777"/>
                  </a:lnTo>
                  <a:lnTo>
                    <a:pt x="2239010" y="406400"/>
                  </a:lnTo>
                  <a:lnTo>
                    <a:pt x="2210346" y="368300"/>
                  </a:lnTo>
                  <a:lnTo>
                    <a:pt x="2180069" y="330200"/>
                  </a:lnTo>
                  <a:lnTo>
                    <a:pt x="2148344" y="292100"/>
                  </a:lnTo>
                  <a:lnTo>
                    <a:pt x="2138108" y="279400"/>
                  </a:lnTo>
                  <a:lnTo>
                    <a:pt x="2127986" y="279400"/>
                  </a:lnTo>
                  <a:lnTo>
                    <a:pt x="2117941" y="266700"/>
                  </a:lnTo>
                  <a:lnTo>
                    <a:pt x="2107920" y="254000"/>
                  </a:lnTo>
                  <a:lnTo>
                    <a:pt x="1985822" y="254000"/>
                  </a:lnTo>
                  <a:lnTo>
                    <a:pt x="1985822" y="609600"/>
                  </a:lnTo>
                  <a:lnTo>
                    <a:pt x="1984349" y="609600"/>
                  </a:lnTo>
                  <a:lnTo>
                    <a:pt x="1980349" y="622300"/>
                  </a:lnTo>
                  <a:lnTo>
                    <a:pt x="1950808" y="622300"/>
                  </a:lnTo>
                  <a:lnTo>
                    <a:pt x="1949145" y="609600"/>
                  </a:lnTo>
                  <a:lnTo>
                    <a:pt x="1716189" y="609600"/>
                  </a:lnTo>
                  <a:lnTo>
                    <a:pt x="1716189" y="596900"/>
                  </a:lnTo>
                  <a:lnTo>
                    <a:pt x="1950808" y="596900"/>
                  </a:lnTo>
                  <a:lnTo>
                    <a:pt x="1958314" y="584200"/>
                  </a:lnTo>
                  <a:lnTo>
                    <a:pt x="1974392" y="584200"/>
                  </a:lnTo>
                  <a:lnTo>
                    <a:pt x="1980349" y="596900"/>
                  </a:lnTo>
                  <a:lnTo>
                    <a:pt x="1984349" y="596900"/>
                  </a:lnTo>
                  <a:lnTo>
                    <a:pt x="1985822" y="609600"/>
                  </a:lnTo>
                  <a:lnTo>
                    <a:pt x="1985822" y="254000"/>
                  </a:lnTo>
                  <a:lnTo>
                    <a:pt x="1752015" y="254000"/>
                  </a:lnTo>
                  <a:lnTo>
                    <a:pt x="1745361" y="266700"/>
                  </a:lnTo>
                  <a:lnTo>
                    <a:pt x="1730349" y="266700"/>
                  </a:lnTo>
                  <a:lnTo>
                    <a:pt x="1724520" y="254000"/>
                  </a:lnTo>
                  <a:lnTo>
                    <a:pt x="1720557" y="254000"/>
                  </a:lnTo>
                  <a:lnTo>
                    <a:pt x="1719097" y="241300"/>
                  </a:lnTo>
                  <a:lnTo>
                    <a:pt x="1726184" y="228600"/>
                  </a:lnTo>
                  <a:lnTo>
                    <a:pt x="1735772" y="228600"/>
                  </a:lnTo>
                  <a:lnTo>
                    <a:pt x="1735772" y="139700"/>
                  </a:lnTo>
                  <a:lnTo>
                    <a:pt x="1742440" y="139700"/>
                  </a:lnTo>
                  <a:lnTo>
                    <a:pt x="1742440" y="228600"/>
                  </a:lnTo>
                  <a:lnTo>
                    <a:pt x="1750364" y="228600"/>
                  </a:lnTo>
                  <a:lnTo>
                    <a:pt x="1755762" y="241300"/>
                  </a:lnTo>
                  <a:lnTo>
                    <a:pt x="2101253" y="241300"/>
                  </a:lnTo>
                  <a:lnTo>
                    <a:pt x="2050961" y="190500"/>
                  </a:lnTo>
                  <a:lnTo>
                    <a:pt x="2018245" y="165100"/>
                  </a:lnTo>
                  <a:lnTo>
                    <a:pt x="2001888" y="152400"/>
                  </a:lnTo>
                  <a:lnTo>
                    <a:pt x="1969998" y="127000"/>
                  </a:lnTo>
                  <a:lnTo>
                    <a:pt x="1954047" y="114300"/>
                  </a:lnTo>
                  <a:lnTo>
                    <a:pt x="1943303" y="105524"/>
                  </a:lnTo>
                  <a:lnTo>
                    <a:pt x="1943303" y="139700"/>
                  </a:lnTo>
                  <a:lnTo>
                    <a:pt x="1941842" y="152400"/>
                  </a:lnTo>
                  <a:lnTo>
                    <a:pt x="1937842" y="152400"/>
                  </a:lnTo>
                  <a:lnTo>
                    <a:pt x="1931885" y="165100"/>
                  </a:lnTo>
                  <a:lnTo>
                    <a:pt x="1915807" y="165100"/>
                  </a:lnTo>
                  <a:lnTo>
                    <a:pt x="1908302" y="152400"/>
                  </a:lnTo>
                  <a:lnTo>
                    <a:pt x="1906638" y="139700"/>
                  </a:lnTo>
                  <a:lnTo>
                    <a:pt x="1908302" y="127000"/>
                  </a:lnTo>
                  <a:lnTo>
                    <a:pt x="1937842" y="127000"/>
                  </a:lnTo>
                  <a:lnTo>
                    <a:pt x="1941842" y="139700"/>
                  </a:lnTo>
                  <a:lnTo>
                    <a:pt x="1943303" y="139700"/>
                  </a:lnTo>
                  <a:lnTo>
                    <a:pt x="1943303" y="105524"/>
                  </a:lnTo>
                  <a:lnTo>
                    <a:pt x="1907438" y="76200"/>
                  </a:lnTo>
                  <a:lnTo>
                    <a:pt x="1862035" y="50800"/>
                  </a:lnTo>
                  <a:lnTo>
                    <a:pt x="1774875" y="25400"/>
                  </a:lnTo>
                  <a:lnTo>
                    <a:pt x="1692516" y="0"/>
                  </a:lnTo>
                  <a:lnTo>
                    <a:pt x="1530731" y="0"/>
                  </a:lnTo>
                  <a:lnTo>
                    <a:pt x="1530731" y="139700"/>
                  </a:lnTo>
                  <a:lnTo>
                    <a:pt x="1530731" y="254000"/>
                  </a:lnTo>
                  <a:lnTo>
                    <a:pt x="1288605" y="254000"/>
                  </a:lnTo>
                  <a:lnTo>
                    <a:pt x="1288605" y="444500"/>
                  </a:lnTo>
                  <a:lnTo>
                    <a:pt x="1281506" y="444500"/>
                  </a:lnTo>
                  <a:lnTo>
                    <a:pt x="1281506" y="342900"/>
                  </a:lnTo>
                  <a:lnTo>
                    <a:pt x="1281506" y="266700"/>
                  </a:lnTo>
                  <a:lnTo>
                    <a:pt x="1281506" y="241300"/>
                  </a:lnTo>
                  <a:lnTo>
                    <a:pt x="1523644" y="241300"/>
                  </a:lnTo>
                  <a:lnTo>
                    <a:pt x="1523644" y="139700"/>
                  </a:lnTo>
                  <a:lnTo>
                    <a:pt x="1530731" y="139700"/>
                  </a:lnTo>
                  <a:lnTo>
                    <a:pt x="1530731" y="0"/>
                  </a:lnTo>
                  <a:lnTo>
                    <a:pt x="1497291" y="0"/>
                  </a:lnTo>
                  <a:lnTo>
                    <a:pt x="1460715" y="12700"/>
                  </a:lnTo>
                  <a:lnTo>
                    <a:pt x="1414208" y="25400"/>
                  </a:lnTo>
                  <a:lnTo>
                    <a:pt x="1371714" y="50800"/>
                  </a:lnTo>
                  <a:lnTo>
                    <a:pt x="1332115" y="63500"/>
                  </a:lnTo>
                  <a:lnTo>
                    <a:pt x="1294307" y="88900"/>
                  </a:lnTo>
                  <a:lnTo>
                    <a:pt x="1257185" y="101600"/>
                  </a:lnTo>
                  <a:lnTo>
                    <a:pt x="1219619" y="127000"/>
                  </a:lnTo>
                  <a:lnTo>
                    <a:pt x="1180490" y="152400"/>
                  </a:lnTo>
                  <a:lnTo>
                    <a:pt x="1138707" y="177800"/>
                  </a:lnTo>
                  <a:lnTo>
                    <a:pt x="1093152" y="203200"/>
                  </a:lnTo>
                  <a:lnTo>
                    <a:pt x="1042708" y="228600"/>
                  </a:lnTo>
                  <a:lnTo>
                    <a:pt x="1042708" y="266700"/>
                  </a:lnTo>
                  <a:lnTo>
                    <a:pt x="1035621" y="266700"/>
                  </a:lnTo>
                  <a:lnTo>
                    <a:pt x="1035621" y="228600"/>
                  </a:lnTo>
                  <a:lnTo>
                    <a:pt x="1026096" y="241300"/>
                  </a:lnTo>
                  <a:lnTo>
                    <a:pt x="1016304" y="241300"/>
                  </a:lnTo>
                  <a:lnTo>
                    <a:pt x="1006259" y="254000"/>
                  </a:lnTo>
                  <a:lnTo>
                    <a:pt x="996035" y="254000"/>
                  </a:lnTo>
                  <a:lnTo>
                    <a:pt x="941412" y="266700"/>
                  </a:lnTo>
                  <a:lnTo>
                    <a:pt x="890130" y="292100"/>
                  </a:lnTo>
                  <a:lnTo>
                    <a:pt x="841260" y="292100"/>
                  </a:lnTo>
                  <a:lnTo>
                    <a:pt x="793902" y="304800"/>
                  </a:lnTo>
                  <a:lnTo>
                    <a:pt x="793902" y="330200"/>
                  </a:lnTo>
                  <a:lnTo>
                    <a:pt x="567613" y="330200"/>
                  </a:lnTo>
                  <a:lnTo>
                    <a:pt x="565950" y="342900"/>
                  </a:lnTo>
                  <a:lnTo>
                    <a:pt x="536359" y="342900"/>
                  </a:lnTo>
                  <a:lnTo>
                    <a:pt x="532396" y="330200"/>
                  </a:lnTo>
                  <a:lnTo>
                    <a:pt x="530936" y="330200"/>
                  </a:lnTo>
                  <a:lnTo>
                    <a:pt x="530936" y="317500"/>
                  </a:lnTo>
                  <a:lnTo>
                    <a:pt x="501891" y="317500"/>
                  </a:lnTo>
                  <a:lnTo>
                    <a:pt x="490093" y="322338"/>
                  </a:lnTo>
                  <a:lnTo>
                    <a:pt x="490093" y="609600"/>
                  </a:lnTo>
                  <a:lnTo>
                    <a:pt x="489686" y="609600"/>
                  </a:lnTo>
                  <a:lnTo>
                    <a:pt x="487591" y="622300"/>
                  </a:lnTo>
                  <a:lnTo>
                    <a:pt x="458838" y="622300"/>
                  </a:lnTo>
                  <a:lnTo>
                    <a:pt x="454875" y="609600"/>
                  </a:lnTo>
                  <a:lnTo>
                    <a:pt x="453415" y="609600"/>
                  </a:lnTo>
                  <a:lnTo>
                    <a:pt x="454875" y="596900"/>
                  </a:lnTo>
                  <a:lnTo>
                    <a:pt x="458838" y="596900"/>
                  </a:lnTo>
                  <a:lnTo>
                    <a:pt x="464680" y="584200"/>
                  </a:lnTo>
                  <a:lnTo>
                    <a:pt x="481342" y="584200"/>
                  </a:lnTo>
                  <a:lnTo>
                    <a:pt x="489267" y="596900"/>
                  </a:lnTo>
                  <a:lnTo>
                    <a:pt x="490093" y="609600"/>
                  </a:lnTo>
                  <a:lnTo>
                    <a:pt x="490093" y="322338"/>
                  </a:lnTo>
                  <a:lnTo>
                    <a:pt x="470877" y="330200"/>
                  </a:lnTo>
                  <a:lnTo>
                    <a:pt x="438531" y="330200"/>
                  </a:lnTo>
                  <a:lnTo>
                    <a:pt x="404660" y="342900"/>
                  </a:lnTo>
                  <a:lnTo>
                    <a:pt x="360299" y="355600"/>
                  </a:lnTo>
                  <a:lnTo>
                    <a:pt x="318287" y="368300"/>
                  </a:lnTo>
                  <a:lnTo>
                    <a:pt x="278676" y="393700"/>
                  </a:lnTo>
                  <a:lnTo>
                    <a:pt x="241503" y="419100"/>
                  </a:lnTo>
                  <a:lnTo>
                    <a:pt x="206819" y="457200"/>
                  </a:lnTo>
                  <a:lnTo>
                    <a:pt x="174663" y="495300"/>
                  </a:lnTo>
                  <a:lnTo>
                    <a:pt x="145072" y="533400"/>
                  </a:lnTo>
                  <a:lnTo>
                    <a:pt x="118084" y="571500"/>
                  </a:lnTo>
                  <a:lnTo>
                    <a:pt x="93764" y="609600"/>
                  </a:lnTo>
                  <a:lnTo>
                    <a:pt x="72136" y="647700"/>
                  </a:lnTo>
                  <a:lnTo>
                    <a:pt x="53263" y="698500"/>
                  </a:lnTo>
                  <a:lnTo>
                    <a:pt x="37160" y="736600"/>
                  </a:lnTo>
                  <a:lnTo>
                    <a:pt x="23901" y="787400"/>
                  </a:lnTo>
                  <a:lnTo>
                    <a:pt x="13512" y="825500"/>
                  </a:lnTo>
                  <a:lnTo>
                    <a:pt x="6032" y="863600"/>
                  </a:lnTo>
                  <a:lnTo>
                    <a:pt x="1511" y="901700"/>
                  </a:lnTo>
                  <a:lnTo>
                    <a:pt x="0" y="939800"/>
                  </a:lnTo>
                  <a:lnTo>
                    <a:pt x="254" y="990600"/>
                  </a:lnTo>
                  <a:lnTo>
                    <a:pt x="1270" y="1028700"/>
                  </a:lnTo>
                  <a:lnTo>
                    <a:pt x="3378" y="1066800"/>
                  </a:lnTo>
                  <a:lnTo>
                    <a:pt x="6908" y="1117600"/>
                  </a:lnTo>
                  <a:lnTo>
                    <a:pt x="12217" y="1168400"/>
                  </a:lnTo>
                  <a:lnTo>
                    <a:pt x="29514" y="1257300"/>
                  </a:lnTo>
                  <a:lnTo>
                    <a:pt x="42176" y="1308100"/>
                  </a:lnTo>
                  <a:lnTo>
                    <a:pt x="57975" y="1346200"/>
                  </a:lnTo>
                  <a:lnTo>
                    <a:pt x="77241" y="1397000"/>
                  </a:lnTo>
                  <a:lnTo>
                    <a:pt x="100317" y="1435100"/>
                  </a:lnTo>
                  <a:lnTo>
                    <a:pt x="127546" y="1473200"/>
                  </a:lnTo>
                  <a:lnTo>
                    <a:pt x="159270" y="1511300"/>
                  </a:lnTo>
                  <a:lnTo>
                    <a:pt x="195821" y="1549400"/>
                  </a:lnTo>
                  <a:lnTo>
                    <a:pt x="237553" y="1574800"/>
                  </a:lnTo>
                  <a:lnTo>
                    <a:pt x="274980" y="1600200"/>
                  </a:lnTo>
                  <a:lnTo>
                    <a:pt x="316890" y="1612900"/>
                  </a:lnTo>
                  <a:lnTo>
                    <a:pt x="362788" y="1625600"/>
                  </a:lnTo>
                  <a:lnTo>
                    <a:pt x="459867" y="1625600"/>
                  </a:lnTo>
                  <a:lnTo>
                    <a:pt x="509524" y="1612900"/>
                  </a:lnTo>
                  <a:lnTo>
                    <a:pt x="560755" y="1612900"/>
                  </a:lnTo>
                  <a:lnTo>
                    <a:pt x="773112" y="1562100"/>
                  </a:lnTo>
                  <a:lnTo>
                    <a:pt x="825995" y="1536700"/>
                  </a:lnTo>
                  <a:lnTo>
                    <a:pt x="942746" y="1511300"/>
                  </a:lnTo>
                  <a:lnTo>
                    <a:pt x="997737" y="1485900"/>
                  </a:lnTo>
                  <a:lnTo>
                    <a:pt x="1049642" y="1473200"/>
                  </a:lnTo>
                  <a:lnTo>
                    <a:pt x="1097838" y="1473200"/>
                  </a:lnTo>
                  <a:lnTo>
                    <a:pt x="1141717" y="1460500"/>
                  </a:lnTo>
                  <a:lnTo>
                    <a:pt x="1237208" y="1460500"/>
                  </a:lnTo>
                  <a:lnTo>
                    <a:pt x="1328445" y="1485900"/>
                  </a:lnTo>
                  <a:lnTo>
                    <a:pt x="1375765" y="1511300"/>
                  </a:lnTo>
                  <a:lnTo>
                    <a:pt x="1424279" y="1536700"/>
                  </a:lnTo>
                  <a:lnTo>
                    <a:pt x="1474050" y="1562100"/>
                  </a:lnTo>
                  <a:lnTo>
                    <a:pt x="1585963" y="1562100"/>
                  </a:lnTo>
                  <a:lnTo>
                    <a:pt x="1640179" y="1574800"/>
                  </a:lnTo>
                  <a:lnTo>
                    <a:pt x="1693138" y="1574800"/>
                  </a:lnTo>
                  <a:lnTo>
                    <a:pt x="1744738" y="1587500"/>
                  </a:lnTo>
                  <a:lnTo>
                    <a:pt x="1794916" y="1587500"/>
                  </a:lnTo>
                  <a:lnTo>
                    <a:pt x="1890636" y="1612900"/>
                  </a:lnTo>
                  <a:lnTo>
                    <a:pt x="1936026" y="1625600"/>
                  </a:lnTo>
                  <a:lnTo>
                    <a:pt x="1979650" y="1638300"/>
                  </a:lnTo>
                  <a:lnTo>
                    <a:pt x="2021446" y="1638300"/>
                  </a:lnTo>
                  <a:lnTo>
                    <a:pt x="2061311" y="1651000"/>
                  </a:lnTo>
                  <a:lnTo>
                    <a:pt x="2099170" y="1663700"/>
                  </a:lnTo>
                  <a:lnTo>
                    <a:pt x="2139302" y="1651000"/>
                  </a:lnTo>
                  <a:lnTo>
                    <a:pt x="2176411" y="1625600"/>
                  </a:lnTo>
                  <a:lnTo>
                    <a:pt x="2210574" y="1600200"/>
                  </a:lnTo>
                  <a:lnTo>
                    <a:pt x="2241854" y="1562100"/>
                  </a:lnTo>
                  <a:lnTo>
                    <a:pt x="2270290" y="1524000"/>
                  </a:lnTo>
                  <a:lnTo>
                    <a:pt x="2295944" y="1485900"/>
                  </a:lnTo>
                  <a:lnTo>
                    <a:pt x="2318893" y="1447800"/>
                  </a:lnTo>
                  <a:lnTo>
                    <a:pt x="2323960" y="1435100"/>
                  </a:lnTo>
                  <a:lnTo>
                    <a:pt x="2339175" y="1397000"/>
                  </a:lnTo>
                  <a:lnTo>
                    <a:pt x="2356853" y="1358900"/>
                  </a:lnTo>
                  <a:lnTo>
                    <a:pt x="2371979" y="1308100"/>
                  </a:lnTo>
                  <a:lnTo>
                    <a:pt x="2384628" y="1257300"/>
                  </a:lnTo>
                  <a:lnTo>
                    <a:pt x="2394839" y="1206500"/>
                  </a:lnTo>
                  <a:lnTo>
                    <a:pt x="2402687" y="1155700"/>
                  </a:lnTo>
                  <a:lnTo>
                    <a:pt x="2404072" y="1143000"/>
                  </a:lnTo>
                  <a:lnTo>
                    <a:pt x="2408224" y="1104900"/>
                  </a:lnTo>
                  <a:lnTo>
                    <a:pt x="2411501" y="1041400"/>
                  </a:lnTo>
                  <a:lnTo>
                    <a:pt x="2412581" y="990600"/>
                  </a:lnTo>
                  <a:close/>
                </a:path>
              </a:pathLst>
            </a:custGeom>
            <a:solidFill>
              <a:srgbClr val="FF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0389" y="1832712"/>
              <a:ext cx="231295" cy="356317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0140" y="2767488"/>
              <a:ext cx="230880" cy="35673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1043" y="2767488"/>
              <a:ext cx="231308" cy="356731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56442" y="2832754"/>
              <a:ext cx="135029" cy="244895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21846" y="2832754"/>
              <a:ext cx="135030" cy="244895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32882" y="1671012"/>
              <a:ext cx="247138" cy="13503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818929" y="3442212"/>
              <a:ext cx="2239645" cy="700405"/>
            </a:xfrm>
            <a:custGeom>
              <a:avLst/>
              <a:gdLst/>
              <a:ahLst/>
              <a:cxnLst/>
              <a:rect l="l" t="t" r="r" b="b"/>
              <a:pathLst>
                <a:path w="2239645" h="700404">
                  <a:moveTo>
                    <a:pt x="1119397" y="700135"/>
                  </a:moveTo>
                  <a:lnTo>
                    <a:pt x="1048624" y="699447"/>
                  </a:lnTo>
                  <a:lnTo>
                    <a:pt x="979018" y="697408"/>
                  </a:lnTo>
                  <a:lnTo>
                    <a:pt x="910711" y="694061"/>
                  </a:lnTo>
                  <a:lnTo>
                    <a:pt x="843833" y="689446"/>
                  </a:lnTo>
                  <a:lnTo>
                    <a:pt x="778516" y="683604"/>
                  </a:lnTo>
                  <a:lnTo>
                    <a:pt x="714892" y="676576"/>
                  </a:lnTo>
                  <a:lnTo>
                    <a:pt x="653090" y="668403"/>
                  </a:lnTo>
                  <a:lnTo>
                    <a:pt x="593244" y="659126"/>
                  </a:lnTo>
                  <a:lnTo>
                    <a:pt x="535484" y="648787"/>
                  </a:lnTo>
                  <a:lnTo>
                    <a:pt x="479942" y="637425"/>
                  </a:lnTo>
                  <a:lnTo>
                    <a:pt x="426748" y="625082"/>
                  </a:lnTo>
                  <a:lnTo>
                    <a:pt x="376035" y="611798"/>
                  </a:lnTo>
                  <a:lnTo>
                    <a:pt x="327933" y="597616"/>
                  </a:lnTo>
                  <a:lnTo>
                    <a:pt x="282573" y="582576"/>
                  </a:lnTo>
                  <a:lnTo>
                    <a:pt x="240088" y="566718"/>
                  </a:lnTo>
                  <a:lnTo>
                    <a:pt x="200609" y="550084"/>
                  </a:lnTo>
                  <a:lnTo>
                    <a:pt x="164266" y="532715"/>
                  </a:lnTo>
                  <a:lnTo>
                    <a:pt x="101515" y="495935"/>
                  </a:lnTo>
                  <a:lnTo>
                    <a:pt x="52888" y="456706"/>
                  </a:lnTo>
                  <a:lnTo>
                    <a:pt x="19433" y="415355"/>
                  </a:lnTo>
                  <a:lnTo>
                    <a:pt x="2203" y="372210"/>
                  </a:lnTo>
                  <a:lnTo>
                    <a:pt x="0" y="350067"/>
                  </a:lnTo>
                  <a:lnTo>
                    <a:pt x="2203" y="327925"/>
                  </a:lnTo>
                  <a:lnTo>
                    <a:pt x="19433" y="284780"/>
                  </a:lnTo>
                  <a:lnTo>
                    <a:pt x="52888" y="243429"/>
                  </a:lnTo>
                  <a:lnTo>
                    <a:pt x="101515" y="204200"/>
                  </a:lnTo>
                  <a:lnTo>
                    <a:pt x="164266" y="167420"/>
                  </a:lnTo>
                  <a:lnTo>
                    <a:pt x="200609" y="150051"/>
                  </a:lnTo>
                  <a:lnTo>
                    <a:pt x="240088" y="133417"/>
                  </a:lnTo>
                  <a:lnTo>
                    <a:pt x="282573" y="117559"/>
                  </a:lnTo>
                  <a:lnTo>
                    <a:pt x="327933" y="102519"/>
                  </a:lnTo>
                  <a:lnTo>
                    <a:pt x="376035" y="88336"/>
                  </a:lnTo>
                  <a:lnTo>
                    <a:pt x="426748" y="75053"/>
                  </a:lnTo>
                  <a:lnTo>
                    <a:pt x="479942" y="62710"/>
                  </a:lnTo>
                  <a:lnTo>
                    <a:pt x="535484" y="51348"/>
                  </a:lnTo>
                  <a:lnTo>
                    <a:pt x="593244" y="41008"/>
                  </a:lnTo>
                  <a:lnTo>
                    <a:pt x="653090" y="31732"/>
                  </a:lnTo>
                  <a:lnTo>
                    <a:pt x="714892" y="23559"/>
                  </a:lnTo>
                  <a:lnTo>
                    <a:pt x="778516" y="16531"/>
                  </a:lnTo>
                  <a:lnTo>
                    <a:pt x="843833" y="10689"/>
                  </a:lnTo>
                  <a:lnTo>
                    <a:pt x="910711" y="6074"/>
                  </a:lnTo>
                  <a:lnTo>
                    <a:pt x="979018" y="2726"/>
                  </a:lnTo>
                  <a:lnTo>
                    <a:pt x="1048624" y="688"/>
                  </a:lnTo>
                  <a:lnTo>
                    <a:pt x="1119397" y="0"/>
                  </a:lnTo>
                  <a:lnTo>
                    <a:pt x="1190216" y="688"/>
                  </a:lnTo>
                  <a:lnTo>
                    <a:pt x="1259864" y="2726"/>
                  </a:lnTo>
                  <a:lnTo>
                    <a:pt x="1328211" y="6074"/>
                  </a:lnTo>
                  <a:lnTo>
                    <a:pt x="1395125" y="10689"/>
                  </a:lnTo>
                  <a:lnTo>
                    <a:pt x="1460474" y="16531"/>
                  </a:lnTo>
                  <a:lnTo>
                    <a:pt x="1524129" y="23559"/>
                  </a:lnTo>
                  <a:lnTo>
                    <a:pt x="1585957" y="31732"/>
                  </a:lnTo>
                  <a:lnTo>
                    <a:pt x="1645827" y="41008"/>
                  </a:lnTo>
                  <a:lnTo>
                    <a:pt x="1703609" y="51348"/>
                  </a:lnTo>
                  <a:lnTo>
                    <a:pt x="1759171" y="62710"/>
                  </a:lnTo>
                  <a:lnTo>
                    <a:pt x="1812382" y="75053"/>
                  </a:lnTo>
                  <a:lnTo>
                    <a:pt x="1863110" y="88336"/>
                  </a:lnTo>
                  <a:lnTo>
                    <a:pt x="1911225" y="102519"/>
                  </a:lnTo>
                  <a:lnTo>
                    <a:pt x="1956595" y="117559"/>
                  </a:lnTo>
                  <a:lnTo>
                    <a:pt x="1999090" y="133417"/>
                  </a:lnTo>
                  <a:lnTo>
                    <a:pt x="2038578" y="150051"/>
                  </a:lnTo>
                  <a:lnTo>
                    <a:pt x="2074927" y="167420"/>
                  </a:lnTo>
                  <a:lnTo>
                    <a:pt x="2137687" y="204200"/>
                  </a:lnTo>
                  <a:lnTo>
                    <a:pt x="2186319" y="243429"/>
                  </a:lnTo>
                  <a:lnTo>
                    <a:pt x="2219776" y="284780"/>
                  </a:lnTo>
                  <a:lnTo>
                    <a:pt x="2237007" y="327925"/>
                  </a:lnTo>
                  <a:lnTo>
                    <a:pt x="2239210" y="350067"/>
                  </a:lnTo>
                  <a:lnTo>
                    <a:pt x="2237007" y="372210"/>
                  </a:lnTo>
                  <a:lnTo>
                    <a:pt x="2219776" y="415355"/>
                  </a:lnTo>
                  <a:lnTo>
                    <a:pt x="2186319" y="456706"/>
                  </a:lnTo>
                  <a:lnTo>
                    <a:pt x="2137687" y="495935"/>
                  </a:lnTo>
                  <a:lnTo>
                    <a:pt x="2074927" y="532715"/>
                  </a:lnTo>
                  <a:lnTo>
                    <a:pt x="2038578" y="550084"/>
                  </a:lnTo>
                  <a:lnTo>
                    <a:pt x="1999090" y="566718"/>
                  </a:lnTo>
                  <a:lnTo>
                    <a:pt x="1956595" y="582576"/>
                  </a:lnTo>
                  <a:lnTo>
                    <a:pt x="1911225" y="597616"/>
                  </a:lnTo>
                  <a:lnTo>
                    <a:pt x="1863110" y="611798"/>
                  </a:lnTo>
                  <a:lnTo>
                    <a:pt x="1812382" y="625082"/>
                  </a:lnTo>
                  <a:lnTo>
                    <a:pt x="1759171" y="637425"/>
                  </a:lnTo>
                  <a:lnTo>
                    <a:pt x="1703609" y="648787"/>
                  </a:lnTo>
                  <a:lnTo>
                    <a:pt x="1645827" y="659126"/>
                  </a:lnTo>
                  <a:lnTo>
                    <a:pt x="1585957" y="668403"/>
                  </a:lnTo>
                  <a:lnTo>
                    <a:pt x="1524129" y="676576"/>
                  </a:lnTo>
                  <a:lnTo>
                    <a:pt x="1460474" y="683604"/>
                  </a:lnTo>
                  <a:lnTo>
                    <a:pt x="1395125" y="689446"/>
                  </a:lnTo>
                  <a:lnTo>
                    <a:pt x="1328211" y="694061"/>
                  </a:lnTo>
                  <a:lnTo>
                    <a:pt x="1259864" y="697408"/>
                  </a:lnTo>
                  <a:lnTo>
                    <a:pt x="1190216" y="699447"/>
                  </a:lnTo>
                  <a:lnTo>
                    <a:pt x="1119397" y="700135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818929" y="3442212"/>
              <a:ext cx="2239645" cy="700405"/>
            </a:xfrm>
            <a:custGeom>
              <a:avLst/>
              <a:gdLst/>
              <a:ahLst/>
              <a:cxnLst/>
              <a:rect l="l" t="t" r="r" b="b"/>
              <a:pathLst>
                <a:path w="2239645" h="700404">
                  <a:moveTo>
                    <a:pt x="1119397" y="700135"/>
                  </a:moveTo>
                  <a:lnTo>
                    <a:pt x="1048624" y="699447"/>
                  </a:lnTo>
                  <a:lnTo>
                    <a:pt x="979018" y="697408"/>
                  </a:lnTo>
                  <a:lnTo>
                    <a:pt x="910711" y="694061"/>
                  </a:lnTo>
                  <a:lnTo>
                    <a:pt x="843833" y="689446"/>
                  </a:lnTo>
                  <a:lnTo>
                    <a:pt x="778516" y="683604"/>
                  </a:lnTo>
                  <a:lnTo>
                    <a:pt x="714892" y="676576"/>
                  </a:lnTo>
                  <a:lnTo>
                    <a:pt x="653090" y="668403"/>
                  </a:lnTo>
                  <a:lnTo>
                    <a:pt x="593244" y="659126"/>
                  </a:lnTo>
                  <a:lnTo>
                    <a:pt x="535484" y="648787"/>
                  </a:lnTo>
                  <a:lnTo>
                    <a:pt x="479942" y="637425"/>
                  </a:lnTo>
                  <a:lnTo>
                    <a:pt x="426748" y="625082"/>
                  </a:lnTo>
                  <a:lnTo>
                    <a:pt x="376035" y="611798"/>
                  </a:lnTo>
                  <a:lnTo>
                    <a:pt x="327933" y="597616"/>
                  </a:lnTo>
                  <a:lnTo>
                    <a:pt x="282573" y="582576"/>
                  </a:lnTo>
                  <a:lnTo>
                    <a:pt x="240088" y="566718"/>
                  </a:lnTo>
                  <a:lnTo>
                    <a:pt x="200609" y="550084"/>
                  </a:lnTo>
                  <a:lnTo>
                    <a:pt x="164266" y="532715"/>
                  </a:lnTo>
                  <a:lnTo>
                    <a:pt x="101515" y="495935"/>
                  </a:lnTo>
                  <a:lnTo>
                    <a:pt x="52888" y="456706"/>
                  </a:lnTo>
                  <a:lnTo>
                    <a:pt x="19433" y="415355"/>
                  </a:lnTo>
                  <a:lnTo>
                    <a:pt x="2203" y="372210"/>
                  </a:lnTo>
                  <a:lnTo>
                    <a:pt x="0" y="350067"/>
                  </a:lnTo>
                  <a:lnTo>
                    <a:pt x="2203" y="327925"/>
                  </a:lnTo>
                  <a:lnTo>
                    <a:pt x="19433" y="284780"/>
                  </a:lnTo>
                  <a:lnTo>
                    <a:pt x="52888" y="243429"/>
                  </a:lnTo>
                  <a:lnTo>
                    <a:pt x="101515" y="204200"/>
                  </a:lnTo>
                  <a:lnTo>
                    <a:pt x="164266" y="167420"/>
                  </a:lnTo>
                  <a:lnTo>
                    <a:pt x="200609" y="150051"/>
                  </a:lnTo>
                  <a:lnTo>
                    <a:pt x="240088" y="133417"/>
                  </a:lnTo>
                  <a:lnTo>
                    <a:pt x="282573" y="117559"/>
                  </a:lnTo>
                  <a:lnTo>
                    <a:pt x="327933" y="102519"/>
                  </a:lnTo>
                  <a:lnTo>
                    <a:pt x="376035" y="88336"/>
                  </a:lnTo>
                  <a:lnTo>
                    <a:pt x="426748" y="75053"/>
                  </a:lnTo>
                  <a:lnTo>
                    <a:pt x="479942" y="62710"/>
                  </a:lnTo>
                  <a:lnTo>
                    <a:pt x="535484" y="51348"/>
                  </a:lnTo>
                  <a:lnTo>
                    <a:pt x="593244" y="41008"/>
                  </a:lnTo>
                  <a:lnTo>
                    <a:pt x="653090" y="31732"/>
                  </a:lnTo>
                  <a:lnTo>
                    <a:pt x="714892" y="23559"/>
                  </a:lnTo>
                  <a:lnTo>
                    <a:pt x="778516" y="16531"/>
                  </a:lnTo>
                  <a:lnTo>
                    <a:pt x="843833" y="10689"/>
                  </a:lnTo>
                  <a:lnTo>
                    <a:pt x="910711" y="6074"/>
                  </a:lnTo>
                  <a:lnTo>
                    <a:pt x="979018" y="2726"/>
                  </a:lnTo>
                  <a:lnTo>
                    <a:pt x="1048624" y="688"/>
                  </a:lnTo>
                  <a:lnTo>
                    <a:pt x="1119397" y="0"/>
                  </a:lnTo>
                  <a:lnTo>
                    <a:pt x="1190216" y="688"/>
                  </a:lnTo>
                  <a:lnTo>
                    <a:pt x="1259864" y="2726"/>
                  </a:lnTo>
                  <a:lnTo>
                    <a:pt x="1328211" y="6074"/>
                  </a:lnTo>
                  <a:lnTo>
                    <a:pt x="1395125" y="10689"/>
                  </a:lnTo>
                  <a:lnTo>
                    <a:pt x="1460474" y="16531"/>
                  </a:lnTo>
                  <a:lnTo>
                    <a:pt x="1524129" y="23559"/>
                  </a:lnTo>
                  <a:lnTo>
                    <a:pt x="1585957" y="31732"/>
                  </a:lnTo>
                  <a:lnTo>
                    <a:pt x="1645827" y="41008"/>
                  </a:lnTo>
                  <a:lnTo>
                    <a:pt x="1703609" y="51348"/>
                  </a:lnTo>
                  <a:lnTo>
                    <a:pt x="1759171" y="62710"/>
                  </a:lnTo>
                  <a:lnTo>
                    <a:pt x="1812382" y="75053"/>
                  </a:lnTo>
                  <a:lnTo>
                    <a:pt x="1863110" y="88336"/>
                  </a:lnTo>
                  <a:lnTo>
                    <a:pt x="1911225" y="102519"/>
                  </a:lnTo>
                  <a:lnTo>
                    <a:pt x="1956595" y="117559"/>
                  </a:lnTo>
                  <a:lnTo>
                    <a:pt x="1999090" y="133417"/>
                  </a:lnTo>
                  <a:lnTo>
                    <a:pt x="2038578" y="150051"/>
                  </a:lnTo>
                  <a:lnTo>
                    <a:pt x="2074927" y="167420"/>
                  </a:lnTo>
                  <a:lnTo>
                    <a:pt x="2137687" y="204200"/>
                  </a:lnTo>
                  <a:lnTo>
                    <a:pt x="2186319" y="243429"/>
                  </a:lnTo>
                  <a:lnTo>
                    <a:pt x="2219776" y="284780"/>
                  </a:lnTo>
                  <a:lnTo>
                    <a:pt x="2237007" y="327925"/>
                  </a:lnTo>
                  <a:lnTo>
                    <a:pt x="2239210" y="350067"/>
                  </a:lnTo>
                  <a:lnTo>
                    <a:pt x="2237007" y="372210"/>
                  </a:lnTo>
                  <a:lnTo>
                    <a:pt x="2219776" y="415355"/>
                  </a:lnTo>
                  <a:lnTo>
                    <a:pt x="2186319" y="456706"/>
                  </a:lnTo>
                  <a:lnTo>
                    <a:pt x="2137687" y="495935"/>
                  </a:lnTo>
                  <a:lnTo>
                    <a:pt x="2074927" y="532715"/>
                  </a:lnTo>
                  <a:lnTo>
                    <a:pt x="2038578" y="550084"/>
                  </a:lnTo>
                  <a:lnTo>
                    <a:pt x="1999090" y="566718"/>
                  </a:lnTo>
                  <a:lnTo>
                    <a:pt x="1956595" y="582576"/>
                  </a:lnTo>
                  <a:lnTo>
                    <a:pt x="1911225" y="597616"/>
                  </a:lnTo>
                  <a:lnTo>
                    <a:pt x="1863110" y="611798"/>
                  </a:lnTo>
                  <a:lnTo>
                    <a:pt x="1812382" y="625082"/>
                  </a:lnTo>
                  <a:lnTo>
                    <a:pt x="1759171" y="637425"/>
                  </a:lnTo>
                  <a:lnTo>
                    <a:pt x="1703609" y="648787"/>
                  </a:lnTo>
                  <a:lnTo>
                    <a:pt x="1645827" y="659126"/>
                  </a:lnTo>
                  <a:lnTo>
                    <a:pt x="1585957" y="668403"/>
                  </a:lnTo>
                  <a:lnTo>
                    <a:pt x="1524129" y="676576"/>
                  </a:lnTo>
                  <a:lnTo>
                    <a:pt x="1460474" y="683604"/>
                  </a:lnTo>
                  <a:lnTo>
                    <a:pt x="1395125" y="689446"/>
                  </a:lnTo>
                  <a:lnTo>
                    <a:pt x="1328211" y="694061"/>
                  </a:lnTo>
                  <a:lnTo>
                    <a:pt x="1259864" y="697408"/>
                  </a:lnTo>
                  <a:lnTo>
                    <a:pt x="1190216" y="699447"/>
                  </a:lnTo>
                  <a:lnTo>
                    <a:pt x="1119397" y="700135"/>
                  </a:lnTo>
                  <a:close/>
                </a:path>
              </a:pathLst>
            </a:custGeom>
            <a:solidFill>
              <a:srgbClr val="FA9E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926021" y="3441801"/>
              <a:ext cx="2047875" cy="626745"/>
            </a:xfrm>
            <a:custGeom>
              <a:avLst/>
              <a:gdLst/>
              <a:ahLst/>
              <a:cxnLst/>
              <a:rect l="l" t="t" r="r" b="b"/>
              <a:pathLst>
                <a:path w="2047875" h="626745">
                  <a:moveTo>
                    <a:pt x="2047506" y="313397"/>
                  </a:moveTo>
                  <a:lnTo>
                    <a:pt x="2035378" y="264337"/>
                  </a:lnTo>
                  <a:lnTo>
                    <a:pt x="2004263" y="222161"/>
                  </a:lnTo>
                  <a:lnTo>
                    <a:pt x="1975358" y="196710"/>
                  </a:lnTo>
                  <a:lnTo>
                    <a:pt x="1939798" y="172491"/>
                  </a:lnTo>
                  <a:lnTo>
                    <a:pt x="1897888" y="149606"/>
                  </a:lnTo>
                  <a:lnTo>
                    <a:pt x="1832686" y="120764"/>
                  </a:lnTo>
                  <a:lnTo>
                    <a:pt x="1796338" y="107264"/>
                  </a:lnTo>
                  <a:lnTo>
                    <a:pt x="1757629" y="94424"/>
                  </a:lnTo>
                  <a:lnTo>
                    <a:pt x="1716659" y="82257"/>
                  </a:lnTo>
                  <a:lnTo>
                    <a:pt x="1673529" y="70815"/>
                  </a:lnTo>
                  <a:lnTo>
                    <a:pt x="1628330" y="60109"/>
                  </a:lnTo>
                  <a:lnTo>
                    <a:pt x="1581162" y="50177"/>
                  </a:lnTo>
                  <a:lnTo>
                    <a:pt x="1532140" y="41046"/>
                  </a:lnTo>
                  <a:lnTo>
                    <a:pt x="1481353" y="32753"/>
                  </a:lnTo>
                  <a:lnTo>
                    <a:pt x="1428902" y="25323"/>
                  </a:lnTo>
                  <a:lnTo>
                    <a:pt x="1374889" y="18783"/>
                  </a:lnTo>
                  <a:lnTo>
                    <a:pt x="1319403" y="13169"/>
                  </a:lnTo>
                  <a:lnTo>
                    <a:pt x="1262570" y="8509"/>
                  </a:lnTo>
                  <a:lnTo>
                    <a:pt x="1204455" y="4838"/>
                  </a:lnTo>
                  <a:lnTo>
                    <a:pt x="1143254" y="2082"/>
                  </a:lnTo>
                  <a:lnTo>
                    <a:pt x="1141958" y="2082"/>
                  </a:lnTo>
                  <a:lnTo>
                    <a:pt x="1084033" y="533"/>
                  </a:lnTo>
                  <a:lnTo>
                    <a:pt x="1023556" y="0"/>
                  </a:lnTo>
                  <a:lnTo>
                    <a:pt x="963599" y="533"/>
                  </a:lnTo>
                  <a:lnTo>
                    <a:pt x="904544" y="2082"/>
                  </a:lnTo>
                  <a:lnTo>
                    <a:pt x="846493" y="4635"/>
                  </a:lnTo>
                  <a:lnTo>
                    <a:pt x="789533" y="8178"/>
                  </a:lnTo>
                  <a:lnTo>
                    <a:pt x="733755" y="12649"/>
                  </a:lnTo>
                  <a:lnTo>
                    <a:pt x="679272" y="18046"/>
                  </a:lnTo>
                  <a:lnTo>
                    <a:pt x="626173" y="24333"/>
                  </a:lnTo>
                  <a:lnTo>
                    <a:pt x="574548" y="31470"/>
                  </a:lnTo>
                  <a:lnTo>
                    <a:pt x="524510" y="39458"/>
                  </a:lnTo>
                  <a:lnTo>
                    <a:pt x="476135" y="48234"/>
                  </a:lnTo>
                  <a:lnTo>
                    <a:pt x="429526" y="57797"/>
                  </a:lnTo>
                  <a:lnTo>
                    <a:pt x="384797" y="68097"/>
                  </a:lnTo>
                  <a:lnTo>
                    <a:pt x="342023" y="79133"/>
                  </a:lnTo>
                  <a:lnTo>
                    <a:pt x="301307" y="90843"/>
                  </a:lnTo>
                  <a:lnTo>
                    <a:pt x="247942" y="108280"/>
                  </a:lnTo>
                  <a:lnTo>
                    <a:pt x="199123" y="126961"/>
                  </a:lnTo>
                  <a:lnTo>
                    <a:pt x="154851" y="146862"/>
                  </a:lnTo>
                  <a:lnTo>
                    <a:pt x="115646" y="167779"/>
                  </a:lnTo>
                  <a:lnTo>
                    <a:pt x="81686" y="189611"/>
                  </a:lnTo>
                  <a:lnTo>
                    <a:pt x="47091" y="218427"/>
                  </a:lnTo>
                  <a:lnTo>
                    <a:pt x="21259" y="248805"/>
                  </a:lnTo>
                  <a:lnTo>
                    <a:pt x="1397" y="296672"/>
                  </a:lnTo>
                  <a:lnTo>
                    <a:pt x="1295" y="297903"/>
                  </a:lnTo>
                  <a:lnTo>
                    <a:pt x="0" y="313397"/>
                  </a:lnTo>
                  <a:lnTo>
                    <a:pt x="12141" y="362038"/>
                  </a:lnTo>
                  <a:lnTo>
                    <a:pt x="43243" y="404202"/>
                  </a:lnTo>
                  <a:lnTo>
                    <a:pt x="72148" y="429666"/>
                  </a:lnTo>
                  <a:lnTo>
                    <a:pt x="107708" y="453885"/>
                  </a:lnTo>
                  <a:lnTo>
                    <a:pt x="149618" y="476770"/>
                  </a:lnTo>
                  <a:lnTo>
                    <a:pt x="214820" y="505599"/>
                  </a:lnTo>
                  <a:lnTo>
                    <a:pt x="251167" y="519099"/>
                  </a:lnTo>
                  <a:lnTo>
                    <a:pt x="289877" y="531952"/>
                  </a:lnTo>
                  <a:lnTo>
                    <a:pt x="330835" y="544106"/>
                  </a:lnTo>
                  <a:lnTo>
                    <a:pt x="373964" y="555561"/>
                  </a:lnTo>
                  <a:lnTo>
                    <a:pt x="419163" y="566267"/>
                  </a:lnTo>
                  <a:lnTo>
                    <a:pt x="466305" y="576199"/>
                  </a:lnTo>
                  <a:lnTo>
                    <a:pt x="515315" y="585330"/>
                  </a:lnTo>
                  <a:lnTo>
                    <a:pt x="566089" y="593623"/>
                  </a:lnTo>
                  <a:lnTo>
                    <a:pt x="618515" y="601052"/>
                  </a:lnTo>
                  <a:lnTo>
                    <a:pt x="672503" y="607593"/>
                  </a:lnTo>
                  <a:lnTo>
                    <a:pt x="727951" y="613206"/>
                  </a:lnTo>
                  <a:lnTo>
                    <a:pt x="784758" y="617867"/>
                  </a:lnTo>
                  <a:lnTo>
                    <a:pt x="842822" y="621550"/>
                  </a:lnTo>
                  <a:lnTo>
                    <a:pt x="902042" y="624217"/>
                  </a:lnTo>
                  <a:lnTo>
                    <a:pt x="962317" y="625830"/>
                  </a:lnTo>
                  <a:lnTo>
                    <a:pt x="1023556" y="626376"/>
                  </a:lnTo>
                  <a:lnTo>
                    <a:pt x="1086116" y="625830"/>
                  </a:lnTo>
                  <a:lnTo>
                    <a:pt x="1084427" y="625830"/>
                  </a:lnTo>
                  <a:lnTo>
                    <a:pt x="1146022" y="624217"/>
                  </a:lnTo>
                  <a:lnTo>
                    <a:pt x="1144689" y="624217"/>
                  </a:lnTo>
                  <a:lnTo>
                    <a:pt x="1200823" y="621741"/>
                  </a:lnTo>
                  <a:lnTo>
                    <a:pt x="1233728" y="619709"/>
                  </a:lnTo>
                  <a:lnTo>
                    <a:pt x="1313637" y="613727"/>
                  </a:lnTo>
                  <a:lnTo>
                    <a:pt x="1368158" y="608342"/>
                  </a:lnTo>
                  <a:lnTo>
                    <a:pt x="1421282" y="602056"/>
                  </a:lnTo>
                  <a:lnTo>
                    <a:pt x="1472920" y="594906"/>
                  </a:lnTo>
                  <a:lnTo>
                    <a:pt x="1523187" y="586892"/>
                  </a:lnTo>
                  <a:lnTo>
                    <a:pt x="1571358" y="578142"/>
                  </a:lnTo>
                  <a:lnTo>
                    <a:pt x="1617967" y="568579"/>
                  </a:lnTo>
                  <a:lnTo>
                    <a:pt x="1662709" y="558266"/>
                  </a:lnTo>
                  <a:lnTo>
                    <a:pt x="1705483" y="547243"/>
                  </a:lnTo>
                  <a:lnTo>
                    <a:pt x="1746199" y="535520"/>
                  </a:lnTo>
                  <a:lnTo>
                    <a:pt x="1799564" y="518096"/>
                  </a:lnTo>
                  <a:lnTo>
                    <a:pt x="1848472" y="499376"/>
                  </a:lnTo>
                  <a:lnTo>
                    <a:pt x="1892655" y="479501"/>
                  </a:lnTo>
                  <a:lnTo>
                    <a:pt x="1931860" y="458584"/>
                  </a:lnTo>
                  <a:lnTo>
                    <a:pt x="1965820" y="436753"/>
                  </a:lnTo>
                  <a:lnTo>
                    <a:pt x="2000415" y="407949"/>
                  </a:lnTo>
                  <a:lnTo>
                    <a:pt x="2026246" y="377571"/>
                  </a:lnTo>
                  <a:lnTo>
                    <a:pt x="2046122" y="329869"/>
                  </a:lnTo>
                  <a:lnTo>
                    <a:pt x="2046224" y="328637"/>
                  </a:lnTo>
                  <a:lnTo>
                    <a:pt x="2047506" y="31339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040228" y="3416373"/>
              <a:ext cx="1819275" cy="525780"/>
            </a:xfrm>
            <a:custGeom>
              <a:avLst/>
              <a:gdLst/>
              <a:ahLst/>
              <a:cxnLst/>
              <a:rect l="l" t="t" r="r" b="b"/>
              <a:pathLst>
                <a:path w="1819275" h="525779">
                  <a:moveTo>
                    <a:pt x="909352" y="525523"/>
                  </a:moveTo>
                  <a:lnTo>
                    <a:pt x="838291" y="524733"/>
                  </a:lnTo>
                  <a:lnTo>
                    <a:pt x="768725" y="522403"/>
                  </a:lnTo>
                  <a:lnTo>
                    <a:pt x="700857" y="518590"/>
                  </a:lnTo>
                  <a:lnTo>
                    <a:pt x="634888" y="513353"/>
                  </a:lnTo>
                  <a:lnTo>
                    <a:pt x="571021" y="506750"/>
                  </a:lnTo>
                  <a:lnTo>
                    <a:pt x="509457" y="498840"/>
                  </a:lnTo>
                  <a:lnTo>
                    <a:pt x="450400" y="489681"/>
                  </a:lnTo>
                  <a:lnTo>
                    <a:pt x="394051" y="479332"/>
                  </a:lnTo>
                  <a:lnTo>
                    <a:pt x="340613" y="467850"/>
                  </a:lnTo>
                  <a:lnTo>
                    <a:pt x="290288" y="455293"/>
                  </a:lnTo>
                  <a:lnTo>
                    <a:pt x="243278" y="441722"/>
                  </a:lnTo>
                  <a:lnTo>
                    <a:pt x="199785" y="427192"/>
                  </a:lnTo>
                  <a:lnTo>
                    <a:pt x="160012" y="411764"/>
                  </a:lnTo>
                  <a:lnTo>
                    <a:pt x="124161" y="395495"/>
                  </a:lnTo>
                  <a:lnTo>
                    <a:pt x="65032" y="360667"/>
                  </a:lnTo>
                  <a:lnTo>
                    <a:pt x="24018" y="323177"/>
                  </a:lnTo>
                  <a:lnTo>
                    <a:pt x="2736" y="283490"/>
                  </a:lnTo>
                  <a:lnTo>
                    <a:pt x="0" y="262969"/>
                  </a:lnTo>
                  <a:lnTo>
                    <a:pt x="2736" y="242445"/>
                  </a:lnTo>
                  <a:lnTo>
                    <a:pt x="24018" y="202738"/>
                  </a:lnTo>
                  <a:lnTo>
                    <a:pt x="65032" y="165211"/>
                  </a:lnTo>
                  <a:lnTo>
                    <a:pt x="124161" y="130335"/>
                  </a:lnTo>
                  <a:lnTo>
                    <a:pt x="160012" y="114039"/>
                  </a:lnTo>
                  <a:lnTo>
                    <a:pt x="199785" y="98582"/>
                  </a:lnTo>
                  <a:lnTo>
                    <a:pt x="243278" y="84023"/>
                  </a:lnTo>
                  <a:lnTo>
                    <a:pt x="290288" y="70422"/>
                  </a:lnTo>
                  <a:lnTo>
                    <a:pt x="340613" y="57836"/>
                  </a:lnTo>
                  <a:lnTo>
                    <a:pt x="394051" y="46326"/>
                  </a:lnTo>
                  <a:lnTo>
                    <a:pt x="450400" y="35949"/>
                  </a:lnTo>
                  <a:lnTo>
                    <a:pt x="509457" y="26764"/>
                  </a:lnTo>
                  <a:lnTo>
                    <a:pt x="571021" y="18831"/>
                  </a:lnTo>
                  <a:lnTo>
                    <a:pt x="634888" y="12209"/>
                  </a:lnTo>
                  <a:lnTo>
                    <a:pt x="700857" y="6956"/>
                  </a:lnTo>
                  <a:lnTo>
                    <a:pt x="768725" y="3130"/>
                  </a:lnTo>
                  <a:lnTo>
                    <a:pt x="838291" y="792"/>
                  </a:lnTo>
                  <a:lnTo>
                    <a:pt x="909352" y="0"/>
                  </a:lnTo>
                  <a:lnTo>
                    <a:pt x="980469" y="792"/>
                  </a:lnTo>
                  <a:lnTo>
                    <a:pt x="1050086" y="3130"/>
                  </a:lnTo>
                  <a:lnTo>
                    <a:pt x="1118001" y="6956"/>
                  </a:lnTo>
                  <a:lnTo>
                    <a:pt x="1184011" y="12209"/>
                  </a:lnTo>
                  <a:lnTo>
                    <a:pt x="1247915" y="18831"/>
                  </a:lnTo>
                  <a:lnTo>
                    <a:pt x="1309511" y="26764"/>
                  </a:lnTo>
                  <a:lnTo>
                    <a:pt x="1368596" y="35949"/>
                  </a:lnTo>
                  <a:lnTo>
                    <a:pt x="1424969" y="46326"/>
                  </a:lnTo>
                  <a:lnTo>
                    <a:pt x="1478428" y="57836"/>
                  </a:lnTo>
                  <a:lnTo>
                    <a:pt x="1528771" y="70422"/>
                  </a:lnTo>
                  <a:lnTo>
                    <a:pt x="1575796" y="84023"/>
                  </a:lnTo>
                  <a:lnTo>
                    <a:pt x="1619301" y="98582"/>
                  </a:lnTo>
                  <a:lnTo>
                    <a:pt x="1659084" y="114039"/>
                  </a:lnTo>
                  <a:lnTo>
                    <a:pt x="1694943" y="130335"/>
                  </a:lnTo>
                  <a:lnTo>
                    <a:pt x="1754081" y="165211"/>
                  </a:lnTo>
                  <a:lnTo>
                    <a:pt x="1795099" y="202738"/>
                  </a:lnTo>
                  <a:lnTo>
                    <a:pt x="1816383" y="242445"/>
                  </a:lnTo>
                  <a:lnTo>
                    <a:pt x="1819119" y="262969"/>
                  </a:lnTo>
                  <a:lnTo>
                    <a:pt x="1816383" y="283490"/>
                  </a:lnTo>
                  <a:lnTo>
                    <a:pt x="1795099" y="323177"/>
                  </a:lnTo>
                  <a:lnTo>
                    <a:pt x="1754081" y="360667"/>
                  </a:lnTo>
                  <a:lnTo>
                    <a:pt x="1694943" y="395495"/>
                  </a:lnTo>
                  <a:lnTo>
                    <a:pt x="1659084" y="411764"/>
                  </a:lnTo>
                  <a:lnTo>
                    <a:pt x="1619301" y="427192"/>
                  </a:lnTo>
                  <a:lnTo>
                    <a:pt x="1575796" y="441722"/>
                  </a:lnTo>
                  <a:lnTo>
                    <a:pt x="1528771" y="455293"/>
                  </a:lnTo>
                  <a:lnTo>
                    <a:pt x="1478428" y="467850"/>
                  </a:lnTo>
                  <a:lnTo>
                    <a:pt x="1424969" y="479332"/>
                  </a:lnTo>
                  <a:lnTo>
                    <a:pt x="1368596" y="489681"/>
                  </a:lnTo>
                  <a:lnTo>
                    <a:pt x="1309511" y="498840"/>
                  </a:lnTo>
                  <a:lnTo>
                    <a:pt x="1247915" y="506750"/>
                  </a:lnTo>
                  <a:lnTo>
                    <a:pt x="1184011" y="513353"/>
                  </a:lnTo>
                  <a:lnTo>
                    <a:pt x="1118001" y="518590"/>
                  </a:lnTo>
                  <a:lnTo>
                    <a:pt x="1050086" y="522403"/>
                  </a:lnTo>
                  <a:lnTo>
                    <a:pt x="980469" y="524733"/>
                  </a:lnTo>
                  <a:lnTo>
                    <a:pt x="909352" y="525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036883" y="3413041"/>
              <a:ext cx="1826260" cy="532765"/>
            </a:xfrm>
            <a:custGeom>
              <a:avLst/>
              <a:gdLst/>
              <a:ahLst/>
              <a:cxnLst/>
              <a:rect l="l" t="t" r="r" b="b"/>
              <a:pathLst>
                <a:path w="1826259" h="532764">
                  <a:moveTo>
                    <a:pt x="912696" y="532602"/>
                  </a:moveTo>
                  <a:lnTo>
                    <a:pt x="851312" y="532012"/>
                  </a:lnTo>
                  <a:lnTo>
                    <a:pt x="791023" y="530269"/>
                  </a:lnTo>
                  <a:lnTo>
                    <a:pt x="731956" y="527408"/>
                  </a:lnTo>
                  <a:lnTo>
                    <a:pt x="674228" y="523466"/>
                  </a:lnTo>
                  <a:lnTo>
                    <a:pt x="617999" y="518484"/>
                  </a:lnTo>
                  <a:lnTo>
                    <a:pt x="563364" y="512495"/>
                  </a:lnTo>
                  <a:lnTo>
                    <a:pt x="509935" y="505456"/>
                  </a:lnTo>
                  <a:lnTo>
                    <a:pt x="459421" y="497650"/>
                  </a:lnTo>
                  <a:lnTo>
                    <a:pt x="410367" y="488868"/>
                  </a:lnTo>
                  <a:lnTo>
                    <a:pt x="363429" y="479229"/>
                  </a:lnTo>
                  <a:lnTo>
                    <a:pt x="318734" y="468771"/>
                  </a:lnTo>
                  <a:lnTo>
                    <a:pt x="276410" y="457531"/>
                  </a:lnTo>
                  <a:lnTo>
                    <a:pt x="236584" y="445546"/>
                  </a:lnTo>
                  <a:lnTo>
                    <a:pt x="199384" y="432853"/>
                  </a:lnTo>
                  <a:lnTo>
                    <a:pt x="133371" y="405493"/>
                  </a:lnTo>
                  <a:lnTo>
                    <a:pt x="96062" y="385893"/>
                  </a:lnTo>
                  <a:lnTo>
                    <a:pt x="38485" y="343727"/>
                  </a:lnTo>
                  <a:lnTo>
                    <a:pt x="10731" y="307968"/>
                  </a:lnTo>
                  <a:lnTo>
                    <a:pt x="0" y="266301"/>
                  </a:lnTo>
                  <a:lnTo>
                    <a:pt x="1130" y="253251"/>
                  </a:lnTo>
                  <a:lnTo>
                    <a:pt x="18760" y="211290"/>
                  </a:lnTo>
                  <a:lnTo>
                    <a:pt x="56387" y="173134"/>
                  </a:lnTo>
                  <a:lnTo>
                    <a:pt x="111457" y="137747"/>
                  </a:lnTo>
                  <a:lnTo>
                    <a:pt x="157278" y="116007"/>
                  </a:lnTo>
                  <a:lnTo>
                    <a:pt x="209896" y="95750"/>
                  </a:lnTo>
                  <a:lnTo>
                    <a:pt x="268803" y="77089"/>
                  </a:lnTo>
                  <a:lnTo>
                    <a:pt x="307982" y="66369"/>
                  </a:lnTo>
                  <a:lnTo>
                    <a:pt x="349273" y="56342"/>
                  </a:lnTo>
                  <a:lnTo>
                    <a:pt x="392572" y="47038"/>
                  </a:lnTo>
                  <a:lnTo>
                    <a:pt x="437773" y="38485"/>
                  </a:lnTo>
                  <a:lnTo>
                    <a:pt x="484769" y="30712"/>
                  </a:lnTo>
                  <a:lnTo>
                    <a:pt x="533455" y="23746"/>
                  </a:lnTo>
                  <a:lnTo>
                    <a:pt x="583726" y="17617"/>
                  </a:lnTo>
                  <a:lnTo>
                    <a:pt x="636425" y="12256"/>
                  </a:lnTo>
                  <a:lnTo>
                    <a:pt x="636650" y="12256"/>
                  </a:lnTo>
                  <a:lnTo>
                    <a:pt x="688596" y="7981"/>
                  </a:lnTo>
                  <a:lnTo>
                    <a:pt x="742985" y="4532"/>
                  </a:lnTo>
                  <a:lnTo>
                    <a:pt x="798535" y="2033"/>
                  </a:lnTo>
                  <a:lnTo>
                    <a:pt x="855141" y="513"/>
                  </a:lnTo>
                  <a:lnTo>
                    <a:pt x="912696" y="0"/>
                  </a:lnTo>
                  <a:lnTo>
                    <a:pt x="971582" y="513"/>
                  </a:lnTo>
                  <a:lnTo>
                    <a:pt x="1034384" y="2315"/>
                  </a:lnTo>
                  <a:lnTo>
                    <a:pt x="1093470" y="5155"/>
                  </a:lnTo>
                  <a:lnTo>
                    <a:pt x="1121843" y="7078"/>
                  </a:lnTo>
                  <a:lnTo>
                    <a:pt x="908678" y="7078"/>
                  </a:lnTo>
                  <a:lnTo>
                    <a:pt x="850348" y="7591"/>
                  </a:lnTo>
                  <a:lnTo>
                    <a:pt x="787929" y="9405"/>
                  </a:lnTo>
                  <a:lnTo>
                    <a:pt x="729313" y="12256"/>
                  </a:lnTo>
                  <a:lnTo>
                    <a:pt x="672040" y="16179"/>
                  </a:lnTo>
                  <a:lnTo>
                    <a:pt x="616238" y="21138"/>
                  </a:lnTo>
                  <a:lnTo>
                    <a:pt x="562036" y="27092"/>
                  </a:lnTo>
                  <a:lnTo>
                    <a:pt x="509563" y="34005"/>
                  </a:lnTo>
                  <a:lnTo>
                    <a:pt x="458947" y="41836"/>
                  </a:lnTo>
                  <a:lnTo>
                    <a:pt x="410317" y="50548"/>
                  </a:lnTo>
                  <a:lnTo>
                    <a:pt x="363800" y="60101"/>
                  </a:lnTo>
                  <a:lnTo>
                    <a:pt x="319526" y="70458"/>
                  </a:lnTo>
                  <a:lnTo>
                    <a:pt x="277623" y="81580"/>
                  </a:lnTo>
                  <a:lnTo>
                    <a:pt x="238219" y="93428"/>
                  </a:lnTo>
                  <a:lnTo>
                    <a:pt x="201442" y="105963"/>
                  </a:lnTo>
                  <a:lnTo>
                    <a:pt x="136287" y="132942"/>
                  </a:lnTo>
                  <a:lnTo>
                    <a:pt x="99549" y="152446"/>
                  </a:lnTo>
                  <a:lnTo>
                    <a:pt x="43275" y="193652"/>
                  </a:lnTo>
                  <a:lnTo>
                    <a:pt x="16872" y="227620"/>
                  </a:lnTo>
                  <a:lnTo>
                    <a:pt x="6676" y="266301"/>
                  </a:lnTo>
                  <a:lnTo>
                    <a:pt x="7835" y="279110"/>
                  </a:lnTo>
                  <a:lnTo>
                    <a:pt x="24594" y="317149"/>
                  </a:lnTo>
                  <a:lnTo>
                    <a:pt x="60518" y="353770"/>
                  </a:lnTo>
                  <a:lnTo>
                    <a:pt x="114646" y="388354"/>
                  </a:lnTo>
                  <a:lnTo>
                    <a:pt x="159988" y="409974"/>
                  </a:lnTo>
                  <a:lnTo>
                    <a:pt x="212126" y="430187"/>
                  </a:lnTo>
                  <a:lnTo>
                    <a:pt x="270475" y="448835"/>
                  </a:lnTo>
                  <a:lnTo>
                    <a:pt x="309467" y="459388"/>
                  </a:lnTo>
                  <a:lnTo>
                    <a:pt x="350587" y="469286"/>
                  </a:lnTo>
                  <a:lnTo>
                    <a:pt x="393726" y="478497"/>
                  </a:lnTo>
                  <a:lnTo>
                    <a:pt x="438779" y="486987"/>
                  </a:lnTo>
                  <a:lnTo>
                    <a:pt x="485638" y="494723"/>
                  </a:lnTo>
                  <a:lnTo>
                    <a:pt x="534196" y="501673"/>
                  </a:lnTo>
                  <a:lnTo>
                    <a:pt x="584347" y="507803"/>
                  </a:lnTo>
                  <a:lnTo>
                    <a:pt x="635983" y="513080"/>
                  </a:lnTo>
                  <a:lnTo>
                    <a:pt x="688997" y="517471"/>
                  </a:lnTo>
                  <a:lnTo>
                    <a:pt x="743282" y="520945"/>
                  </a:lnTo>
                  <a:lnTo>
                    <a:pt x="798732" y="523466"/>
                  </a:lnTo>
                  <a:lnTo>
                    <a:pt x="852675" y="524934"/>
                  </a:lnTo>
                  <a:lnTo>
                    <a:pt x="847526" y="524934"/>
                  </a:lnTo>
                  <a:lnTo>
                    <a:pt x="1121669" y="525523"/>
                  </a:lnTo>
                  <a:lnTo>
                    <a:pt x="1082629" y="528019"/>
                  </a:lnTo>
                  <a:lnTo>
                    <a:pt x="1027017" y="530544"/>
                  </a:lnTo>
                  <a:lnTo>
                    <a:pt x="972904" y="532012"/>
                  </a:lnTo>
                  <a:lnTo>
                    <a:pt x="978059" y="532012"/>
                  </a:lnTo>
                  <a:lnTo>
                    <a:pt x="912696" y="532602"/>
                  </a:lnTo>
                  <a:close/>
                </a:path>
                <a:path w="1826259" h="532764">
                  <a:moveTo>
                    <a:pt x="1121669" y="525523"/>
                  </a:moveTo>
                  <a:lnTo>
                    <a:pt x="912696" y="525523"/>
                  </a:lnTo>
                  <a:lnTo>
                    <a:pt x="974000" y="524934"/>
                  </a:lnTo>
                  <a:lnTo>
                    <a:pt x="1034207" y="523191"/>
                  </a:lnTo>
                  <a:lnTo>
                    <a:pt x="1093187" y="520333"/>
                  </a:lnTo>
                  <a:lnTo>
                    <a:pt x="1150810" y="516399"/>
                  </a:lnTo>
                  <a:lnTo>
                    <a:pt x="1206946" y="511428"/>
                  </a:lnTo>
                  <a:lnTo>
                    <a:pt x="1261465" y="505456"/>
                  </a:lnTo>
                  <a:lnTo>
                    <a:pt x="1314237" y="498524"/>
                  </a:lnTo>
                  <a:lnTo>
                    <a:pt x="1365131" y="490670"/>
                  </a:lnTo>
                  <a:lnTo>
                    <a:pt x="1414019" y="481931"/>
                  </a:lnTo>
                  <a:lnTo>
                    <a:pt x="1460769" y="472347"/>
                  </a:lnTo>
                  <a:lnTo>
                    <a:pt x="1505252" y="461957"/>
                  </a:lnTo>
                  <a:lnTo>
                    <a:pt x="1547337" y="450797"/>
                  </a:lnTo>
                  <a:lnTo>
                    <a:pt x="1586896" y="438908"/>
                  </a:lnTo>
                  <a:lnTo>
                    <a:pt x="1623796" y="426327"/>
                  </a:lnTo>
                  <a:lnTo>
                    <a:pt x="1689106" y="399244"/>
                  </a:lnTo>
                  <a:lnTo>
                    <a:pt x="1726018" y="379968"/>
                  </a:lnTo>
                  <a:lnTo>
                    <a:pt x="1782339" y="338766"/>
                  </a:lnTo>
                  <a:lnTo>
                    <a:pt x="1808925" y="304573"/>
                  </a:lnTo>
                  <a:lnTo>
                    <a:pt x="1819131" y="266301"/>
                  </a:lnTo>
                  <a:lnTo>
                    <a:pt x="1817971" y="253251"/>
                  </a:lnTo>
                  <a:lnTo>
                    <a:pt x="1801201" y="215037"/>
                  </a:lnTo>
                  <a:lnTo>
                    <a:pt x="1765101" y="178467"/>
                  </a:lnTo>
                  <a:lnTo>
                    <a:pt x="1711148" y="144067"/>
                  </a:lnTo>
                  <a:lnTo>
                    <a:pt x="1665760" y="122574"/>
                  </a:lnTo>
                  <a:lnTo>
                    <a:pt x="1613496" y="102408"/>
                  </a:lnTo>
                  <a:lnTo>
                    <a:pt x="1554905" y="83766"/>
                  </a:lnTo>
                  <a:lnTo>
                    <a:pt x="1516001" y="73131"/>
                  </a:lnTo>
                  <a:lnTo>
                    <a:pt x="1474956" y="63178"/>
                  </a:lnTo>
                  <a:lnTo>
                    <a:pt x="1431877" y="53934"/>
                  </a:lnTo>
                  <a:lnTo>
                    <a:pt x="1386869" y="45431"/>
                  </a:lnTo>
                  <a:lnTo>
                    <a:pt x="1340041" y="37697"/>
                  </a:lnTo>
                  <a:lnTo>
                    <a:pt x="1291084" y="30712"/>
                  </a:lnTo>
                  <a:lnTo>
                    <a:pt x="1241349" y="24656"/>
                  </a:lnTo>
                  <a:lnTo>
                    <a:pt x="1189700" y="19408"/>
                  </a:lnTo>
                  <a:lnTo>
                    <a:pt x="1136658" y="15048"/>
                  </a:lnTo>
                  <a:lnTo>
                    <a:pt x="1082330" y="11606"/>
                  </a:lnTo>
                  <a:lnTo>
                    <a:pt x="1025908" y="9069"/>
                  </a:lnTo>
                  <a:lnTo>
                    <a:pt x="1025291" y="9069"/>
                  </a:lnTo>
                  <a:lnTo>
                    <a:pt x="970242" y="7591"/>
                  </a:lnTo>
                  <a:lnTo>
                    <a:pt x="912696" y="7078"/>
                  </a:lnTo>
                  <a:lnTo>
                    <a:pt x="1121843" y="7078"/>
                  </a:lnTo>
                  <a:lnTo>
                    <a:pt x="1207482" y="14021"/>
                  </a:lnTo>
                  <a:lnTo>
                    <a:pt x="1262151" y="19974"/>
                  </a:lnTo>
                  <a:lnTo>
                    <a:pt x="1315090" y="26894"/>
                  </a:lnTo>
                  <a:lnTo>
                    <a:pt x="1366170" y="34742"/>
                  </a:lnTo>
                  <a:lnTo>
                    <a:pt x="1415263" y="43485"/>
                  </a:lnTo>
                  <a:lnTo>
                    <a:pt x="1462239" y="53085"/>
                  </a:lnTo>
                  <a:lnTo>
                    <a:pt x="1506969" y="63507"/>
                  </a:lnTo>
                  <a:lnTo>
                    <a:pt x="1549326" y="74714"/>
                  </a:lnTo>
                  <a:lnTo>
                    <a:pt x="1589180" y="86671"/>
                  </a:lnTo>
                  <a:lnTo>
                    <a:pt x="1626403" y="99342"/>
                  </a:lnTo>
                  <a:lnTo>
                    <a:pt x="1692438" y="126680"/>
                  </a:lnTo>
                  <a:lnTo>
                    <a:pt x="1729741" y="146289"/>
                  </a:lnTo>
                  <a:lnTo>
                    <a:pt x="1787315" y="188633"/>
                  </a:lnTo>
                  <a:lnTo>
                    <a:pt x="1815070" y="224573"/>
                  </a:lnTo>
                  <a:lnTo>
                    <a:pt x="1825796" y="266301"/>
                  </a:lnTo>
                  <a:lnTo>
                    <a:pt x="1824674" y="279110"/>
                  </a:lnTo>
                  <a:lnTo>
                    <a:pt x="1824566" y="280344"/>
                  </a:lnTo>
                  <a:lnTo>
                    <a:pt x="1807035" y="321311"/>
                  </a:lnTo>
                  <a:lnTo>
                    <a:pt x="1769419" y="359287"/>
                  </a:lnTo>
                  <a:lnTo>
                    <a:pt x="1714349" y="394435"/>
                  </a:lnTo>
                  <a:lnTo>
                    <a:pt x="1668523" y="416225"/>
                  </a:lnTo>
                  <a:lnTo>
                    <a:pt x="1615901" y="436610"/>
                  </a:lnTo>
                  <a:lnTo>
                    <a:pt x="1556992" y="455512"/>
                  </a:lnTo>
                  <a:lnTo>
                    <a:pt x="1517815" y="466151"/>
                  </a:lnTo>
                  <a:lnTo>
                    <a:pt x="1476524" y="476122"/>
                  </a:lnTo>
                  <a:lnTo>
                    <a:pt x="1433223" y="485393"/>
                  </a:lnTo>
                  <a:lnTo>
                    <a:pt x="1388016" y="493933"/>
                  </a:lnTo>
                  <a:lnTo>
                    <a:pt x="1341225" y="501673"/>
                  </a:lnTo>
                  <a:lnTo>
                    <a:pt x="1292306" y="508689"/>
                  </a:lnTo>
                  <a:lnTo>
                    <a:pt x="1242011" y="514842"/>
                  </a:lnTo>
                  <a:lnTo>
                    <a:pt x="1190230" y="520136"/>
                  </a:lnTo>
                  <a:lnTo>
                    <a:pt x="1137068" y="524539"/>
                  </a:lnTo>
                  <a:lnTo>
                    <a:pt x="1121669" y="52552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120235" y="3439710"/>
              <a:ext cx="1659255" cy="462280"/>
            </a:xfrm>
            <a:custGeom>
              <a:avLst/>
              <a:gdLst/>
              <a:ahLst/>
              <a:cxnLst/>
              <a:rect l="l" t="t" r="r" b="b"/>
              <a:pathLst>
                <a:path w="1659254" h="462279">
                  <a:moveTo>
                    <a:pt x="829345" y="461761"/>
                  </a:moveTo>
                  <a:lnTo>
                    <a:pt x="757789" y="460913"/>
                  </a:lnTo>
                  <a:lnTo>
                    <a:pt x="687922" y="458417"/>
                  </a:lnTo>
                  <a:lnTo>
                    <a:pt x="619994" y="454342"/>
                  </a:lnTo>
                  <a:lnTo>
                    <a:pt x="554254" y="448757"/>
                  </a:lnTo>
                  <a:lnTo>
                    <a:pt x="490951" y="441731"/>
                  </a:lnTo>
                  <a:lnTo>
                    <a:pt x="430333" y="433333"/>
                  </a:lnTo>
                  <a:lnTo>
                    <a:pt x="372650" y="423634"/>
                  </a:lnTo>
                  <a:lnTo>
                    <a:pt x="318151" y="412701"/>
                  </a:lnTo>
                  <a:lnTo>
                    <a:pt x="267085" y="400605"/>
                  </a:lnTo>
                  <a:lnTo>
                    <a:pt x="219700" y="387414"/>
                  </a:lnTo>
                  <a:lnTo>
                    <a:pt x="176246" y="373198"/>
                  </a:lnTo>
                  <a:lnTo>
                    <a:pt x="136972" y="358026"/>
                  </a:lnTo>
                  <a:lnTo>
                    <a:pt x="102126" y="341968"/>
                  </a:lnTo>
                  <a:lnTo>
                    <a:pt x="46717" y="307469"/>
                  </a:lnTo>
                  <a:lnTo>
                    <a:pt x="12011" y="270255"/>
                  </a:lnTo>
                  <a:lnTo>
                    <a:pt x="0" y="230880"/>
                  </a:lnTo>
                  <a:lnTo>
                    <a:pt x="3044" y="210957"/>
                  </a:lnTo>
                  <a:lnTo>
                    <a:pt x="26652" y="172593"/>
                  </a:lnTo>
                  <a:lnTo>
                    <a:pt x="71958" y="136667"/>
                  </a:lnTo>
                  <a:lnTo>
                    <a:pt x="136972" y="103734"/>
                  </a:lnTo>
                  <a:lnTo>
                    <a:pt x="176246" y="88562"/>
                  </a:lnTo>
                  <a:lnTo>
                    <a:pt x="219700" y="74346"/>
                  </a:lnTo>
                  <a:lnTo>
                    <a:pt x="267085" y="61155"/>
                  </a:lnTo>
                  <a:lnTo>
                    <a:pt x="318151" y="49059"/>
                  </a:lnTo>
                  <a:lnTo>
                    <a:pt x="372650" y="38126"/>
                  </a:lnTo>
                  <a:lnTo>
                    <a:pt x="430333" y="28427"/>
                  </a:lnTo>
                  <a:lnTo>
                    <a:pt x="490951" y="20029"/>
                  </a:lnTo>
                  <a:lnTo>
                    <a:pt x="554254" y="13003"/>
                  </a:lnTo>
                  <a:lnTo>
                    <a:pt x="619994" y="7418"/>
                  </a:lnTo>
                  <a:lnTo>
                    <a:pt x="687922" y="3343"/>
                  </a:lnTo>
                  <a:lnTo>
                    <a:pt x="757789" y="847"/>
                  </a:lnTo>
                  <a:lnTo>
                    <a:pt x="829345" y="0"/>
                  </a:lnTo>
                  <a:lnTo>
                    <a:pt x="900961" y="847"/>
                  </a:lnTo>
                  <a:lnTo>
                    <a:pt x="970882" y="3343"/>
                  </a:lnTo>
                  <a:lnTo>
                    <a:pt x="1038857" y="7418"/>
                  </a:lnTo>
                  <a:lnTo>
                    <a:pt x="1104640" y="13003"/>
                  </a:lnTo>
                  <a:lnTo>
                    <a:pt x="1167980" y="20029"/>
                  </a:lnTo>
                  <a:lnTo>
                    <a:pt x="1228630" y="28427"/>
                  </a:lnTo>
                  <a:lnTo>
                    <a:pt x="1286340" y="38126"/>
                  </a:lnTo>
                  <a:lnTo>
                    <a:pt x="1340862" y="49059"/>
                  </a:lnTo>
                  <a:lnTo>
                    <a:pt x="1391948" y="61155"/>
                  </a:lnTo>
                  <a:lnTo>
                    <a:pt x="1439349" y="74346"/>
                  </a:lnTo>
                  <a:lnTo>
                    <a:pt x="1482815" y="88562"/>
                  </a:lnTo>
                  <a:lnTo>
                    <a:pt x="1522100" y="103734"/>
                  </a:lnTo>
                  <a:lnTo>
                    <a:pt x="1556953" y="119792"/>
                  </a:lnTo>
                  <a:lnTo>
                    <a:pt x="1612371" y="154291"/>
                  </a:lnTo>
                  <a:lnTo>
                    <a:pt x="1647080" y="191505"/>
                  </a:lnTo>
                  <a:lnTo>
                    <a:pt x="1659092" y="230880"/>
                  </a:lnTo>
                  <a:lnTo>
                    <a:pt x="1656048" y="250803"/>
                  </a:lnTo>
                  <a:lnTo>
                    <a:pt x="1632438" y="289167"/>
                  </a:lnTo>
                  <a:lnTo>
                    <a:pt x="1587126" y="325093"/>
                  </a:lnTo>
                  <a:lnTo>
                    <a:pt x="1522100" y="358026"/>
                  </a:lnTo>
                  <a:lnTo>
                    <a:pt x="1482815" y="373198"/>
                  </a:lnTo>
                  <a:lnTo>
                    <a:pt x="1439349" y="387414"/>
                  </a:lnTo>
                  <a:lnTo>
                    <a:pt x="1391948" y="400605"/>
                  </a:lnTo>
                  <a:lnTo>
                    <a:pt x="1340862" y="412701"/>
                  </a:lnTo>
                  <a:lnTo>
                    <a:pt x="1286340" y="423634"/>
                  </a:lnTo>
                  <a:lnTo>
                    <a:pt x="1228630" y="433333"/>
                  </a:lnTo>
                  <a:lnTo>
                    <a:pt x="1167980" y="441731"/>
                  </a:lnTo>
                  <a:lnTo>
                    <a:pt x="1104640" y="448757"/>
                  </a:lnTo>
                  <a:lnTo>
                    <a:pt x="1038857" y="454342"/>
                  </a:lnTo>
                  <a:lnTo>
                    <a:pt x="970882" y="458417"/>
                  </a:lnTo>
                  <a:lnTo>
                    <a:pt x="900961" y="460913"/>
                  </a:lnTo>
                  <a:lnTo>
                    <a:pt x="829345" y="4617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116488" y="3435964"/>
              <a:ext cx="1666875" cy="469265"/>
            </a:xfrm>
            <a:custGeom>
              <a:avLst/>
              <a:gdLst/>
              <a:ahLst/>
              <a:cxnLst/>
              <a:rect l="l" t="t" r="r" b="b"/>
              <a:pathLst>
                <a:path w="1666875" h="469264">
                  <a:moveTo>
                    <a:pt x="833092" y="469255"/>
                  </a:moveTo>
                  <a:lnTo>
                    <a:pt x="769215" y="468580"/>
                  </a:lnTo>
                  <a:lnTo>
                    <a:pt x="706661" y="466589"/>
                  </a:lnTo>
                  <a:lnTo>
                    <a:pt x="645601" y="463330"/>
                  </a:lnTo>
                  <a:lnTo>
                    <a:pt x="586209" y="458850"/>
                  </a:lnTo>
                  <a:lnTo>
                    <a:pt x="528658" y="453199"/>
                  </a:lnTo>
                  <a:lnTo>
                    <a:pt x="473121" y="446424"/>
                  </a:lnTo>
                  <a:lnTo>
                    <a:pt x="419771" y="438573"/>
                  </a:lnTo>
                  <a:lnTo>
                    <a:pt x="368782" y="429695"/>
                  </a:lnTo>
                  <a:lnTo>
                    <a:pt x="320326" y="419839"/>
                  </a:lnTo>
                  <a:lnTo>
                    <a:pt x="274576" y="409052"/>
                  </a:lnTo>
                  <a:lnTo>
                    <a:pt x="231706" y="397382"/>
                  </a:lnTo>
                  <a:lnTo>
                    <a:pt x="191889" y="384878"/>
                  </a:lnTo>
                  <a:lnTo>
                    <a:pt x="155297" y="371589"/>
                  </a:lnTo>
                  <a:lnTo>
                    <a:pt x="88002" y="340291"/>
                  </a:lnTo>
                  <a:lnTo>
                    <a:pt x="35429" y="303241"/>
                  </a:lnTo>
                  <a:lnTo>
                    <a:pt x="10020" y="271430"/>
                  </a:lnTo>
                  <a:lnTo>
                    <a:pt x="0" y="234627"/>
                  </a:lnTo>
                  <a:lnTo>
                    <a:pt x="1037" y="223381"/>
                  </a:lnTo>
                  <a:lnTo>
                    <a:pt x="17503" y="185865"/>
                  </a:lnTo>
                  <a:lnTo>
                    <a:pt x="52021" y="152406"/>
                  </a:lnTo>
                  <a:lnTo>
                    <a:pt x="102356" y="121315"/>
                  </a:lnTo>
                  <a:lnTo>
                    <a:pt x="144143" y="102149"/>
                  </a:lnTo>
                  <a:lnTo>
                    <a:pt x="192101" y="84312"/>
                  </a:lnTo>
                  <a:lnTo>
                    <a:pt x="245881" y="67923"/>
                  </a:lnTo>
                  <a:lnTo>
                    <a:pt x="284661" y="57743"/>
                  </a:lnTo>
                  <a:lnTo>
                    <a:pt x="325698" y="48275"/>
                  </a:lnTo>
                  <a:lnTo>
                    <a:pt x="368868" y="39550"/>
                  </a:lnTo>
                  <a:lnTo>
                    <a:pt x="414048" y="31603"/>
                  </a:lnTo>
                  <a:lnTo>
                    <a:pt x="461115" y="24467"/>
                  </a:lnTo>
                  <a:lnTo>
                    <a:pt x="509946" y="18175"/>
                  </a:lnTo>
                  <a:lnTo>
                    <a:pt x="560418" y="12759"/>
                  </a:lnTo>
                  <a:lnTo>
                    <a:pt x="612408" y="8254"/>
                  </a:lnTo>
                  <a:lnTo>
                    <a:pt x="665794" y="4693"/>
                  </a:lnTo>
                  <a:lnTo>
                    <a:pt x="720452" y="2107"/>
                  </a:lnTo>
                  <a:lnTo>
                    <a:pt x="776259" y="532"/>
                  </a:lnTo>
                  <a:lnTo>
                    <a:pt x="833092" y="0"/>
                  </a:lnTo>
                  <a:lnTo>
                    <a:pt x="897048" y="674"/>
                  </a:lnTo>
                  <a:lnTo>
                    <a:pt x="959670" y="2665"/>
                  </a:lnTo>
                  <a:lnTo>
                    <a:pt x="1020786" y="5924"/>
                  </a:lnTo>
                  <a:lnTo>
                    <a:pt x="1036100" y="7078"/>
                  </a:lnTo>
                  <a:lnTo>
                    <a:pt x="833092" y="7078"/>
                  </a:lnTo>
                  <a:lnTo>
                    <a:pt x="769390" y="7753"/>
                  </a:lnTo>
                  <a:lnTo>
                    <a:pt x="707000" y="9741"/>
                  </a:lnTo>
                  <a:lnTo>
                    <a:pt x="646099" y="12995"/>
                  </a:lnTo>
                  <a:lnTo>
                    <a:pt x="586863" y="17463"/>
                  </a:lnTo>
                  <a:lnTo>
                    <a:pt x="529470" y="23096"/>
                  </a:lnTo>
                  <a:lnTo>
                    <a:pt x="474096" y="29843"/>
                  </a:lnTo>
                  <a:lnTo>
                    <a:pt x="420918" y="37655"/>
                  </a:lnTo>
                  <a:lnTo>
                    <a:pt x="370234" y="46459"/>
                  </a:lnTo>
                  <a:lnTo>
                    <a:pt x="321859" y="56270"/>
                  </a:lnTo>
                  <a:lnTo>
                    <a:pt x="276331" y="66974"/>
                  </a:lnTo>
                  <a:lnTo>
                    <a:pt x="233706" y="78542"/>
                  </a:lnTo>
                  <a:lnTo>
                    <a:pt x="194162" y="90924"/>
                  </a:lnTo>
                  <a:lnTo>
                    <a:pt x="157874" y="104069"/>
                  </a:lnTo>
                  <a:lnTo>
                    <a:pt x="91556" y="134941"/>
                  </a:lnTo>
                  <a:lnTo>
                    <a:pt x="40401" y="171148"/>
                  </a:lnTo>
                  <a:lnTo>
                    <a:pt x="16224" y="201040"/>
                  </a:lnTo>
                  <a:lnTo>
                    <a:pt x="7079" y="234627"/>
                  </a:lnTo>
                  <a:lnTo>
                    <a:pt x="8095" y="245871"/>
                  </a:lnTo>
                  <a:lnTo>
                    <a:pt x="32402" y="290075"/>
                  </a:lnTo>
                  <a:lnTo>
                    <a:pt x="70840" y="321726"/>
                  </a:lnTo>
                  <a:lnTo>
                    <a:pt x="105313" y="341617"/>
                  </a:lnTo>
                  <a:lnTo>
                    <a:pt x="146541" y="360533"/>
                  </a:lnTo>
                  <a:lnTo>
                    <a:pt x="194098" y="378278"/>
                  </a:lnTo>
                  <a:lnTo>
                    <a:pt x="247554" y="394654"/>
                  </a:lnTo>
                  <a:lnTo>
                    <a:pt x="286135" y="404739"/>
                  </a:lnTo>
                  <a:lnTo>
                    <a:pt x="326988" y="414129"/>
                  </a:lnTo>
                  <a:lnTo>
                    <a:pt x="369871" y="422766"/>
                  </a:lnTo>
                  <a:lnTo>
                    <a:pt x="415010" y="430685"/>
                  </a:lnTo>
                  <a:lnTo>
                    <a:pt x="461931" y="437782"/>
                  </a:lnTo>
                  <a:lnTo>
                    <a:pt x="510626" y="444046"/>
                  </a:lnTo>
                  <a:lnTo>
                    <a:pt x="560971" y="449441"/>
                  </a:lnTo>
                  <a:lnTo>
                    <a:pt x="612842" y="453933"/>
                  </a:lnTo>
                  <a:lnTo>
                    <a:pt x="666114" y="457487"/>
                  </a:lnTo>
                  <a:lnTo>
                    <a:pt x="720662" y="460069"/>
                  </a:lnTo>
                  <a:lnTo>
                    <a:pt x="776363" y="461643"/>
                  </a:lnTo>
                  <a:lnTo>
                    <a:pt x="1035175" y="462176"/>
                  </a:lnTo>
                  <a:lnTo>
                    <a:pt x="1000622" y="464501"/>
                  </a:lnTo>
                  <a:lnTo>
                    <a:pt x="945901" y="467117"/>
                  </a:lnTo>
                  <a:lnTo>
                    <a:pt x="890017" y="468714"/>
                  </a:lnTo>
                  <a:lnTo>
                    <a:pt x="833092" y="469255"/>
                  </a:lnTo>
                  <a:close/>
                </a:path>
                <a:path w="1666875" h="469264">
                  <a:moveTo>
                    <a:pt x="1035175" y="462176"/>
                  </a:moveTo>
                  <a:lnTo>
                    <a:pt x="833092" y="462176"/>
                  </a:lnTo>
                  <a:lnTo>
                    <a:pt x="896876" y="461501"/>
                  </a:lnTo>
                  <a:lnTo>
                    <a:pt x="959337" y="459512"/>
                  </a:lnTo>
                  <a:lnTo>
                    <a:pt x="1020297" y="456258"/>
                  </a:lnTo>
                  <a:lnTo>
                    <a:pt x="1079582" y="451788"/>
                  </a:lnTo>
                  <a:lnTo>
                    <a:pt x="1137015" y="446154"/>
                  </a:lnTo>
                  <a:lnTo>
                    <a:pt x="1192420" y="439406"/>
                  </a:lnTo>
                  <a:lnTo>
                    <a:pt x="1245622" y="431593"/>
                  </a:lnTo>
                  <a:lnTo>
                    <a:pt x="1296444" y="422766"/>
                  </a:lnTo>
                  <a:lnTo>
                    <a:pt x="1344712" y="412974"/>
                  </a:lnTo>
                  <a:lnTo>
                    <a:pt x="1390248" y="402269"/>
                  </a:lnTo>
                  <a:lnTo>
                    <a:pt x="1432877" y="390700"/>
                  </a:lnTo>
                  <a:lnTo>
                    <a:pt x="1472533" y="378278"/>
                  </a:lnTo>
                  <a:lnTo>
                    <a:pt x="1508711" y="365171"/>
                  </a:lnTo>
                  <a:lnTo>
                    <a:pt x="1575037" y="334307"/>
                  </a:lnTo>
                  <a:lnTo>
                    <a:pt x="1626192" y="298100"/>
                  </a:lnTo>
                  <a:lnTo>
                    <a:pt x="1650361" y="268203"/>
                  </a:lnTo>
                  <a:lnTo>
                    <a:pt x="1659506" y="234627"/>
                  </a:lnTo>
                  <a:lnTo>
                    <a:pt x="1658490" y="223381"/>
                  </a:lnTo>
                  <a:lnTo>
                    <a:pt x="1634183" y="179166"/>
                  </a:lnTo>
                  <a:lnTo>
                    <a:pt x="1595745" y="147528"/>
                  </a:lnTo>
                  <a:lnTo>
                    <a:pt x="1561215" y="127631"/>
                  </a:lnTo>
                  <a:lnTo>
                    <a:pt x="1519890" y="108714"/>
                  </a:lnTo>
                  <a:lnTo>
                    <a:pt x="1472172" y="90924"/>
                  </a:lnTo>
                  <a:lnTo>
                    <a:pt x="1419045" y="74587"/>
                  </a:lnTo>
                  <a:lnTo>
                    <a:pt x="1380463" y="64505"/>
                  </a:lnTo>
                  <a:lnTo>
                    <a:pt x="1339608" y="55118"/>
                  </a:lnTo>
                  <a:lnTo>
                    <a:pt x="1296603" y="46459"/>
                  </a:lnTo>
                  <a:lnTo>
                    <a:pt x="1251570" y="38565"/>
                  </a:lnTo>
                  <a:lnTo>
                    <a:pt x="1204633" y="31469"/>
                  </a:lnTo>
                  <a:lnTo>
                    <a:pt x="1155915" y="25207"/>
                  </a:lnTo>
                  <a:lnTo>
                    <a:pt x="1105539" y="19812"/>
                  </a:lnTo>
                  <a:lnTo>
                    <a:pt x="1053628" y="15321"/>
                  </a:lnTo>
                  <a:lnTo>
                    <a:pt x="1000304" y="11767"/>
                  </a:lnTo>
                  <a:lnTo>
                    <a:pt x="945692" y="9185"/>
                  </a:lnTo>
                  <a:lnTo>
                    <a:pt x="889913" y="7611"/>
                  </a:lnTo>
                  <a:lnTo>
                    <a:pt x="833092" y="7078"/>
                  </a:lnTo>
                  <a:lnTo>
                    <a:pt x="1036100" y="7078"/>
                  </a:lnTo>
                  <a:lnTo>
                    <a:pt x="1080221" y="10404"/>
                  </a:lnTo>
                  <a:lnTo>
                    <a:pt x="1137802" y="16055"/>
                  </a:lnTo>
                  <a:lnTo>
                    <a:pt x="1193357" y="22830"/>
                  </a:lnTo>
                  <a:lnTo>
                    <a:pt x="1246712" y="30679"/>
                  </a:lnTo>
                  <a:lnTo>
                    <a:pt x="1297659" y="39550"/>
                  </a:lnTo>
                  <a:lnTo>
                    <a:pt x="1346132" y="49412"/>
                  </a:lnTo>
                  <a:lnTo>
                    <a:pt x="1391849" y="60198"/>
                  </a:lnTo>
                  <a:lnTo>
                    <a:pt x="1434675" y="71866"/>
                  </a:lnTo>
                  <a:lnTo>
                    <a:pt x="1474258" y="84312"/>
                  </a:lnTo>
                  <a:lnTo>
                    <a:pt x="1510957" y="97655"/>
                  </a:lnTo>
                  <a:lnTo>
                    <a:pt x="1578402" y="128958"/>
                  </a:lnTo>
                  <a:lnTo>
                    <a:pt x="1630975" y="166013"/>
                  </a:lnTo>
                  <a:lnTo>
                    <a:pt x="1656390" y="197643"/>
                  </a:lnTo>
                  <a:lnTo>
                    <a:pt x="1666585" y="234627"/>
                  </a:lnTo>
                  <a:lnTo>
                    <a:pt x="1665537" y="245871"/>
                  </a:lnTo>
                  <a:lnTo>
                    <a:pt x="1648668" y="283388"/>
                  </a:lnTo>
                  <a:lnTo>
                    <a:pt x="1614558" y="316848"/>
                  </a:lnTo>
                  <a:lnTo>
                    <a:pt x="1564229" y="347937"/>
                  </a:lnTo>
                  <a:lnTo>
                    <a:pt x="1522442" y="367100"/>
                  </a:lnTo>
                  <a:lnTo>
                    <a:pt x="1474640" y="384878"/>
                  </a:lnTo>
                  <a:lnTo>
                    <a:pt x="1420704" y="401331"/>
                  </a:lnTo>
                  <a:lnTo>
                    <a:pt x="1381924" y="411421"/>
                  </a:lnTo>
                  <a:lnTo>
                    <a:pt x="1340885" y="420831"/>
                  </a:lnTo>
                  <a:lnTo>
                    <a:pt x="1297711" y="429523"/>
                  </a:lnTo>
                  <a:lnTo>
                    <a:pt x="1252523" y="437461"/>
                  </a:lnTo>
                  <a:lnTo>
                    <a:pt x="1205442" y="444605"/>
                  </a:lnTo>
                  <a:lnTo>
                    <a:pt x="1156590" y="450919"/>
                  </a:lnTo>
                  <a:lnTo>
                    <a:pt x="1107081" y="456258"/>
                  </a:lnTo>
                  <a:lnTo>
                    <a:pt x="1107316" y="456258"/>
                  </a:lnTo>
                  <a:lnTo>
                    <a:pt x="1054058" y="460905"/>
                  </a:lnTo>
                  <a:lnTo>
                    <a:pt x="1035175" y="4621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131074" y="3514726"/>
              <a:ext cx="1637664" cy="387350"/>
            </a:xfrm>
            <a:custGeom>
              <a:avLst/>
              <a:gdLst/>
              <a:ahLst/>
              <a:cxnLst/>
              <a:rect l="l" t="t" r="r" b="b"/>
              <a:pathLst>
                <a:path w="1637665" h="387350">
                  <a:moveTo>
                    <a:pt x="818506" y="386745"/>
                  </a:moveTo>
                  <a:lnTo>
                    <a:pt x="750498" y="385980"/>
                  </a:lnTo>
                  <a:lnTo>
                    <a:pt x="684008" y="383722"/>
                  </a:lnTo>
                  <a:lnTo>
                    <a:pt x="619246" y="380033"/>
                  </a:lnTo>
                  <a:lnTo>
                    <a:pt x="556428" y="374971"/>
                  </a:lnTo>
                  <a:lnTo>
                    <a:pt x="495764" y="368597"/>
                  </a:lnTo>
                  <a:lnTo>
                    <a:pt x="437467" y="360969"/>
                  </a:lnTo>
                  <a:lnTo>
                    <a:pt x="381751" y="352147"/>
                  </a:lnTo>
                  <a:lnTo>
                    <a:pt x="328828" y="342191"/>
                  </a:lnTo>
                  <a:lnTo>
                    <a:pt x="278910" y="331161"/>
                  </a:lnTo>
                  <a:lnTo>
                    <a:pt x="232211" y="319116"/>
                  </a:lnTo>
                  <a:lnTo>
                    <a:pt x="188943" y="306116"/>
                  </a:lnTo>
                  <a:lnTo>
                    <a:pt x="149319" y="292220"/>
                  </a:lnTo>
                  <a:lnTo>
                    <a:pt x="113551" y="277488"/>
                  </a:lnTo>
                  <a:lnTo>
                    <a:pt x="54434" y="245754"/>
                  </a:lnTo>
                  <a:lnTo>
                    <a:pt x="13295" y="211391"/>
                  </a:lnTo>
                  <a:lnTo>
                    <a:pt x="0" y="193372"/>
                  </a:lnTo>
                  <a:lnTo>
                    <a:pt x="13295" y="175354"/>
                  </a:lnTo>
                  <a:lnTo>
                    <a:pt x="54434" y="140991"/>
                  </a:lnTo>
                  <a:lnTo>
                    <a:pt x="113551" y="109257"/>
                  </a:lnTo>
                  <a:lnTo>
                    <a:pt x="149319" y="94525"/>
                  </a:lnTo>
                  <a:lnTo>
                    <a:pt x="188943" y="80629"/>
                  </a:lnTo>
                  <a:lnTo>
                    <a:pt x="232211" y="67629"/>
                  </a:lnTo>
                  <a:lnTo>
                    <a:pt x="278910" y="55584"/>
                  </a:lnTo>
                  <a:lnTo>
                    <a:pt x="328828" y="44554"/>
                  </a:lnTo>
                  <a:lnTo>
                    <a:pt x="381751" y="34598"/>
                  </a:lnTo>
                  <a:lnTo>
                    <a:pt x="437467" y="25776"/>
                  </a:lnTo>
                  <a:lnTo>
                    <a:pt x="495764" y="18148"/>
                  </a:lnTo>
                  <a:lnTo>
                    <a:pt x="556428" y="11774"/>
                  </a:lnTo>
                  <a:lnTo>
                    <a:pt x="619246" y="6712"/>
                  </a:lnTo>
                  <a:lnTo>
                    <a:pt x="684008" y="3023"/>
                  </a:lnTo>
                  <a:lnTo>
                    <a:pt x="750498" y="765"/>
                  </a:lnTo>
                  <a:lnTo>
                    <a:pt x="818506" y="0"/>
                  </a:lnTo>
                  <a:lnTo>
                    <a:pt x="886577" y="765"/>
                  </a:lnTo>
                  <a:lnTo>
                    <a:pt x="953123" y="3023"/>
                  </a:lnTo>
                  <a:lnTo>
                    <a:pt x="1017934" y="6712"/>
                  </a:lnTo>
                  <a:lnTo>
                    <a:pt x="1080797" y="11774"/>
                  </a:lnTo>
                  <a:lnTo>
                    <a:pt x="1141498" y="18148"/>
                  </a:lnTo>
                  <a:lnTo>
                    <a:pt x="1199827" y="25776"/>
                  </a:lnTo>
                  <a:lnTo>
                    <a:pt x="1255570" y="34598"/>
                  </a:lnTo>
                  <a:lnTo>
                    <a:pt x="1308516" y="44554"/>
                  </a:lnTo>
                  <a:lnTo>
                    <a:pt x="1358452" y="55584"/>
                  </a:lnTo>
                  <a:lnTo>
                    <a:pt x="1405167" y="67629"/>
                  </a:lnTo>
                  <a:lnTo>
                    <a:pt x="1448446" y="80629"/>
                  </a:lnTo>
                  <a:lnTo>
                    <a:pt x="1488080" y="94525"/>
                  </a:lnTo>
                  <a:lnTo>
                    <a:pt x="1523854" y="109257"/>
                  </a:lnTo>
                  <a:lnTo>
                    <a:pt x="1582977" y="140991"/>
                  </a:lnTo>
                  <a:lnTo>
                    <a:pt x="1624118" y="175354"/>
                  </a:lnTo>
                  <a:lnTo>
                    <a:pt x="1637414" y="193372"/>
                  </a:lnTo>
                  <a:lnTo>
                    <a:pt x="1624118" y="211391"/>
                  </a:lnTo>
                  <a:lnTo>
                    <a:pt x="1582977" y="245754"/>
                  </a:lnTo>
                  <a:lnTo>
                    <a:pt x="1523854" y="277488"/>
                  </a:lnTo>
                  <a:lnTo>
                    <a:pt x="1488080" y="292220"/>
                  </a:lnTo>
                  <a:lnTo>
                    <a:pt x="1448446" y="306116"/>
                  </a:lnTo>
                  <a:lnTo>
                    <a:pt x="1405167" y="319116"/>
                  </a:lnTo>
                  <a:lnTo>
                    <a:pt x="1358452" y="331161"/>
                  </a:lnTo>
                  <a:lnTo>
                    <a:pt x="1308516" y="342191"/>
                  </a:lnTo>
                  <a:lnTo>
                    <a:pt x="1255570" y="352147"/>
                  </a:lnTo>
                  <a:lnTo>
                    <a:pt x="1199827" y="360969"/>
                  </a:lnTo>
                  <a:lnTo>
                    <a:pt x="1141498" y="368597"/>
                  </a:lnTo>
                  <a:lnTo>
                    <a:pt x="1080797" y="374971"/>
                  </a:lnTo>
                  <a:lnTo>
                    <a:pt x="1017934" y="380033"/>
                  </a:lnTo>
                  <a:lnTo>
                    <a:pt x="953123" y="383722"/>
                  </a:lnTo>
                  <a:lnTo>
                    <a:pt x="886577" y="385980"/>
                  </a:lnTo>
                  <a:lnTo>
                    <a:pt x="818506" y="386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126912" y="3510979"/>
              <a:ext cx="1645920" cy="394335"/>
            </a:xfrm>
            <a:custGeom>
              <a:avLst/>
              <a:gdLst/>
              <a:ahLst/>
              <a:cxnLst/>
              <a:rect l="l" t="t" r="r" b="b"/>
              <a:pathLst>
                <a:path w="1645920" h="394335">
                  <a:moveTo>
                    <a:pt x="822667" y="394239"/>
                  </a:moveTo>
                  <a:lnTo>
                    <a:pt x="761368" y="393619"/>
                  </a:lnTo>
                  <a:lnTo>
                    <a:pt x="701268" y="391784"/>
                  </a:lnTo>
                  <a:lnTo>
                    <a:pt x="642522" y="388779"/>
                  </a:lnTo>
                  <a:lnTo>
                    <a:pt x="585287" y="384644"/>
                  </a:lnTo>
                  <a:lnTo>
                    <a:pt x="529716" y="379422"/>
                  </a:lnTo>
                  <a:lnTo>
                    <a:pt x="475963" y="373156"/>
                  </a:lnTo>
                  <a:lnTo>
                    <a:pt x="424185" y="365887"/>
                  </a:lnTo>
                  <a:lnTo>
                    <a:pt x="374536" y="357658"/>
                  </a:lnTo>
                  <a:lnTo>
                    <a:pt x="327170" y="348511"/>
                  </a:lnTo>
                  <a:lnTo>
                    <a:pt x="281896" y="338399"/>
                  </a:lnTo>
                  <a:lnTo>
                    <a:pt x="239908" y="327631"/>
                  </a:lnTo>
                  <a:lnTo>
                    <a:pt x="200321" y="315983"/>
                  </a:lnTo>
                  <a:lnTo>
                    <a:pt x="163637" y="303586"/>
                  </a:lnTo>
                  <a:lnTo>
                    <a:pt x="99596" y="276712"/>
                  </a:lnTo>
                  <a:lnTo>
                    <a:pt x="38859" y="239622"/>
                  </a:lnTo>
                  <a:lnTo>
                    <a:pt x="0" y="197119"/>
                  </a:lnTo>
                  <a:lnTo>
                    <a:pt x="16965" y="174595"/>
                  </a:lnTo>
                  <a:lnTo>
                    <a:pt x="66533" y="135551"/>
                  </a:lnTo>
                  <a:lnTo>
                    <a:pt x="138142" y="100494"/>
                  </a:lnTo>
                  <a:lnTo>
                    <a:pt x="181646" y="84489"/>
                  </a:lnTo>
                  <a:lnTo>
                    <a:pt x="229759" y="69579"/>
                  </a:lnTo>
                  <a:lnTo>
                    <a:pt x="282132" y="55839"/>
                  </a:lnTo>
                  <a:lnTo>
                    <a:pt x="322855" y="46743"/>
                  </a:lnTo>
                  <a:lnTo>
                    <a:pt x="365611" y="38343"/>
                  </a:lnTo>
                  <a:lnTo>
                    <a:pt x="411023" y="30566"/>
                  </a:lnTo>
                  <a:lnTo>
                    <a:pt x="456755" y="23777"/>
                  </a:lnTo>
                  <a:lnTo>
                    <a:pt x="504910" y="17683"/>
                  </a:lnTo>
                  <a:lnTo>
                    <a:pt x="554631" y="12428"/>
                  </a:lnTo>
                  <a:lnTo>
                    <a:pt x="605803" y="8049"/>
                  </a:lnTo>
                  <a:lnTo>
                    <a:pt x="658309" y="4581"/>
                  </a:lnTo>
                  <a:lnTo>
                    <a:pt x="712033" y="2059"/>
                  </a:lnTo>
                  <a:lnTo>
                    <a:pt x="766858" y="520"/>
                  </a:lnTo>
                  <a:lnTo>
                    <a:pt x="822667" y="0"/>
                  </a:lnTo>
                  <a:lnTo>
                    <a:pt x="884042" y="693"/>
                  </a:lnTo>
                  <a:lnTo>
                    <a:pt x="944208" y="2579"/>
                  </a:lnTo>
                  <a:lnTo>
                    <a:pt x="1003009" y="5620"/>
                  </a:lnTo>
                  <a:lnTo>
                    <a:pt x="1023129" y="7078"/>
                  </a:lnTo>
                  <a:lnTo>
                    <a:pt x="822667" y="7078"/>
                  </a:lnTo>
                  <a:lnTo>
                    <a:pt x="772242" y="7590"/>
                  </a:lnTo>
                  <a:lnTo>
                    <a:pt x="765038" y="7590"/>
                  </a:lnTo>
                  <a:lnTo>
                    <a:pt x="701462" y="9532"/>
                  </a:lnTo>
                  <a:lnTo>
                    <a:pt x="644874" y="12428"/>
                  </a:lnTo>
                  <a:lnTo>
                    <a:pt x="644279" y="12428"/>
                  </a:lnTo>
                  <a:lnTo>
                    <a:pt x="585729" y="16658"/>
                  </a:lnTo>
                  <a:lnTo>
                    <a:pt x="530306" y="21864"/>
                  </a:lnTo>
                  <a:lnTo>
                    <a:pt x="476720" y="28108"/>
                  </a:lnTo>
                  <a:lnTo>
                    <a:pt x="425128" y="35345"/>
                  </a:lnTo>
                  <a:lnTo>
                    <a:pt x="375686" y="43532"/>
                  </a:lnTo>
                  <a:lnTo>
                    <a:pt x="328551" y="52625"/>
                  </a:lnTo>
                  <a:lnTo>
                    <a:pt x="284221" y="62504"/>
                  </a:lnTo>
                  <a:lnTo>
                    <a:pt x="241824" y="73354"/>
                  </a:lnTo>
                  <a:lnTo>
                    <a:pt x="202546" y="84903"/>
                  </a:lnTo>
                  <a:lnTo>
                    <a:pt x="166200" y="97184"/>
                  </a:lnTo>
                  <a:lnTo>
                    <a:pt x="102928" y="123763"/>
                  </a:lnTo>
                  <a:lnTo>
                    <a:pt x="43995" y="159226"/>
                  </a:lnTo>
                  <a:lnTo>
                    <a:pt x="8077" y="197119"/>
                  </a:lnTo>
                  <a:lnTo>
                    <a:pt x="23031" y="216260"/>
                  </a:lnTo>
                  <a:lnTo>
                    <a:pt x="70713" y="253152"/>
                  </a:lnTo>
                  <a:lnTo>
                    <a:pt x="140922" y="287419"/>
                  </a:lnTo>
                  <a:lnTo>
                    <a:pt x="183992" y="303282"/>
                  </a:lnTo>
                  <a:lnTo>
                    <a:pt x="231749" y="318054"/>
                  </a:lnTo>
                  <a:lnTo>
                    <a:pt x="283476" y="331649"/>
                  </a:lnTo>
                  <a:lnTo>
                    <a:pt x="324308" y="340823"/>
                  </a:lnTo>
                  <a:lnTo>
                    <a:pt x="366864" y="349196"/>
                  </a:lnTo>
                  <a:lnTo>
                    <a:pt x="411354" y="356823"/>
                  </a:lnTo>
                  <a:lnTo>
                    <a:pt x="456915" y="363563"/>
                  </a:lnTo>
                  <a:lnTo>
                    <a:pt x="456785" y="363563"/>
                  </a:lnTo>
                  <a:lnTo>
                    <a:pt x="505658" y="369713"/>
                  </a:lnTo>
                  <a:lnTo>
                    <a:pt x="555238" y="374911"/>
                  </a:lnTo>
                  <a:lnTo>
                    <a:pt x="606277" y="379236"/>
                  </a:lnTo>
                  <a:lnTo>
                    <a:pt x="658657" y="382655"/>
                  </a:lnTo>
                  <a:lnTo>
                    <a:pt x="712262" y="385137"/>
                  </a:lnTo>
                  <a:lnTo>
                    <a:pt x="763011" y="386540"/>
                  </a:lnTo>
                  <a:lnTo>
                    <a:pt x="755043" y="386540"/>
                  </a:lnTo>
                  <a:lnTo>
                    <a:pt x="1025128" y="387160"/>
                  </a:lnTo>
                  <a:lnTo>
                    <a:pt x="987275" y="389658"/>
                  </a:lnTo>
                  <a:lnTo>
                    <a:pt x="933485" y="392180"/>
                  </a:lnTo>
                  <a:lnTo>
                    <a:pt x="882142" y="393619"/>
                  </a:lnTo>
                  <a:lnTo>
                    <a:pt x="889301" y="393619"/>
                  </a:lnTo>
                  <a:lnTo>
                    <a:pt x="822667" y="394239"/>
                  </a:lnTo>
                  <a:close/>
                </a:path>
                <a:path w="1645920" h="394335">
                  <a:moveTo>
                    <a:pt x="1025128" y="387160"/>
                  </a:moveTo>
                  <a:lnTo>
                    <a:pt x="822667" y="387160"/>
                  </a:lnTo>
                  <a:lnTo>
                    <a:pt x="883881" y="386540"/>
                  </a:lnTo>
                  <a:lnTo>
                    <a:pt x="945947" y="384644"/>
                  </a:lnTo>
                  <a:lnTo>
                    <a:pt x="945119" y="384644"/>
                  </a:lnTo>
                  <a:lnTo>
                    <a:pt x="1002544" y="381705"/>
                  </a:lnTo>
                  <a:lnTo>
                    <a:pt x="1059676" y="377579"/>
                  </a:lnTo>
                  <a:lnTo>
                    <a:pt x="1115133" y="372371"/>
                  </a:lnTo>
                  <a:lnTo>
                    <a:pt x="1168756" y="366126"/>
                  </a:lnTo>
                  <a:lnTo>
                    <a:pt x="1220388" y="358888"/>
                  </a:lnTo>
                  <a:lnTo>
                    <a:pt x="1269870" y="350700"/>
                  </a:lnTo>
                  <a:lnTo>
                    <a:pt x="1317045" y="341606"/>
                  </a:lnTo>
                  <a:lnTo>
                    <a:pt x="1361755" y="331649"/>
                  </a:lnTo>
                  <a:lnTo>
                    <a:pt x="1403842" y="320874"/>
                  </a:lnTo>
                  <a:lnTo>
                    <a:pt x="1443149" y="309324"/>
                  </a:lnTo>
                  <a:lnTo>
                    <a:pt x="1479517" y="297043"/>
                  </a:lnTo>
                  <a:lnTo>
                    <a:pt x="1542808" y="270462"/>
                  </a:lnTo>
                  <a:lnTo>
                    <a:pt x="1601742" y="235011"/>
                  </a:lnTo>
                  <a:lnTo>
                    <a:pt x="1637660" y="197119"/>
                  </a:lnTo>
                  <a:lnTo>
                    <a:pt x="1622707" y="177978"/>
                  </a:lnTo>
                  <a:lnTo>
                    <a:pt x="1575024" y="141081"/>
                  </a:lnTo>
                  <a:lnTo>
                    <a:pt x="1504820" y="106808"/>
                  </a:lnTo>
                  <a:lnTo>
                    <a:pt x="1461750" y="90946"/>
                  </a:lnTo>
                  <a:lnTo>
                    <a:pt x="1413990" y="76178"/>
                  </a:lnTo>
                  <a:lnTo>
                    <a:pt x="1361934" y="62504"/>
                  </a:lnTo>
                  <a:lnTo>
                    <a:pt x="1321335" y="53416"/>
                  </a:lnTo>
                  <a:lnTo>
                    <a:pt x="1278719" y="45043"/>
                  </a:lnTo>
                  <a:lnTo>
                    <a:pt x="1234196" y="37415"/>
                  </a:lnTo>
                  <a:lnTo>
                    <a:pt x="1187877" y="30566"/>
                  </a:lnTo>
                  <a:lnTo>
                    <a:pt x="1139872" y="24526"/>
                  </a:lnTo>
                  <a:lnTo>
                    <a:pt x="1090294" y="19328"/>
                  </a:lnTo>
                  <a:lnTo>
                    <a:pt x="1039213" y="15001"/>
                  </a:lnTo>
                  <a:lnTo>
                    <a:pt x="986857" y="11584"/>
                  </a:lnTo>
                  <a:lnTo>
                    <a:pt x="933221" y="9102"/>
                  </a:lnTo>
                  <a:lnTo>
                    <a:pt x="878454" y="7590"/>
                  </a:lnTo>
                  <a:lnTo>
                    <a:pt x="822667" y="7078"/>
                  </a:lnTo>
                  <a:lnTo>
                    <a:pt x="1023129" y="7078"/>
                  </a:lnTo>
                  <a:lnTo>
                    <a:pt x="1115902" y="15001"/>
                  </a:lnTo>
                  <a:lnTo>
                    <a:pt x="1169687" y="21261"/>
                  </a:lnTo>
                  <a:lnTo>
                    <a:pt x="1221491" y="28516"/>
                  </a:lnTo>
                  <a:lnTo>
                    <a:pt x="1271160" y="36723"/>
                  </a:lnTo>
                  <a:lnTo>
                    <a:pt x="1318541" y="45845"/>
                  </a:lnTo>
                  <a:lnTo>
                    <a:pt x="1363480" y="55839"/>
                  </a:lnTo>
                  <a:lnTo>
                    <a:pt x="1405822" y="66668"/>
                  </a:lnTo>
                  <a:lnTo>
                    <a:pt x="1445413" y="78289"/>
                  </a:lnTo>
                  <a:lnTo>
                    <a:pt x="1482099" y="90664"/>
                  </a:lnTo>
                  <a:lnTo>
                    <a:pt x="1546140" y="117514"/>
                  </a:lnTo>
                  <a:lnTo>
                    <a:pt x="1606888" y="154604"/>
                  </a:lnTo>
                  <a:lnTo>
                    <a:pt x="1645750" y="197119"/>
                  </a:lnTo>
                  <a:lnTo>
                    <a:pt x="1628779" y="219631"/>
                  </a:lnTo>
                  <a:lnTo>
                    <a:pt x="1579211" y="258675"/>
                  </a:lnTo>
                  <a:lnTo>
                    <a:pt x="1507601" y="293740"/>
                  </a:lnTo>
                  <a:lnTo>
                    <a:pt x="1464096" y="309748"/>
                  </a:lnTo>
                  <a:lnTo>
                    <a:pt x="1415980" y="324660"/>
                  </a:lnTo>
                  <a:lnTo>
                    <a:pt x="1363606" y="338399"/>
                  </a:lnTo>
                  <a:lnTo>
                    <a:pt x="1322885" y="347496"/>
                  </a:lnTo>
                  <a:lnTo>
                    <a:pt x="1280128" y="355896"/>
                  </a:lnTo>
                  <a:lnTo>
                    <a:pt x="1235451" y="363563"/>
                  </a:lnTo>
                  <a:lnTo>
                    <a:pt x="1188968" y="370462"/>
                  </a:lnTo>
                  <a:lnTo>
                    <a:pt x="1140794" y="376556"/>
                  </a:lnTo>
                  <a:lnTo>
                    <a:pt x="1092046" y="381705"/>
                  </a:lnTo>
                  <a:lnTo>
                    <a:pt x="1092282" y="381705"/>
                  </a:lnTo>
                  <a:lnTo>
                    <a:pt x="1039833" y="386190"/>
                  </a:lnTo>
                  <a:lnTo>
                    <a:pt x="1025128" y="38716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112314" y="3843129"/>
              <a:ext cx="56515" cy="49530"/>
            </a:xfrm>
            <a:custGeom>
              <a:avLst/>
              <a:gdLst/>
              <a:ahLst/>
              <a:cxnLst/>
              <a:rect l="l" t="t" r="r" b="b"/>
              <a:pathLst>
                <a:path w="56515" h="49529">
                  <a:moveTo>
                    <a:pt x="28341" y="49175"/>
                  </a:moveTo>
                  <a:lnTo>
                    <a:pt x="17409" y="47267"/>
                  </a:lnTo>
                  <a:lnTo>
                    <a:pt x="8389" y="42037"/>
                  </a:lnTo>
                  <a:lnTo>
                    <a:pt x="2260" y="34227"/>
                  </a:lnTo>
                  <a:lnTo>
                    <a:pt x="0" y="24581"/>
                  </a:lnTo>
                  <a:lnTo>
                    <a:pt x="2260" y="15117"/>
                  </a:lnTo>
                  <a:lnTo>
                    <a:pt x="8389" y="7292"/>
                  </a:lnTo>
                  <a:lnTo>
                    <a:pt x="17409" y="1966"/>
                  </a:lnTo>
                  <a:lnTo>
                    <a:pt x="28341" y="0"/>
                  </a:lnTo>
                  <a:lnTo>
                    <a:pt x="39213" y="1966"/>
                  </a:lnTo>
                  <a:lnTo>
                    <a:pt x="48090" y="7292"/>
                  </a:lnTo>
                  <a:lnTo>
                    <a:pt x="54074" y="15117"/>
                  </a:lnTo>
                  <a:lnTo>
                    <a:pt x="56267" y="24581"/>
                  </a:lnTo>
                  <a:lnTo>
                    <a:pt x="54074" y="34227"/>
                  </a:lnTo>
                  <a:lnTo>
                    <a:pt x="48090" y="42037"/>
                  </a:lnTo>
                  <a:lnTo>
                    <a:pt x="39213" y="47267"/>
                  </a:lnTo>
                  <a:lnTo>
                    <a:pt x="28341" y="491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108982" y="3839797"/>
              <a:ext cx="63500" cy="56515"/>
            </a:xfrm>
            <a:custGeom>
              <a:avLst/>
              <a:gdLst/>
              <a:ahLst/>
              <a:cxnLst/>
              <a:rect l="l" t="t" r="r" b="b"/>
              <a:pathLst>
                <a:path w="63500" h="56514">
                  <a:moveTo>
                    <a:pt x="40009" y="56255"/>
                  </a:moveTo>
                  <a:lnTo>
                    <a:pt x="22921" y="56255"/>
                  </a:lnTo>
                  <a:lnTo>
                    <a:pt x="15012" y="52923"/>
                  </a:lnTo>
                  <a:lnTo>
                    <a:pt x="9593" y="47918"/>
                  </a:lnTo>
                  <a:lnTo>
                    <a:pt x="3759" y="42914"/>
                  </a:lnTo>
                  <a:lnTo>
                    <a:pt x="0" y="35835"/>
                  </a:lnTo>
                  <a:lnTo>
                    <a:pt x="0" y="19992"/>
                  </a:lnTo>
                  <a:lnTo>
                    <a:pt x="3759" y="12913"/>
                  </a:lnTo>
                  <a:lnTo>
                    <a:pt x="9593" y="7908"/>
                  </a:lnTo>
                  <a:lnTo>
                    <a:pt x="15012" y="2917"/>
                  </a:lnTo>
                  <a:lnTo>
                    <a:pt x="22921" y="0"/>
                  </a:lnTo>
                  <a:lnTo>
                    <a:pt x="40009" y="0"/>
                  </a:lnTo>
                  <a:lnTo>
                    <a:pt x="47931" y="2917"/>
                  </a:lnTo>
                  <a:lnTo>
                    <a:pt x="52789" y="7078"/>
                  </a:lnTo>
                  <a:lnTo>
                    <a:pt x="24594" y="7078"/>
                  </a:lnTo>
                  <a:lnTo>
                    <a:pt x="18345" y="9581"/>
                  </a:lnTo>
                  <a:lnTo>
                    <a:pt x="14170" y="13328"/>
                  </a:lnTo>
                  <a:lnTo>
                    <a:pt x="9593" y="17074"/>
                  </a:lnTo>
                  <a:lnTo>
                    <a:pt x="7091" y="22494"/>
                  </a:lnTo>
                  <a:lnTo>
                    <a:pt x="7091" y="33748"/>
                  </a:lnTo>
                  <a:lnTo>
                    <a:pt x="9593" y="38752"/>
                  </a:lnTo>
                  <a:lnTo>
                    <a:pt x="18345" y="46674"/>
                  </a:lnTo>
                  <a:lnTo>
                    <a:pt x="24594" y="49176"/>
                  </a:lnTo>
                  <a:lnTo>
                    <a:pt x="52299" y="49176"/>
                  </a:lnTo>
                  <a:lnTo>
                    <a:pt x="47931" y="52923"/>
                  </a:lnTo>
                  <a:lnTo>
                    <a:pt x="40009" y="56255"/>
                  </a:lnTo>
                  <a:close/>
                </a:path>
                <a:path w="63500" h="56514">
                  <a:moveTo>
                    <a:pt x="52299" y="49176"/>
                  </a:moveTo>
                  <a:lnTo>
                    <a:pt x="38349" y="49176"/>
                  </a:lnTo>
                  <a:lnTo>
                    <a:pt x="44599" y="46674"/>
                  </a:lnTo>
                  <a:lnTo>
                    <a:pt x="49175" y="42914"/>
                  </a:lnTo>
                  <a:lnTo>
                    <a:pt x="53765" y="38752"/>
                  </a:lnTo>
                  <a:lnTo>
                    <a:pt x="56267" y="33748"/>
                  </a:lnTo>
                  <a:lnTo>
                    <a:pt x="56267" y="22494"/>
                  </a:lnTo>
                  <a:lnTo>
                    <a:pt x="53765" y="17074"/>
                  </a:lnTo>
                  <a:lnTo>
                    <a:pt x="44599" y="9581"/>
                  </a:lnTo>
                  <a:lnTo>
                    <a:pt x="38349" y="7078"/>
                  </a:lnTo>
                  <a:lnTo>
                    <a:pt x="52789" y="7078"/>
                  </a:lnTo>
                  <a:lnTo>
                    <a:pt x="59599" y="12913"/>
                  </a:lnTo>
                  <a:lnTo>
                    <a:pt x="62931" y="19992"/>
                  </a:lnTo>
                  <a:lnTo>
                    <a:pt x="62931" y="35835"/>
                  </a:lnTo>
                  <a:lnTo>
                    <a:pt x="59599" y="42914"/>
                  </a:lnTo>
                  <a:lnTo>
                    <a:pt x="52299" y="491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516575" y="3950648"/>
              <a:ext cx="56515" cy="49530"/>
            </a:xfrm>
            <a:custGeom>
              <a:avLst/>
              <a:gdLst/>
              <a:ahLst/>
              <a:cxnLst/>
              <a:rect l="l" t="t" r="r" b="b"/>
              <a:pathLst>
                <a:path w="56515" h="49529">
                  <a:moveTo>
                    <a:pt x="28328" y="49175"/>
                  </a:moveTo>
                  <a:lnTo>
                    <a:pt x="17223" y="47209"/>
                  </a:lnTo>
                  <a:lnTo>
                    <a:pt x="8227" y="41881"/>
                  </a:lnTo>
                  <a:lnTo>
                    <a:pt x="2200" y="34052"/>
                  </a:lnTo>
                  <a:lnTo>
                    <a:pt x="0" y="24581"/>
                  </a:lnTo>
                  <a:lnTo>
                    <a:pt x="2200" y="14942"/>
                  </a:lnTo>
                  <a:lnTo>
                    <a:pt x="8227" y="7137"/>
                  </a:lnTo>
                  <a:lnTo>
                    <a:pt x="17223" y="1908"/>
                  </a:lnTo>
                  <a:lnTo>
                    <a:pt x="28328" y="0"/>
                  </a:lnTo>
                  <a:lnTo>
                    <a:pt x="39200" y="1908"/>
                  </a:lnTo>
                  <a:lnTo>
                    <a:pt x="48076" y="7137"/>
                  </a:lnTo>
                  <a:lnTo>
                    <a:pt x="54060" y="14942"/>
                  </a:lnTo>
                  <a:lnTo>
                    <a:pt x="56254" y="24581"/>
                  </a:lnTo>
                  <a:lnTo>
                    <a:pt x="54060" y="34052"/>
                  </a:lnTo>
                  <a:lnTo>
                    <a:pt x="48076" y="41881"/>
                  </a:lnTo>
                  <a:lnTo>
                    <a:pt x="39200" y="47209"/>
                  </a:lnTo>
                  <a:lnTo>
                    <a:pt x="28328" y="491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513230" y="3946901"/>
              <a:ext cx="63500" cy="56515"/>
            </a:xfrm>
            <a:custGeom>
              <a:avLst/>
              <a:gdLst/>
              <a:ahLst/>
              <a:cxnLst/>
              <a:rect l="l" t="t" r="r" b="b"/>
              <a:pathLst>
                <a:path w="63500" h="56514">
                  <a:moveTo>
                    <a:pt x="40009" y="56255"/>
                  </a:moveTo>
                  <a:lnTo>
                    <a:pt x="22921" y="56255"/>
                  </a:lnTo>
                  <a:lnTo>
                    <a:pt x="15013" y="53337"/>
                  </a:lnTo>
                  <a:lnTo>
                    <a:pt x="9178" y="48333"/>
                  </a:lnTo>
                  <a:lnTo>
                    <a:pt x="3759" y="43342"/>
                  </a:lnTo>
                  <a:lnTo>
                    <a:pt x="0" y="36249"/>
                  </a:lnTo>
                  <a:lnTo>
                    <a:pt x="0" y="20419"/>
                  </a:lnTo>
                  <a:lnTo>
                    <a:pt x="3759" y="13328"/>
                  </a:lnTo>
                  <a:lnTo>
                    <a:pt x="9178" y="8336"/>
                  </a:lnTo>
                  <a:lnTo>
                    <a:pt x="15013" y="3331"/>
                  </a:lnTo>
                  <a:lnTo>
                    <a:pt x="22921" y="0"/>
                  </a:lnTo>
                  <a:lnTo>
                    <a:pt x="40009" y="0"/>
                  </a:lnTo>
                  <a:lnTo>
                    <a:pt x="47931" y="3331"/>
                  </a:lnTo>
                  <a:lnTo>
                    <a:pt x="52299" y="7078"/>
                  </a:lnTo>
                  <a:lnTo>
                    <a:pt x="24594" y="7078"/>
                  </a:lnTo>
                  <a:lnTo>
                    <a:pt x="18345" y="9581"/>
                  </a:lnTo>
                  <a:lnTo>
                    <a:pt x="13755" y="13328"/>
                  </a:lnTo>
                  <a:lnTo>
                    <a:pt x="9593" y="17502"/>
                  </a:lnTo>
                  <a:lnTo>
                    <a:pt x="7091" y="22494"/>
                  </a:lnTo>
                  <a:lnTo>
                    <a:pt x="7091" y="33747"/>
                  </a:lnTo>
                  <a:lnTo>
                    <a:pt x="9593" y="39167"/>
                  </a:lnTo>
                  <a:lnTo>
                    <a:pt x="13755" y="42926"/>
                  </a:lnTo>
                  <a:lnTo>
                    <a:pt x="18345" y="46674"/>
                  </a:lnTo>
                  <a:lnTo>
                    <a:pt x="24594" y="49176"/>
                  </a:lnTo>
                  <a:lnTo>
                    <a:pt x="52783" y="49176"/>
                  </a:lnTo>
                  <a:lnTo>
                    <a:pt x="47931" y="53337"/>
                  </a:lnTo>
                  <a:lnTo>
                    <a:pt x="40009" y="56255"/>
                  </a:lnTo>
                  <a:close/>
                </a:path>
                <a:path w="63500" h="56514">
                  <a:moveTo>
                    <a:pt x="52783" y="49176"/>
                  </a:moveTo>
                  <a:lnTo>
                    <a:pt x="38350" y="49176"/>
                  </a:lnTo>
                  <a:lnTo>
                    <a:pt x="44599" y="46674"/>
                  </a:lnTo>
                  <a:lnTo>
                    <a:pt x="49176" y="42926"/>
                  </a:lnTo>
                  <a:lnTo>
                    <a:pt x="53350" y="39167"/>
                  </a:lnTo>
                  <a:lnTo>
                    <a:pt x="56267" y="33747"/>
                  </a:lnTo>
                  <a:lnTo>
                    <a:pt x="56267" y="22494"/>
                  </a:lnTo>
                  <a:lnTo>
                    <a:pt x="53350" y="17502"/>
                  </a:lnTo>
                  <a:lnTo>
                    <a:pt x="49176" y="13328"/>
                  </a:lnTo>
                  <a:lnTo>
                    <a:pt x="44599" y="9581"/>
                  </a:lnTo>
                  <a:lnTo>
                    <a:pt x="38350" y="7078"/>
                  </a:lnTo>
                  <a:lnTo>
                    <a:pt x="52299" y="7078"/>
                  </a:lnTo>
                  <a:lnTo>
                    <a:pt x="53765" y="8336"/>
                  </a:lnTo>
                  <a:lnTo>
                    <a:pt x="59184" y="13328"/>
                  </a:lnTo>
                  <a:lnTo>
                    <a:pt x="62931" y="20419"/>
                  </a:lnTo>
                  <a:lnTo>
                    <a:pt x="62931" y="36249"/>
                  </a:lnTo>
                  <a:lnTo>
                    <a:pt x="59184" y="43342"/>
                  </a:lnTo>
                  <a:lnTo>
                    <a:pt x="53765" y="48333"/>
                  </a:lnTo>
                  <a:lnTo>
                    <a:pt x="52783" y="491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997499" y="3968151"/>
              <a:ext cx="56515" cy="49530"/>
            </a:xfrm>
            <a:custGeom>
              <a:avLst/>
              <a:gdLst/>
              <a:ahLst/>
              <a:cxnLst/>
              <a:rect l="l" t="t" r="r" b="b"/>
              <a:pathLst>
                <a:path w="56515" h="49529">
                  <a:moveTo>
                    <a:pt x="28341" y="49176"/>
                  </a:moveTo>
                  <a:lnTo>
                    <a:pt x="17229" y="47209"/>
                  </a:lnTo>
                  <a:lnTo>
                    <a:pt x="8229" y="41883"/>
                  </a:lnTo>
                  <a:lnTo>
                    <a:pt x="2200" y="34058"/>
                  </a:lnTo>
                  <a:lnTo>
                    <a:pt x="0" y="24594"/>
                  </a:lnTo>
                  <a:lnTo>
                    <a:pt x="2200" y="14948"/>
                  </a:lnTo>
                  <a:lnTo>
                    <a:pt x="8229" y="7138"/>
                  </a:lnTo>
                  <a:lnTo>
                    <a:pt x="17229" y="1908"/>
                  </a:lnTo>
                  <a:lnTo>
                    <a:pt x="28341" y="0"/>
                  </a:lnTo>
                  <a:lnTo>
                    <a:pt x="39208" y="1908"/>
                  </a:lnTo>
                  <a:lnTo>
                    <a:pt x="48085" y="7138"/>
                  </a:lnTo>
                  <a:lnTo>
                    <a:pt x="54072" y="14948"/>
                  </a:lnTo>
                  <a:lnTo>
                    <a:pt x="56268" y="24594"/>
                  </a:lnTo>
                  <a:lnTo>
                    <a:pt x="54072" y="34058"/>
                  </a:lnTo>
                  <a:lnTo>
                    <a:pt x="48085" y="41883"/>
                  </a:lnTo>
                  <a:lnTo>
                    <a:pt x="39208" y="47209"/>
                  </a:lnTo>
                  <a:lnTo>
                    <a:pt x="28341" y="49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994167" y="3964819"/>
              <a:ext cx="63500" cy="55880"/>
            </a:xfrm>
            <a:custGeom>
              <a:avLst/>
              <a:gdLst/>
              <a:ahLst/>
              <a:cxnLst/>
              <a:rect l="l" t="t" r="r" b="b"/>
              <a:pathLst>
                <a:path w="63500" h="55879">
                  <a:moveTo>
                    <a:pt x="40009" y="55840"/>
                  </a:moveTo>
                  <a:lnTo>
                    <a:pt x="22921" y="55840"/>
                  </a:lnTo>
                  <a:lnTo>
                    <a:pt x="15000" y="52922"/>
                  </a:lnTo>
                  <a:lnTo>
                    <a:pt x="9165" y="47918"/>
                  </a:lnTo>
                  <a:lnTo>
                    <a:pt x="3746" y="42927"/>
                  </a:lnTo>
                  <a:lnTo>
                    <a:pt x="0" y="35834"/>
                  </a:lnTo>
                  <a:lnTo>
                    <a:pt x="0" y="20004"/>
                  </a:lnTo>
                  <a:lnTo>
                    <a:pt x="3746" y="12913"/>
                  </a:lnTo>
                  <a:lnTo>
                    <a:pt x="9165" y="7921"/>
                  </a:lnTo>
                  <a:lnTo>
                    <a:pt x="15000" y="2916"/>
                  </a:lnTo>
                  <a:lnTo>
                    <a:pt x="22921" y="0"/>
                  </a:lnTo>
                  <a:lnTo>
                    <a:pt x="40009" y="0"/>
                  </a:lnTo>
                  <a:lnTo>
                    <a:pt x="47930" y="2916"/>
                  </a:lnTo>
                  <a:lnTo>
                    <a:pt x="52298" y="6663"/>
                  </a:lnTo>
                  <a:lnTo>
                    <a:pt x="24594" y="6663"/>
                  </a:lnTo>
                  <a:lnTo>
                    <a:pt x="18332" y="9166"/>
                  </a:lnTo>
                  <a:lnTo>
                    <a:pt x="13754" y="12913"/>
                  </a:lnTo>
                  <a:lnTo>
                    <a:pt x="9580" y="17087"/>
                  </a:lnTo>
                  <a:lnTo>
                    <a:pt x="6663" y="22092"/>
                  </a:lnTo>
                  <a:lnTo>
                    <a:pt x="6663" y="33760"/>
                  </a:lnTo>
                  <a:lnTo>
                    <a:pt x="9580" y="38752"/>
                  </a:lnTo>
                  <a:lnTo>
                    <a:pt x="18332" y="46673"/>
                  </a:lnTo>
                  <a:lnTo>
                    <a:pt x="24594" y="49175"/>
                  </a:lnTo>
                  <a:lnTo>
                    <a:pt x="52299" y="49175"/>
                  </a:lnTo>
                  <a:lnTo>
                    <a:pt x="47930" y="52922"/>
                  </a:lnTo>
                  <a:lnTo>
                    <a:pt x="40009" y="55840"/>
                  </a:lnTo>
                  <a:close/>
                </a:path>
                <a:path w="63500" h="55879">
                  <a:moveTo>
                    <a:pt x="52299" y="49175"/>
                  </a:moveTo>
                  <a:lnTo>
                    <a:pt x="38337" y="49175"/>
                  </a:lnTo>
                  <a:lnTo>
                    <a:pt x="44586" y="46673"/>
                  </a:lnTo>
                  <a:lnTo>
                    <a:pt x="53337" y="38752"/>
                  </a:lnTo>
                  <a:lnTo>
                    <a:pt x="56254" y="33760"/>
                  </a:lnTo>
                  <a:lnTo>
                    <a:pt x="56254" y="22092"/>
                  </a:lnTo>
                  <a:lnTo>
                    <a:pt x="53337" y="17087"/>
                  </a:lnTo>
                  <a:lnTo>
                    <a:pt x="49176" y="12913"/>
                  </a:lnTo>
                  <a:lnTo>
                    <a:pt x="44586" y="9166"/>
                  </a:lnTo>
                  <a:lnTo>
                    <a:pt x="38337" y="6663"/>
                  </a:lnTo>
                  <a:lnTo>
                    <a:pt x="52298" y="6663"/>
                  </a:lnTo>
                  <a:lnTo>
                    <a:pt x="53764" y="7921"/>
                  </a:lnTo>
                  <a:lnTo>
                    <a:pt x="59184" y="12913"/>
                  </a:lnTo>
                  <a:lnTo>
                    <a:pt x="62931" y="20004"/>
                  </a:lnTo>
                  <a:lnTo>
                    <a:pt x="62931" y="35834"/>
                  </a:lnTo>
                  <a:lnTo>
                    <a:pt x="59184" y="42927"/>
                  </a:lnTo>
                  <a:lnTo>
                    <a:pt x="53764" y="47918"/>
                  </a:lnTo>
                  <a:lnTo>
                    <a:pt x="52299" y="4917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475104" y="3926053"/>
              <a:ext cx="55880" cy="49530"/>
            </a:xfrm>
            <a:custGeom>
              <a:avLst/>
              <a:gdLst/>
              <a:ahLst/>
              <a:cxnLst/>
              <a:rect l="l" t="t" r="r" b="b"/>
              <a:pathLst>
                <a:path w="55879" h="49529">
                  <a:moveTo>
                    <a:pt x="27913" y="49175"/>
                  </a:moveTo>
                  <a:lnTo>
                    <a:pt x="17048" y="47211"/>
                  </a:lnTo>
                  <a:lnTo>
                    <a:pt x="8176" y="41888"/>
                  </a:lnTo>
                  <a:lnTo>
                    <a:pt x="2193" y="34063"/>
                  </a:lnTo>
                  <a:lnTo>
                    <a:pt x="0" y="24594"/>
                  </a:lnTo>
                  <a:lnTo>
                    <a:pt x="2193" y="14948"/>
                  </a:lnTo>
                  <a:lnTo>
                    <a:pt x="8176" y="7138"/>
                  </a:lnTo>
                  <a:lnTo>
                    <a:pt x="17048" y="1908"/>
                  </a:lnTo>
                  <a:lnTo>
                    <a:pt x="27913" y="0"/>
                  </a:lnTo>
                  <a:lnTo>
                    <a:pt x="38785" y="1908"/>
                  </a:lnTo>
                  <a:lnTo>
                    <a:pt x="47662" y="7138"/>
                  </a:lnTo>
                  <a:lnTo>
                    <a:pt x="53645" y="14948"/>
                  </a:lnTo>
                  <a:lnTo>
                    <a:pt x="55839" y="24594"/>
                  </a:lnTo>
                  <a:lnTo>
                    <a:pt x="53645" y="34063"/>
                  </a:lnTo>
                  <a:lnTo>
                    <a:pt x="47662" y="41888"/>
                  </a:lnTo>
                  <a:lnTo>
                    <a:pt x="38785" y="47211"/>
                  </a:lnTo>
                  <a:lnTo>
                    <a:pt x="27913" y="491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471343" y="3922721"/>
              <a:ext cx="63500" cy="55880"/>
            </a:xfrm>
            <a:custGeom>
              <a:avLst/>
              <a:gdLst/>
              <a:ahLst/>
              <a:cxnLst/>
              <a:rect l="l" t="t" r="r" b="b"/>
              <a:pathLst>
                <a:path w="63500" h="55879">
                  <a:moveTo>
                    <a:pt x="40424" y="55852"/>
                  </a:moveTo>
                  <a:lnTo>
                    <a:pt x="22922" y="55852"/>
                  </a:lnTo>
                  <a:lnTo>
                    <a:pt x="15428" y="52935"/>
                  </a:lnTo>
                  <a:lnTo>
                    <a:pt x="3760" y="42926"/>
                  </a:lnTo>
                  <a:lnTo>
                    <a:pt x="0" y="35847"/>
                  </a:lnTo>
                  <a:lnTo>
                    <a:pt x="0" y="20004"/>
                  </a:lnTo>
                  <a:lnTo>
                    <a:pt x="3760" y="12925"/>
                  </a:lnTo>
                  <a:lnTo>
                    <a:pt x="15428" y="2916"/>
                  </a:lnTo>
                  <a:lnTo>
                    <a:pt x="22922" y="0"/>
                  </a:lnTo>
                  <a:lnTo>
                    <a:pt x="40424" y="0"/>
                  </a:lnTo>
                  <a:lnTo>
                    <a:pt x="47931" y="2916"/>
                  </a:lnTo>
                  <a:lnTo>
                    <a:pt x="52314" y="6676"/>
                  </a:lnTo>
                  <a:lnTo>
                    <a:pt x="24594" y="6676"/>
                  </a:lnTo>
                  <a:lnTo>
                    <a:pt x="18345" y="9166"/>
                  </a:lnTo>
                  <a:lnTo>
                    <a:pt x="9594" y="17087"/>
                  </a:lnTo>
                  <a:lnTo>
                    <a:pt x="7092" y="22091"/>
                  </a:lnTo>
                  <a:lnTo>
                    <a:pt x="7092" y="33345"/>
                  </a:lnTo>
                  <a:lnTo>
                    <a:pt x="9594" y="38764"/>
                  </a:lnTo>
                  <a:lnTo>
                    <a:pt x="14171" y="42511"/>
                  </a:lnTo>
                  <a:lnTo>
                    <a:pt x="18345" y="46673"/>
                  </a:lnTo>
                  <a:lnTo>
                    <a:pt x="24594" y="48761"/>
                  </a:lnTo>
                  <a:lnTo>
                    <a:pt x="52798" y="48761"/>
                  </a:lnTo>
                  <a:lnTo>
                    <a:pt x="47931" y="52935"/>
                  </a:lnTo>
                  <a:lnTo>
                    <a:pt x="40424" y="55852"/>
                  </a:lnTo>
                  <a:close/>
                </a:path>
                <a:path w="63500" h="55879">
                  <a:moveTo>
                    <a:pt x="52798" y="48761"/>
                  </a:moveTo>
                  <a:lnTo>
                    <a:pt x="38765" y="48761"/>
                  </a:lnTo>
                  <a:lnTo>
                    <a:pt x="45014" y="46673"/>
                  </a:lnTo>
                  <a:lnTo>
                    <a:pt x="49176" y="42511"/>
                  </a:lnTo>
                  <a:lnTo>
                    <a:pt x="53766" y="38764"/>
                  </a:lnTo>
                  <a:lnTo>
                    <a:pt x="56267" y="33345"/>
                  </a:lnTo>
                  <a:lnTo>
                    <a:pt x="56267" y="22091"/>
                  </a:lnTo>
                  <a:lnTo>
                    <a:pt x="53766" y="17087"/>
                  </a:lnTo>
                  <a:lnTo>
                    <a:pt x="45014" y="9166"/>
                  </a:lnTo>
                  <a:lnTo>
                    <a:pt x="38765" y="6676"/>
                  </a:lnTo>
                  <a:lnTo>
                    <a:pt x="52314" y="6676"/>
                  </a:lnTo>
                  <a:lnTo>
                    <a:pt x="59599" y="12925"/>
                  </a:lnTo>
                  <a:lnTo>
                    <a:pt x="63346" y="20004"/>
                  </a:lnTo>
                  <a:lnTo>
                    <a:pt x="63346" y="35847"/>
                  </a:lnTo>
                  <a:lnTo>
                    <a:pt x="59599" y="42926"/>
                  </a:lnTo>
                  <a:lnTo>
                    <a:pt x="52798" y="4876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783917" y="3813530"/>
              <a:ext cx="56515" cy="49530"/>
            </a:xfrm>
            <a:custGeom>
              <a:avLst/>
              <a:gdLst/>
              <a:ahLst/>
              <a:cxnLst/>
              <a:rect l="l" t="t" r="r" b="b"/>
              <a:pathLst>
                <a:path w="56515" h="49529">
                  <a:moveTo>
                    <a:pt x="27912" y="49176"/>
                  </a:moveTo>
                  <a:lnTo>
                    <a:pt x="17048" y="47270"/>
                  </a:lnTo>
                  <a:lnTo>
                    <a:pt x="8175" y="42044"/>
                  </a:lnTo>
                  <a:lnTo>
                    <a:pt x="2193" y="34239"/>
                  </a:lnTo>
                  <a:lnTo>
                    <a:pt x="0" y="24594"/>
                  </a:lnTo>
                  <a:lnTo>
                    <a:pt x="2193" y="15123"/>
                  </a:lnTo>
                  <a:lnTo>
                    <a:pt x="8175" y="7294"/>
                  </a:lnTo>
                  <a:lnTo>
                    <a:pt x="17048" y="1966"/>
                  </a:lnTo>
                  <a:lnTo>
                    <a:pt x="27912" y="0"/>
                  </a:lnTo>
                  <a:lnTo>
                    <a:pt x="38850" y="1966"/>
                  </a:lnTo>
                  <a:lnTo>
                    <a:pt x="47869" y="7294"/>
                  </a:lnTo>
                  <a:lnTo>
                    <a:pt x="53995" y="15123"/>
                  </a:lnTo>
                  <a:lnTo>
                    <a:pt x="56254" y="24594"/>
                  </a:lnTo>
                  <a:lnTo>
                    <a:pt x="53995" y="34239"/>
                  </a:lnTo>
                  <a:lnTo>
                    <a:pt x="47869" y="42044"/>
                  </a:lnTo>
                  <a:lnTo>
                    <a:pt x="38850" y="47270"/>
                  </a:lnTo>
                  <a:lnTo>
                    <a:pt x="27912" y="49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780157" y="3810198"/>
              <a:ext cx="63500" cy="56515"/>
            </a:xfrm>
            <a:custGeom>
              <a:avLst/>
              <a:gdLst/>
              <a:ahLst/>
              <a:cxnLst/>
              <a:rect l="l" t="t" r="r" b="b"/>
              <a:pathLst>
                <a:path w="63500" h="56514">
                  <a:moveTo>
                    <a:pt x="40424" y="56268"/>
                  </a:moveTo>
                  <a:lnTo>
                    <a:pt x="23337" y="56268"/>
                  </a:lnTo>
                  <a:lnTo>
                    <a:pt x="15428" y="52936"/>
                  </a:lnTo>
                  <a:lnTo>
                    <a:pt x="3760" y="42927"/>
                  </a:lnTo>
                  <a:lnTo>
                    <a:pt x="0" y="35848"/>
                  </a:lnTo>
                  <a:lnTo>
                    <a:pt x="0" y="20004"/>
                  </a:lnTo>
                  <a:lnTo>
                    <a:pt x="3760" y="12925"/>
                  </a:lnTo>
                  <a:lnTo>
                    <a:pt x="15428" y="2916"/>
                  </a:lnTo>
                  <a:lnTo>
                    <a:pt x="23337" y="0"/>
                  </a:lnTo>
                  <a:lnTo>
                    <a:pt x="40424" y="0"/>
                  </a:lnTo>
                  <a:lnTo>
                    <a:pt x="48346" y="2916"/>
                  </a:lnTo>
                  <a:lnTo>
                    <a:pt x="52867" y="7091"/>
                  </a:lnTo>
                  <a:lnTo>
                    <a:pt x="25009" y="7091"/>
                  </a:lnTo>
                  <a:lnTo>
                    <a:pt x="18760" y="9593"/>
                  </a:lnTo>
                  <a:lnTo>
                    <a:pt x="9594" y="17087"/>
                  </a:lnTo>
                  <a:lnTo>
                    <a:pt x="7092" y="22507"/>
                  </a:lnTo>
                  <a:lnTo>
                    <a:pt x="7092" y="33760"/>
                  </a:lnTo>
                  <a:lnTo>
                    <a:pt x="9594" y="38765"/>
                  </a:lnTo>
                  <a:lnTo>
                    <a:pt x="14170" y="42927"/>
                  </a:lnTo>
                  <a:lnTo>
                    <a:pt x="18760" y="46673"/>
                  </a:lnTo>
                  <a:lnTo>
                    <a:pt x="25009" y="49176"/>
                  </a:lnTo>
                  <a:lnTo>
                    <a:pt x="52418" y="49176"/>
                  </a:lnTo>
                  <a:lnTo>
                    <a:pt x="48346" y="52936"/>
                  </a:lnTo>
                  <a:lnTo>
                    <a:pt x="40424" y="56268"/>
                  </a:lnTo>
                  <a:close/>
                </a:path>
                <a:path w="63500" h="56514">
                  <a:moveTo>
                    <a:pt x="52418" y="49176"/>
                  </a:moveTo>
                  <a:lnTo>
                    <a:pt x="38765" y="49176"/>
                  </a:lnTo>
                  <a:lnTo>
                    <a:pt x="45014" y="46673"/>
                  </a:lnTo>
                  <a:lnTo>
                    <a:pt x="53766" y="38765"/>
                  </a:lnTo>
                  <a:lnTo>
                    <a:pt x="56267" y="33760"/>
                  </a:lnTo>
                  <a:lnTo>
                    <a:pt x="56267" y="22507"/>
                  </a:lnTo>
                  <a:lnTo>
                    <a:pt x="53766" y="17087"/>
                  </a:lnTo>
                  <a:lnTo>
                    <a:pt x="49176" y="13340"/>
                  </a:lnTo>
                  <a:lnTo>
                    <a:pt x="45014" y="9593"/>
                  </a:lnTo>
                  <a:lnTo>
                    <a:pt x="38765" y="7091"/>
                  </a:lnTo>
                  <a:lnTo>
                    <a:pt x="52867" y="7091"/>
                  </a:lnTo>
                  <a:lnTo>
                    <a:pt x="53766" y="7921"/>
                  </a:lnTo>
                  <a:lnTo>
                    <a:pt x="59599" y="12925"/>
                  </a:lnTo>
                  <a:lnTo>
                    <a:pt x="63346" y="20004"/>
                  </a:lnTo>
                  <a:lnTo>
                    <a:pt x="63346" y="35848"/>
                  </a:lnTo>
                  <a:lnTo>
                    <a:pt x="59599" y="42927"/>
                  </a:lnTo>
                  <a:lnTo>
                    <a:pt x="53766" y="47931"/>
                  </a:lnTo>
                  <a:lnTo>
                    <a:pt x="52418" y="491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880809" y="3666805"/>
              <a:ext cx="58419" cy="43815"/>
            </a:xfrm>
            <a:custGeom>
              <a:avLst/>
              <a:gdLst/>
              <a:ahLst/>
              <a:cxnLst/>
              <a:rect l="l" t="t" r="r" b="b"/>
              <a:pathLst>
                <a:path w="58420" h="43814">
                  <a:moveTo>
                    <a:pt x="48743" y="43341"/>
                  </a:moveTo>
                  <a:lnTo>
                    <a:pt x="35285" y="43341"/>
                  </a:lnTo>
                  <a:lnTo>
                    <a:pt x="27870" y="41448"/>
                  </a:lnTo>
                  <a:lnTo>
                    <a:pt x="20622" y="37546"/>
                  </a:lnTo>
                  <a:lnTo>
                    <a:pt x="10414" y="30680"/>
                  </a:lnTo>
                  <a:lnTo>
                    <a:pt x="3331" y="22643"/>
                  </a:lnTo>
                  <a:lnTo>
                    <a:pt x="0" y="14450"/>
                  </a:lnTo>
                  <a:lnTo>
                    <a:pt x="1045" y="7117"/>
                  </a:lnTo>
                  <a:lnTo>
                    <a:pt x="3508" y="2411"/>
                  </a:lnTo>
                  <a:lnTo>
                    <a:pt x="9342" y="0"/>
                  </a:lnTo>
                  <a:lnTo>
                    <a:pt x="16602" y="0"/>
                  </a:lnTo>
                  <a:lnTo>
                    <a:pt x="22852" y="0"/>
                  </a:lnTo>
                  <a:lnTo>
                    <a:pt x="57923" y="28716"/>
                  </a:lnTo>
                  <a:lnTo>
                    <a:pt x="56885" y="36289"/>
                  </a:lnTo>
                  <a:lnTo>
                    <a:pt x="54447" y="40930"/>
                  </a:lnTo>
                  <a:lnTo>
                    <a:pt x="48743" y="433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877265" y="3663084"/>
              <a:ext cx="65405" cy="50800"/>
            </a:xfrm>
            <a:custGeom>
              <a:avLst/>
              <a:gdLst/>
              <a:ahLst/>
              <a:cxnLst/>
              <a:rect l="l" t="t" r="r" b="b"/>
              <a:pathLst>
                <a:path w="65404" h="50800">
                  <a:moveTo>
                    <a:pt x="48761" y="50433"/>
                  </a:moveTo>
                  <a:lnTo>
                    <a:pt x="37922" y="50433"/>
                  </a:lnTo>
                  <a:lnTo>
                    <a:pt x="30001" y="48346"/>
                  </a:lnTo>
                  <a:lnTo>
                    <a:pt x="0" y="21262"/>
                  </a:lnTo>
                  <a:lnTo>
                    <a:pt x="68" y="13340"/>
                  </a:lnTo>
                  <a:lnTo>
                    <a:pt x="414" y="11253"/>
                  </a:lnTo>
                  <a:lnTo>
                    <a:pt x="1672" y="9166"/>
                  </a:lnTo>
                  <a:lnTo>
                    <a:pt x="3331" y="6249"/>
                  </a:lnTo>
                  <a:lnTo>
                    <a:pt x="5834" y="3759"/>
                  </a:lnTo>
                  <a:lnTo>
                    <a:pt x="9166" y="2502"/>
                  </a:lnTo>
                  <a:lnTo>
                    <a:pt x="12498" y="842"/>
                  </a:lnTo>
                  <a:lnTo>
                    <a:pt x="16258" y="0"/>
                  </a:lnTo>
                  <a:lnTo>
                    <a:pt x="20004" y="0"/>
                  </a:lnTo>
                  <a:lnTo>
                    <a:pt x="27084" y="414"/>
                  </a:lnTo>
                  <a:lnTo>
                    <a:pt x="35004" y="2087"/>
                  </a:lnTo>
                  <a:lnTo>
                    <a:pt x="42512" y="6249"/>
                  </a:lnTo>
                  <a:lnTo>
                    <a:pt x="44190" y="7091"/>
                  </a:lnTo>
                  <a:lnTo>
                    <a:pt x="17087" y="7091"/>
                  </a:lnTo>
                  <a:lnTo>
                    <a:pt x="14170" y="7506"/>
                  </a:lnTo>
                  <a:lnTo>
                    <a:pt x="12083" y="8751"/>
                  </a:lnTo>
                  <a:lnTo>
                    <a:pt x="9995" y="9594"/>
                  </a:lnTo>
                  <a:lnTo>
                    <a:pt x="8751" y="10838"/>
                  </a:lnTo>
                  <a:lnTo>
                    <a:pt x="7921" y="12511"/>
                  </a:lnTo>
                  <a:lnTo>
                    <a:pt x="7078" y="13340"/>
                  </a:lnTo>
                  <a:lnTo>
                    <a:pt x="7078" y="14585"/>
                  </a:lnTo>
                  <a:lnTo>
                    <a:pt x="6663" y="16258"/>
                  </a:lnTo>
                  <a:lnTo>
                    <a:pt x="6663" y="19175"/>
                  </a:lnTo>
                  <a:lnTo>
                    <a:pt x="39179" y="43756"/>
                  </a:lnTo>
                  <a:lnTo>
                    <a:pt x="62098" y="43756"/>
                  </a:lnTo>
                  <a:lnTo>
                    <a:pt x="61674" y="44599"/>
                  </a:lnTo>
                  <a:lnTo>
                    <a:pt x="59172" y="47101"/>
                  </a:lnTo>
                  <a:lnTo>
                    <a:pt x="55840" y="48346"/>
                  </a:lnTo>
                  <a:lnTo>
                    <a:pt x="52508" y="50019"/>
                  </a:lnTo>
                  <a:lnTo>
                    <a:pt x="48761" y="50433"/>
                  </a:lnTo>
                  <a:close/>
                </a:path>
                <a:path w="65404" h="50800">
                  <a:moveTo>
                    <a:pt x="62098" y="43756"/>
                  </a:moveTo>
                  <a:lnTo>
                    <a:pt x="47931" y="43756"/>
                  </a:lnTo>
                  <a:lnTo>
                    <a:pt x="50848" y="42926"/>
                  </a:lnTo>
                  <a:lnTo>
                    <a:pt x="55010" y="41267"/>
                  </a:lnTo>
                  <a:lnTo>
                    <a:pt x="56254" y="40010"/>
                  </a:lnTo>
                  <a:lnTo>
                    <a:pt x="57098" y="38350"/>
                  </a:lnTo>
                  <a:lnTo>
                    <a:pt x="57927" y="37092"/>
                  </a:lnTo>
                  <a:lnTo>
                    <a:pt x="39179" y="12511"/>
                  </a:lnTo>
                  <a:lnTo>
                    <a:pt x="32503" y="8751"/>
                  </a:lnTo>
                  <a:lnTo>
                    <a:pt x="25839" y="7091"/>
                  </a:lnTo>
                  <a:lnTo>
                    <a:pt x="44190" y="7091"/>
                  </a:lnTo>
                  <a:lnTo>
                    <a:pt x="65006" y="29170"/>
                  </a:lnTo>
                  <a:lnTo>
                    <a:pt x="65006" y="37092"/>
                  </a:lnTo>
                  <a:lnTo>
                    <a:pt x="64591" y="39180"/>
                  </a:lnTo>
                  <a:lnTo>
                    <a:pt x="63347" y="41267"/>
                  </a:lnTo>
                  <a:lnTo>
                    <a:pt x="62098" y="4375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960830" y="3666805"/>
              <a:ext cx="58419" cy="43815"/>
            </a:xfrm>
            <a:custGeom>
              <a:avLst/>
              <a:gdLst/>
              <a:ahLst/>
              <a:cxnLst/>
              <a:rect l="l" t="t" r="r" b="b"/>
              <a:pathLst>
                <a:path w="58420" h="43814">
                  <a:moveTo>
                    <a:pt x="22637" y="43341"/>
                  </a:moveTo>
                  <a:lnTo>
                    <a:pt x="9192" y="43341"/>
                  </a:lnTo>
                  <a:lnTo>
                    <a:pt x="3475" y="40930"/>
                  </a:lnTo>
                  <a:lnTo>
                    <a:pt x="1037" y="36289"/>
                  </a:lnTo>
                  <a:lnTo>
                    <a:pt x="0" y="28716"/>
                  </a:lnTo>
                  <a:lnTo>
                    <a:pt x="3335" y="20400"/>
                  </a:lnTo>
                  <a:lnTo>
                    <a:pt x="10419" y="12317"/>
                  </a:lnTo>
                  <a:lnTo>
                    <a:pt x="20627" y="5445"/>
                  </a:lnTo>
                  <a:lnTo>
                    <a:pt x="27758" y="1789"/>
                  </a:lnTo>
                  <a:lnTo>
                    <a:pt x="35070" y="0"/>
                  </a:lnTo>
                  <a:lnTo>
                    <a:pt x="41319" y="0"/>
                  </a:lnTo>
                  <a:lnTo>
                    <a:pt x="48593" y="0"/>
                  </a:lnTo>
                  <a:lnTo>
                    <a:pt x="54427" y="2411"/>
                  </a:lnTo>
                  <a:lnTo>
                    <a:pt x="56890" y="7117"/>
                  </a:lnTo>
                  <a:lnTo>
                    <a:pt x="57928" y="14450"/>
                  </a:lnTo>
                  <a:lnTo>
                    <a:pt x="54592" y="22643"/>
                  </a:lnTo>
                  <a:lnTo>
                    <a:pt x="47508" y="30680"/>
                  </a:lnTo>
                  <a:lnTo>
                    <a:pt x="37300" y="37546"/>
                  </a:lnTo>
                  <a:lnTo>
                    <a:pt x="30053" y="41448"/>
                  </a:lnTo>
                  <a:lnTo>
                    <a:pt x="22637" y="433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957289" y="2307602"/>
              <a:ext cx="1824355" cy="1589405"/>
            </a:xfrm>
            <a:custGeom>
              <a:avLst/>
              <a:gdLst/>
              <a:ahLst/>
              <a:cxnLst/>
              <a:rect l="l" t="t" r="r" b="b"/>
              <a:pathLst>
                <a:path w="1824354" h="1589404">
                  <a:moveTo>
                    <a:pt x="64998" y="1376756"/>
                  </a:moveTo>
                  <a:lnTo>
                    <a:pt x="64935" y="1368831"/>
                  </a:lnTo>
                  <a:lnTo>
                    <a:pt x="64592" y="1366735"/>
                  </a:lnTo>
                  <a:lnTo>
                    <a:pt x="63347" y="1364653"/>
                  </a:lnTo>
                  <a:lnTo>
                    <a:pt x="62153" y="1362583"/>
                  </a:lnTo>
                  <a:lnTo>
                    <a:pt x="61671" y="1361732"/>
                  </a:lnTo>
                  <a:lnTo>
                    <a:pt x="59169" y="1359242"/>
                  </a:lnTo>
                  <a:lnTo>
                    <a:pt x="57924" y="1358773"/>
                  </a:lnTo>
                  <a:lnTo>
                    <a:pt x="57924" y="1368831"/>
                  </a:lnTo>
                  <a:lnTo>
                    <a:pt x="57924" y="1374660"/>
                  </a:lnTo>
                  <a:lnTo>
                    <a:pt x="25831" y="1399247"/>
                  </a:lnTo>
                  <a:lnTo>
                    <a:pt x="17081" y="1399247"/>
                  </a:lnTo>
                  <a:lnTo>
                    <a:pt x="14160" y="1398409"/>
                  </a:lnTo>
                  <a:lnTo>
                    <a:pt x="9994" y="1396758"/>
                  </a:lnTo>
                  <a:lnTo>
                    <a:pt x="8750" y="1395501"/>
                  </a:lnTo>
                  <a:lnTo>
                    <a:pt x="7912" y="1393837"/>
                  </a:lnTo>
                  <a:lnTo>
                    <a:pt x="7073" y="1392580"/>
                  </a:lnTo>
                  <a:lnTo>
                    <a:pt x="6654" y="1391335"/>
                  </a:lnTo>
                  <a:lnTo>
                    <a:pt x="6654" y="1387157"/>
                  </a:lnTo>
                  <a:lnTo>
                    <a:pt x="8331" y="1383004"/>
                  </a:lnTo>
                  <a:lnTo>
                    <a:pt x="14998" y="1374660"/>
                  </a:lnTo>
                  <a:lnTo>
                    <a:pt x="20002" y="1370914"/>
                  </a:lnTo>
                  <a:lnTo>
                    <a:pt x="25831" y="1368005"/>
                  </a:lnTo>
                  <a:lnTo>
                    <a:pt x="32499" y="1364234"/>
                  </a:lnTo>
                  <a:lnTo>
                    <a:pt x="39166" y="1362583"/>
                  </a:lnTo>
                  <a:lnTo>
                    <a:pt x="47917" y="1362583"/>
                  </a:lnTo>
                  <a:lnTo>
                    <a:pt x="50838" y="1362989"/>
                  </a:lnTo>
                  <a:lnTo>
                    <a:pt x="52920" y="1364234"/>
                  </a:lnTo>
                  <a:lnTo>
                    <a:pt x="55003" y="1365084"/>
                  </a:lnTo>
                  <a:lnTo>
                    <a:pt x="56248" y="1366329"/>
                  </a:lnTo>
                  <a:lnTo>
                    <a:pt x="57099" y="1368005"/>
                  </a:lnTo>
                  <a:lnTo>
                    <a:pt x="57924" y="1368831"/>
                  </a:lnTo>
                  <a:lnTo>
                    <a:pt x="57924" y="1358773"/>
                  </a:lnTo>
                  <a:lnTo>
                    <a:pt x="55841" y="1357985"/>
                  </a:lnTo>
                  <a:lnTo>
                    <a:pt x="52501" y="1356334"/>
                  </a:lnTo>
                  <a:lnTo>
                    <a:pt x="48755" y="1355483"/>
                  </a:lnTo>
                  <a:lnTo>
                    <a:pt x="44996" y="1355483"/>
                  </a:lnTo>
                  <a:lnTo>
                    <a:pt x="37922" y="1355902"/>
                  </a:lnTo>
                  <a:lnTo>
                    <a:pt x="29997" y="1357579"/>
                  </a:lnTo>
                  <a:lnTo>
                    <a:pt x="22504" y="1361732"/>
                  </a:lnTo>
                  <a:lnTo>
                    <a:pt x="15824" y="1365084"/>
                  </a:lnTo>
                  <a:lnTo>
                    <a:pt x="10401" y="1369656"/>
                  </a:lnTo>
                  <a:lnTo>
                    <a:pt x="6248" y="1374660"/>
                  </a:lnTo>
                  <a:lnTo>
                    <a:pt x="2501" y="1379245"/>
                  </a:lnTo>
                  <a:lnTo>
                    <a:pt x="0" y="1384655"/>
                  </a:lnTo>
                  <a:lnTo>
                    <a:pt x="0" y="1392580"/>
                  </a:lnTo>
                  <a:lnTo>
                    <a:pt x="406" y="1394663"/>
                  </a:lnTo>
                  <a:lnTo>
                    <a:pt x="1651" y="1397165"/>
                  </a:lnTo>
                  <a:lnTo>
                    <a:pt x="1651" y="1396758"/>
                  </a:lnTo>
                  <a:lnTo>
                    <a:pt x="3327" y="1400086"/>
                  </a:lnTo>
                  <a:lnTo>
                    <a:pt x="5829" y="1402588"/>
                  </a:lnTo>
                  <a:lnTo>
                    <a:pt x="9156" y="1403832"/>
                  </a:lnTo>
                  <a:lnTo>
                    <a:pt x="12496" y="1405509"/>
                  </a:lnTo>
                  <a:lnTo>
                    <a:pt x="16243" y="1405928"/>
                  </a:lnTo>
                  <a:lnTo>
                    <a:pt x="27076" y="1405928"/>
                  </a:lnTo>
                  <a:lnTo>
                    <a:pt x="62496" y="1382166"/>
                  </a:lnTo>
                  <a:lnTo>
                    <a:pt x="64998" y="1376756"/>
                  </a:lnTo>
                  <a:close/>
                </a:path>
                <a:path w="1824354" h="1589404">
                  <a:moveTo>
                    <a:pt x="165023" y="1075436"/>
                  </a:moveTo>
                  <a:lnTo>
                    <a:pt x="157949" y="1075436"/>
                  </a:lnTo>
                  <a:lnTo>
                    <a:pt x="157949" y="1312557"/>
                  </a:lnTo>
                  <a:lnTo>
                    <a:pt x="165023" y="1312557"/>
                  </a:lnTo>
                  <a:lnTo>
                    <a:pt x="165023" y="1075436"/>
                  </a:lnTo>
                  <a:close/>
                </a:path>
                <a:path w="1824354" h="1589404">
                  <a:moveTo>
                    <a:pt x="165023" y="912901"/>
                  </a:moveTo>
                  <a:lnTo>
                    <a:pt x="157949" y="912901"/>
                  </a:lnTo>
                  <a:lnTo>
                    <a:pt x="157949" y="1040841"/>
                  </a:lnTo>
                  <a:lnTo>
                    <a:pt x="165023" y="1040841"/>
                  </a:lnTo>
                  <a:lnTo>
                    <a:pt x="165023" y="912901"/>
                  </a:lnTo>
                  <a:close/>
                </a:path>
                <a:path w="1824354" h="1589404">
                  <a:moveTo>
                    <a:pt x="317969" y="1366735"/>
                  </a:moveTo>
                  <a:lnTo>
                    <a:pt x="311315" y="1366735"/>
                  </a:lnTo>
                  <a:lnTo>
                    <a:pt x="311315" y="1485519"/>
                  </a:lnTo>
                  <a:lnTo>
                    <a:pt x="317969" y="1485519"/>
                  </a:lnTo>
                  <a:lnTo>
                    <a:pt x="317969" y="1366735"/>
                  </a:lnTo>
                  <a:close/>
                </a:path>
                <a:path w="1824354" h="1589404">
                  <a:moveTo>
                    <a:pt x="317969" y="1100442"/>
                  </a:moveTo>
                  <a:lnTo>
                    <a:pt x="311315" y="1100442"/>
                  </a:lnTo>
                  <a:lnTo>
                    <a:pt x="311315" y="1337157"/>
                  </a:lnTo>
                  <a:lnTo>
                    <a:pt x="317969" y="1337157"/>
                  </a:lnTo>
                  <a:lnTo>
                    <a:pt x="317969" y="1100442"/>
                  </a:lnTo>
                  <a:close/>
                </a:path>
                <a:path w="1824354" h="1589404">
                  <a:moveTo>
                    <a:pt x="489673" y="1284236"/>
                  </a:moveTo>
                  <a:lnTo>
                    <a:pt x="482587" y="1284236"/>
                  </a:lnTo>
                  <a:lnTo>
                    <a:pt x="482587" y="1549704"/>
                  </a:lnTo>
                  <a:lnTo>
                    <a:pt x="489673" y="1549704"/>
                  </a:lnTo>
                  <a:lnTo>
                    <a:pt x="489673" y="1284236"/>
                  </a:lnTo>
                  <a:close/>
                </a:path>
                <a:path w="1824354" h="1589404">
                  <a:moveTo>
                    <a:pt x="558025" y="1162050"/>
                  </a:moveTo>
                  <a:lnTo>
                    <a:pt x="529272" y="1162050"/>
                  </a:lnTo>
                  <a:lnTo>
                    <a:pt x="529272" y="1169657"/>
                  </a:lnTo>
                  <a:lnTo>
                    <a:pt x="533019" y="1169657"/>
                  </a:lnTo>
                  <a:lnTo>
                    <a:pt x="529272" y="1169670"/>
                  </a:lnTo>
                  <a:lnTo>
                    <a:pt x="529272" y="1249680"/>
                  </a:lnTo>
                  <a:lnTo>
                    <a:pt x="529272" y="1257300"/>
                  </a:lnTo>
                  <a:lnTo>
                    <a:pt x="558025" y="1257300"/>
                  </a:lnTo>
                  <a:lnTo>
                    <a:pt x="558025" y="1253388"/>
                  </a:lnTo>
                  <a:lnTo>
                    <a:pt x="558025" y="1249680"/>
                  </a:lnTo>
                  <a:lnTo>
                    <a:pt x="558025" y="1169657"/>
                  </a:lnTo>
                  <a:lnTo>
                    <a:pt x="558025" y="1166291"/>
                  </a:lnTo>
                  <a:lnTo>
                    <a:pt x="558025" y="1162050"/>
                  </a:lnTo>
                  <a:close/>
                </a:path>
                <a:path w="1824354" h="1589404">
                  <a:moveTo>
                    <a:pt x="558025" y="909307"/>
                  </a:moveTo>
                  <a:lnTo>
                    <a:pt x="524687" y="909307"/>
                  </a:lnTo>
                  <a:lnTo>
                    <a:pt x="524687" y="915657"/>
                  </a:lnTo>
                  <a:lnTo>
                    <a:pt x="528027" y="915657"/>
                  </a:lnTo>
                  <a:lnTo>
                    <a:pt x="524687" y="915670"/>
                  </a:lnTo>
                  <a:lnTo>
                    <a:pt x="524687" y="995680"/>
                  </a:lnTo>
                  <a:lnTo>
                    <a:pt x="524687" y="1003300"/>
                  </a:lnTo>
                  <a:lnTo>
                    <a:pt x="558025" y="1003300"/>
                  </a:lnTo>
                  <a:lnTo>
                    <a:pt x="558025" y="999172"/>
                  </a:lnTo>
                  <a:lnTo>
                    <a:pt x="558025" y="995845"/>
                  </a:lnTo>
                  <a:lnTo>
                    <a:pt x="558025" y="995680"/>
                  </a:lnTo>
                  <a:lnTo>
                    <a:pt x="558025" y="915822"/>
                  </a:lnTo>
                  <a:lnTo>
                    <a:pt x="558025" y="915657"/>
                  </a:lnTo>
                  <a:lnTo>
                    <a:pt x="558025" y="912075"/>
                  </a:lnTo>
                  <a:lnTo>
                    <a:pt x="558025" y="909307"/>
                  </a:lnTo>
                  <a:close/>
                </a:path>
                <a:path w="1824354" h="1589404">
                  <a:moveTo>
                    <a:pt x="558025" y="647687"/>
                  </a:moveTo>
                  <a:lnTo>
                    <a:pt x="524687" y="647687"/>
                  </a:lnTo>
                  <a:lnTo>
                    <a:pt x="524687" y="654037"/>
                  </a:lnTo>
                  <a:lnTo>
                    <a:pt x="528027" y="654037"/>
                  </a:lnTo>
                  <a:lnTo>
                    <a:pt x="524687" y="654050"/>
                  </a:lnTo>
                  <a:lnTo>
                    <a:pt x="524687" y="734047"/>
                  </a:lnTo>
                  <a:lnTo>
                    <a:pt x="524687" y="741667"/>
                  </a:lnTo>
                  <a:lnTo>
                    <a:pt x="558025" y="741667"/>
                  </a:lnTo>
                  <a:lnTo>
                    <a:pt x="558025" y="738276"/>
                  </a:lnTo>
                  <a:lnTo>
                    <a:pt x="558025" y="734529"/>
                  </a:lnTo>
                  <a:lnTo>
                    <a:pt x="558025" y="734047"/>
                  </a:lnTo>
                  <a:lnTo>
                    <a:pt x="558025" y="654507"/>
                  </a:lnTo>
                  <a:lnTo>
                    <a:pt x="558025" y="654037"/>
                  </a:lnTo>
                  <a:lnTo>
                    <a:pt x="558025" y="651179"/>
                  </a:lnTo>
                  <a:lnTo>
                    <a:pt x="558025" y="647687"/>
                  </a:lnTo>
                  <a:close/>
                </a:path>
                <a:path w="1824354" h="1589404">
                  <a:moveTo>
                    <a:pt x="558025" y="394957"/>
                  </a:moveTo>
                  <a:lnTo>
                    <a:pt x="524687" y="394957"/>
                  </a:lnTo>
                  <a:lnTo>
                    <a:pt x="524687" y="402577"/>
                  </a:lnTo>
                  <a:lnTo>
                    <a:pt x="528027" y="402577"/>
                  </a:lnTo>
                  <a:lnTo>
                    <a:pt x="524687" y="402590"/>
                  </a:lnTo>
                  <a:lnTo>
                    <a:pt x="524687" y="482587"/>
                  </a:lnTo>
                  <a:lnTo>
                    <a:pt x="524687" y="488937"/>
                  </a:lnTo>
                  <a:lnTo>
                    <a:pt x="558025" y="488937"/>
                  </a:lnTo>
                  <a:lnTo>
                    <a:pt x="558025" y="485736"/>
                  </a:lnTo>
                  <a:lnTo>
                    <a:pt x="558025" y="482587"/>
                  </a:lnTo>
                  <a:lnTo>
                    <a:pt x="558025" y="481977"/>
                  </a:lnTo>
                  <a:lnTo>
                    <a:pt x="558025" y="402577"/>
                  </a:lnTo>
                  <a:lnTo>
                    <a:pt x="558025" y="401967"/>
                  </a:lnTo>
                  <a:lnTo>
                    <a:pt x="558025" y="398208"/>
                  </a:lnTo>
                  <a:lnTo>
                    <a:pt x="558025" y="394957"/>
                  </a:lnTo>
                  <a:close/>
                </a:path>
                <a:path w="1824354" h="1589404">
                  <a:moveTo>
                    <a:pt x="945184" y="1480527"/>
                  </a:moveTo>
                  <a:lnTo>
                    <a:pt x="938110" y="1480527"/>
                  </a:lnTo>
                  <a:lnTo>
                    <a:pt x="938110" y="1589290"/>
                  </a:lnTo>
                  <a:lnTo>
                    <a:pt x="945184" y="1589290"/>
                  </a:lnTo>
                  <a:lnTo>
                    <a:pt x="945184" y="1480527"/>
                  </a:lnTo>
                  <a:close/>
                </a:path>
                <a:path w="1824354" h="1589404">
                  <a:moveTo>
                    <a:pt x="945184" y="1371752"/>
                  </a:moveTo>
                  <a:lnTo>
                    <a:pt x="938110" y="1371752"/>
                  </a:lnTo>
                  <a:lnTo>
                    <a:pt x="938110" y="1430921"/>
                  </a:lnTo>
                  <a:lnTo>
                    <a:pt x="945184" y="1430921"/>
                  </a:lnTo>
                  <a:lnTo>
                    <a:pt x="945184" y="1371752"/>
                  </a:lnTo>
                  <a:close/>
                </a:path>
                <a:path w="1824354" h="1589404">
                  <a:moveTo>
                    <a:pt x="1299425" y="1528445"/>
                  </a:moveTo>
                  <a:lnTo>
                    <a:pt x="1292352" y="1528445"/>
                  </a:lnTo>
                  <a:lnTo>
                    <a:pt x="1292352" y="1582204"/>
                  </a:lnTo>
                  <a:lnTo>
                    <a:pt x="1299425" y="1582204"/>
                  </a:lnTo>
                  <a:lnTo>
                    <a:pt x="1299425" y="1528445"/>
                  </a:lnTo>
                  <a:close/>
                </a:path>
                <a:path w="1824354" h="1589404">
                  <a:moveTo>
                    <a:pt x="1299425" y="1402156"/>
                  </a:moveTo>
                  <a:lnTo>
                    <a:pt x="1292352" y="1402156"/>
                  </a:lnTo>
                  <a:lnTo>
                    <a:pt x="1292352" y="1511769"/>
                  </a:lnTo>
                  <a:lnTo>
                    <a:pt x="1299425" y="1511769"/>
                  </a:lnTo>
                  <a:lnTo>
                    <a:pt x="1299425" y="1402156"/>
                  </a:lnTo>
                  <a:close/>
                </a:path>
                <a:path w="1824354" h="1589404">
                  <a:moveTo>
                    <a:pt x="1451965" y="1162050"/>
                  </a:moveTo>
                  <a:lnTo>
                    <a:pt x="1426540" y="1162050"/>
                  </a:lnTo>
                  <a:lnTo>
                    <a:pt x="1426540" y="1166291"/>
                  </a:lnTo>
                  <a:lnTo>
                    <a:pt x="1426540" y="1169657"/>
                  </a:lnTo>
                  <a:lnTo>
                    <a:pt x="1426540" y="1249680"/>
                  </a:lnTo>
                  <a:lnTo>
                    <a:pt x="1426540" y="1253388"/>
                  </a:lnTo>
                  <a:lnTo>
                    <a:pt x="1426540" y="1257300"/>
                  </a:lnTo>
                  <a:lnTo>
                    <a:pt x="1451965" y="1257300"/>
                  </a:lnTo>
                  <a:lnTo>
                    <a:pt x="1451965" y="1250061"/>
                  </a:lnTo>
                  <a:lnTo>
                    <a:pt x="1451965" y="1249680"/>
                  </a:lnTo>
                  <a:lnTo>
                    <a:pt x="1451965" y="1169657"/>
                  </a:lnTo>
                  <a:lnTo>
                    <a:pt x="1451965" y="1162050"/>
                  </a:lnTo>
                  <a:close/>
                </a:path>
                <a:path w="1824354" h="1589404">
                  <a:moveTo>
                    <a:pt x="1451965" y="647687"/>
                  </a:moveTo>
                  <a:lnTo>
                    <a:pt x="1426540" y="647687"/>
                  </a:lnTo>
                  <a:lnTo>
                    <a:pt x="1426540" y="651598"/>
                  </a:lnTo>
                  <a:lnTo>
                    <a:pt x="1426540" y="655307"/>
                  </a:lnTo>
                  <a:lnTo>
                    <a:pt x="1426540" y="735317"/>
                  </a:lnTo>
                  <a:lnTo>
                    <a:pt x="1426540" y="738695"/>
                  </a:lnTo>
                  <a:lnTo>
                    <a:pt x="1426540" y="741667"/>
                  </a:lnTo>
                  <a:lnTo>
                    <a:pt x="1451965" y="741667"/>
                  </a:lnTo>
                  <a:lnTo>
                    <a:pt x="1451965" y="735355"/>
                  </a:lnTo>
                  <a:lnTo>
                    <a:pt x="1451965" y="655307"/>
                  </a:lnTo>
                  <a:lnTo>
                    <a:pt x="1451965" y="654926"/>
                  </a:lnTo>
                  <a:lnTo>
                    <a:pt x="1451965" y="647687"/>
                  </a:lnTo>
                  <a:close/>
                </a:path>
                <a:path w="1824354" h="1589404">
                  <a:moveTo>
                    <a:pt x="1460296" y="909307"/>
                  </a:moveTo>
                  <a:lnTo>
                    <a:pt x="1426540" y="909307"/>
                  </a:lnTo>
                  <a:lnTo>
                    <a:pt x="1426540" y="912075"/>
                  </a:lnTo>
                  <a:lnTo>
                    <a:pt x="1426540" y="915657"/>
                  </a:lnTo>
                  <a:lnTo>
                    <a:pt x="1426540" y="995680"/>
                  </a:lnTo>
                  <a:lnTo>
                    <a:pt x="1426540" y="999172"/>
                  </a:lnTo>
                  <a:lnTo>
                    <a:pt x="1426540" y="1003300"/>
                  </a:lnTo>
                  <a:lnTo>
                    <a:pt x="1460296" y="1003300"/>
                  </a:lnTo>
                  <a:lnTo>
                    <a:pt x="1460296" y="995845"/>
                  </a:lnTo>
                  <a:lnTo>
                    <a:pt x="1460296" y="995680"/>
                  </a:lnTo>
                  <a:lnTo>
                    <a:pt x="1460296" y="915822"/>
                  </a:lnTo>
                  <a:lnTo>
                    <a:pt x="1456969" y="915822"/>
                  </a:lnTo>
                  <a:lnTo>
                    <a:pt x="1456969" y="915657"/>
                  </a:lnTo>
                  <a:lnTo>
                    <a:pt x="1460296" y="915657"/>
                  </a:lnTo>
                  <a:lnTo>
                    <a:pt x="1460296" y="909307"/>
                  </a:lnTo>
                  <a:close/>
                </a:path>
                <a:path w="1824354" h="1589404">
                  <a:moveTo>
                    <a:pt x="1460296" y="394957"/>
                  </a:moveTo>
                  <a:lnTo>
                    <a:pt x="1426540" y="394957"/>
                  </a:lnTo>
                  <a:lnTo>
                    <a:pt x="1426540" y="398208"/>
                  </a:lnTo>
                  <a:lnTo>
                    <a:pt x="1426540" y="402577"/>
                  </a:lnTo>
                  <a:lnTo>
                    <a:pt x="1426540" y="482587"/>
                  </a:lnTo>
                  <a:lnTo>
                    <a:pt x="1426540" y="485736"/>
                  </a:lnTo>
                  <a:lnTo>
                    <a:pt x="1426540" y="488937"/>
                  </a:lnTo>
                  <a:lnTo>
                    <a:pt x="1460296" y="488937"/>
                  </a:lnTo>
                  <a:lnTo>
                    <a:pt x="1460296" y="482587"/>
                  </a:lnTo>
                  <a:lnTo>
                    <a:pt x="1456969" y="482587"/>
                  </a:lnTo>
                  <a:lnTo>
                    <a:pt x="1456969" y="481977"/>
                  </a:lnTo>
                  <a:lnTo>
                    <a:pt x="1460296" y="481977"/>
                  </a:lnTo>
                  <a:lnTo>
                    <a:pt x="1460296" y="402577"/>
                  </a:lnTo>
                  <a:lnTo>
                    <a:pt x="1460296" y="401967"/>
                  </a:lnTo>
                  <a:lnTo>
                    <a:pt x="1460296" y="394957"/>
                  </a:lnTo>
                  <a:close/>
                </a:path>
                <a:path w="1824354" h="1589404">
                  <a:moveTo>
                    <a:pt x="1460296" y="143497"/>
                  </a:moveTo>
                  <a:lnTo>
                    <a:pt x="1429867" y="143497"/>
                  </a:lnTo>
                  <a:lnTo>
                    <a:pt x="1429867" y="7620"/>
                  </a:lnTo>
                  <a:lnTo>
                    <a:pt x="1429867" y="7302"/>
                  </a:lnTo>
                  <a:lnTo>
                    <a:pt x="1429867" y="0"/>
                  </a:lnTo>
                  <a:lnTo>
                    <a:pt x="554278" y="0"/>
                  </a:lnTo>
                  <a:lnTo>
                    <a:pt x="554278" y="7620"/>
                  </a:lnTo>
                  <a:lnTo>
                    <a:pt x="554278" y="143497"/>
                  </a:lnTo>
                  <a:lnTo>
                    <a:pt x="524687" y="143497"/>
                  </a:lnTo>
                  <a:lnTo>
                    <a:pt x="524687" y="149847"/>
                  </a:lnTo>
                  <a:lnTo>
                    <a:pt x="528027" y="149847"/>
                  </a:lnTo>
                  <a:lnTo>
                    <a:pt x="524687" y="149860"/>
                  </a:lnTo>
                  <a:lnTo>
                    <a:pt x="524687" y="231127"/>
                  </a:lnTo>
                  <a:lnTo>
                    <a:pt x="524687" y="237477"/>
                  </a:lnTo>
                  <a:lnTo>
                    <a:pt x="558025" y="237477"/>
                  </a:lnTo>
                  <a:lnTo>
                    <a:pt x="558025" y="233997"/>
                  </a:lnTo>
                  <a:lnTo>
                    <a:pt x="558025" y="231127"/>
                  </a:lnTo>
                  <a:lnTo>
                    <a:pt x="558025" y="230670"/>
                  </a:lnTo>
                  <a:lnTo>
                    <a:pt x="558025" y="187960"/>
                  </a:lnTo>
                  <a:lnTo>
                    <a:pt x="561352" y="187960"/>
                  </a:lnTo>
                  <a:lnTo>
                    <a:pt x="561352" y="98552"/>
                  </a:lnTo>
                  <a:lnTo>
                    <a:pt x="1422793" y="98552"/>
                  </a:lnTo>
                  <a:lnTo>
                    <a:pt x="1422793" y="188175"/>
                  </a:lnTo>
                  <a:lnTo>
                    <a:pt x="1426540" y="188175"/>
                  </a:lnTo>
                  <a:lnTo>
                    <a:pt x="1426540" y="231127"/>
                  </a:lnTo>
                  <a:lnTo>
                    <a:pt x="1426540" y="233997"/>
                  </a:lnTo>
                  <a:lnTo>
                    <a:pt x="1426540" y="237477"/>
                  </a:lnTo>
                  <a:lnTo>
                    <a:pt x="1460296" y="237477"/>
                  </a:lnTo>
                  <a:lnTo>
                    <a:pt x="1460296" y="231127"/>
                  </a:lnTo>
                  <a:lnTo>
                    <a:pt x="1456969" y="231127"/>
                  </a:lnTo>
                  <a:lnTo>
                    <a:pt x="1456969" y="230670"/>
                  </a:lnTo>
                  <a:lnTo>
                    <a:pt x="1460296" y="230670"/>
                  </a:lnTo>
                  <a:lnTo>
                    <a:pt x="1460296" y="150241"/>
                  </a:lnTo>
                  <a:lnTo>
                    <a:pt x="1456969" y="150241"/>
                  </a:lnTo>
                  <a:lnTo>
                    <a:pt x="1456969" y="149847"/>
                  </a:lnTo>
                  <a:lnTo>
                    <a:pt x="1460296" y="149847"/>
                  </a:lnTo>
                  <a:lnTo>
                    <a:pt x="1460296" y="143497"/>
                  </a:lnTo>
                  <a:close/>
                </a:path>
                <a:path w="1824354" h="1589404">
                  <a:moveTo>
                    <a:pt x="1541970" y="1015415"/>
                  </a:moveTo>
                  <a:lnTo>
                    <a:pt x="1534896" y="1015415"/>
                  </a:lnTo>
                  <a:lnTo>
                    <a:pt x="1534896" y="1536357"/>
                  </a:lnTo>
                  <a:lnTo>
                    <a:pt x="1541970" y="1536357"/>
                  </a:lnTo>
                  <a:lnTo>
                    <a:pt x="1541970" y="1015415"/>
                  </a:lnTo>
                  <a:close/>
                </a:path>
                <a:path w="1824354" h="1589404">
                  <a:moveTo>
                    <a:pt x="1685759" y="1258392"/>
                  </a:moveTo>
                  <a:lnTo>
                    <a:pt x="1679079" y="1258392"/>
                  </a:lnTo>
                  <a:lnTo>
                    <a:pt x="1679079" y="1495107"/>
                  </a:lnTo>
                  <a:lnTo>
                    <a:pt x="1685759" y="1495107"/>
                  </a:lnTo>
                  <a:lnTo>
                    <a:pt x="1685759" y="1258392"/>
                  </a:lnTo>
                  <a:close/>
                </a:path>
                <a:path w="1824354" h="1589404">
                  <a:moveTo>
                    <a:pt x="1685759" y="1095438"/>
                  </a:moveTo>
                  <a:lnTo>
                    <a:pt x="1679079" y="1095438"/>
                  </a:lnTo>
                  <a:lnTo>
                    <a:pt x="1679079" y="1203794"/>
                  </a:lnTo>
                  <a:lnTo>
                    <a:pt x="1685759" y="1203794"/>
                  </a:lnTo>
                  <a:lnTo>
                    <a:pt x="1685759" y="1095438"/>
                  </a:lnTo>
                  <a:close/>
                </a:path>
                <a:path w="1824354" h="1589404">
                  <a:moveTo>
                    <a:pt x="1824126" y="863307"/>
                  </a:moveTo>
                  <a:lnTo>
                    <a:pt x="1817027" y="863307"/>
                  </a:lnTo>
                  <a:lnTo>
                    <a:pt x="1817027" y="1391754"/>
                  </a:lnTo>
                  <a:lnTo>
                    <a:pt x="1824126" y="1391754"/>
                  </a:lnTo>
                  <a:lnTo>
                    <a:pt x="1824126" y="86330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515318" y="2406154"/>
              <a:ext cx="868680" cy="188595"/>
            </a:xfrm>
            <a:custGeom>
              <a:avLst/>
              <a:gdLst/>
              <a:ahLst/>
              <a:cxnLst/>
              <a:rect l="l" t="t" r="r" b="b"/>
              <a:pathLst>
                <a:path w="868679" h="188594">
                  <a:moveTo>
                    <a:pt x="868512" y="187966"/>
                  </a:moveTo>
                  <a:lnTo>
                    <a:pt x="0" y="187966"/>
                  </a:lnTo>
                  <a:lnTo>
                    <a:pt x="0" y="0"/>
                  </a:lnTo>
                  <a:lnTo>
                    <a:pt x="868512" y="0"/>
                  </a:lnTo>
                  <a:lnTo>
                    <a:pt x="868512" y="187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511567" y="2402852"/>
              <a:ext cx="875665" cy="195580"/>
            </a:xfrm>
            <a:custGeom>
              <a:avLst/>
              <a:gdLst/>
              <a:ahLst/>
              <a:cxnLst/>
              <a:rect l="l" t="t" r="r" b="b"/>
              <a:pathLst>
                <a:path w="875665" h="195580">
                  <a:moveTo>
                    <a:pt x="875588" y="6654"/>
                  </a:moveTo>
                  <a:lnTo>
                    <a:pt x="868514" y="6654"/>
                  </a:lnTo>
                  <a:lnTo>
                    <a:pt x="868514" y="187934"/>
                  </a:lnTo>
                  <a:lnTo>
                    <a:pt x="875588" y="187934"/>
                  </a:lnTo>
                  <a:lnTo>
                    <a:pt x="875588" y="6654"/>
                  </a:lnTo>
                  <a:close/>
                </a:path>
                <a:path w="875665" h="195580">
                  <a:moveTo>
                    <a:pt x="875588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87960"/>
                  </a:lnTo>
                  <a:lnTo>
                    <a:pt x="0" y="195580"/>
                  </a:lnTo>
                  <a:lnTo>
                    <a:pt x="875588" y="195580"/>
                  </a:lnTo>
                  <a:lnTo>
                    <a:pt x="875588" y="187960"/>
                  </a:lnTo>
                  <a:lnTo>
                    <a:pt x="7073" y="187960"/>
                  </a:lnTo>
                  <a:lnTo>
                    <a:pt x="7073" y="6350"/>
                  </a:lnTo>
                  <a:lnTo>
                    <a:pt x="875588" y="6350"/>
                  </a:lnTo>
                  <a:lnTo>
                    <a:pt x="87558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699109" y="2454085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1" y="0"/>
                  </a:lnTo>
                  <a:lnTo>
                    <a:pt x="4959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695349" y="2451112"/>
              <a:ext cx="57150" cy="97790"/>
            </a:xfrm>
            <a:custGeom>
              <a:avLst/>
              <a:gdLst/>
              <a:ahLst/>
              <a:cxnLst/>
              <a:rect l="l" t="t" r="r" b="b"/>
              <a:pathLst>
                <a:path w="57150" h="97789">
                  <a:moveTo>
                    <a:pt x="56680" y="0"/>
                  </a:moveTo>
                  <a:lnTo>
                    <a:pt x="49593" y="0"/>
                  </a:lnTo>
                  <a:lnTo>
                    <a:pt x="49593" y="6350"/>
                  </a:lnTo>
                  <a:lnTo>
                    <a:pt x="49593" y="91440"/>
                  </a:lnTo>
                  <a:lnTo>
                    <a:pt x="7086" y="91440"/>
                  </a:lnTo>
                  <a:lnTo>
                    <a:pt x="7086" y="6350"/>
                  </a:lnTo>
                  <a:lnTo>
                    <a:pt x="49593" y="6350"/>
                  </a:lnTo>
                  <a:lnTo>
                    <a:pt x="49593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56680" y="97790"/>
                  </a:lnTo>
                  <a:lnTo>
                    <a:pt x="56680" y="91744"/>
                  </a:lnTo>
                  <a:lnTo>
                    <a:pt x="56680" y="91440"/>
                  </a:lnTo>
                  <a:lnTo>
                    <a:pt x="56680" y="6350"/>
                  </a:lnTo>
                  <a:lnTo>
                    <a:pt x="5668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622836" y="2454085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603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603" y="0"/>
                  </a:lnTo>
                  <a:lnTo>
                    <a:pt x="49603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619505" y="2451112"/>
              <a:ext cx="56515" cy="97790"/>
            </a:xfrm>
            <a:custGeom>
              <a:avLst/>
              <a:gdLst/>
              <a:ahLst/>
              <a:cxnLst/>
              <a:rect l="l" t="t" r="r" b="b"/>
              <a:pathLst>
                <a:path w="56515" h="97789">
                  <a:moveTo>
                    <a:pt x="56261" y="0"/>
                  </a:moveTo>
                  <a:lnTo>
                    <a:pt x="49580" y="0"/>
                  </a:lnTo>
                  <a:lnTo>
                    <a:pt x="49580" y="6350"/>
                  </a:lnTo>
                  <a:lnTo>
                    <a:pt x="49580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49580" y="6350"/>
                  </a:lnTo>
                  <a:lnTo>
                    <a:pt x="4958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56261" y="97790"/>
                  </a:lnTo>
                  <a:lnTo>
                    <a:pt x="56261" y="91744"/>
                  </a:lnTo>
                  <a:lnTo>
                    <a:pt x="56261" y="91440"/>
                  </a:lnTo>
                  <a:lnTo>
                    <a:pt x="56261" y="6350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557000" y="2454085"/>
              <a:ext cx="40005" cy="92710"/>
            </a:xfrm>
            <a:custGeom>
              <a:avLst/>
              <a:gdLst/>
              <a:ahLst/>
              <a:cxnLst/>
              <a:rect l="l" t="t" r="r" b="b"/>
              <a:pathLst>
                <a:path w="40004" h="92710">
                  <a:moveTo>
                    <a:pt x="39582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9582" y="0"/>
                  </a:lnTo>
                  <a:lnTo>
                    <a:pt x="39582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553655" y="2451112"/>
              <a:ext cx="46355" cy="97790"/>
            </a:xfrm>
            <a:custGeom>
              <a:avLst/>
              <a:gdLst/>
              <a:ahLst/>
              <a:cxnLst/>
              <a:rect l="l" t="t" r="r" b="b"/>
              <a:pathLst>
                <a:path w="46354" h="97789">
                  <a:moveTo>
                    <a:pt x="46253" y="0"/>
                  </a:moveTo>
                  <a:lnTo>
                    <a:pt x="39179" y="0"/>
                  </a:lnTo>
                  <a:lnTo>
                    <a:pt x="39179" y="6350"/>
                  </a:lnTo>
                  <a:lnTo>
                    <a:pt x="39179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39179" y="6350"/>
                  </a:lnTo>
                  <a:lnTo>
                    <a:pt x="39179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46253" y="97790"/>
                  </a:lnTo>
                  <a:lnTo>
                    <a:pt x="46253" y="91744"/>
                  </a:lnTo>
                  <a:lnTo>
                    <a:pt x="46253" y="91440"/>
                  </a:lnTo>
                  <a:lnTo>
                    <a:pt x="46253" y="6350"/>
                  </a:lnTo>
                  <a:lnTo>
                    <a:pt x="4625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774955" y="2454085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0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0" y="0"/>
                  </a:lnTo>
                  <a:lnTo>
                    <a:pt x="49590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771613" y="2451112"/>
              <a:ext cx="56515" cy="97790"/>
            </a:xfrm>
            <a:custGeom>
              <a:avLst/>
              <a:gdLst/>
              <a:ahLst/>
              <a:cxnLst/>
              <a:rect l="l" t="t" r="r" b="b"/>
              <a:pathLst>
                <a:path w="56515" h="97789">
                  <a:moveTo>
                    <a:pt x="56261" y="0"/>
                  </a:moveTo>
                  <a:lnTo>
                    <a:pt x="49593" y="0"/>
                  </a:lnTo>
                  <a:lnTo>
                    <a:pt x="49593" y="6350"/>
                  </a:lnTo>
                  <a:lnTo>
                    <a:pt x="49593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49593" y="6350"/>
                  </a:lnTo>
                  <a:lnTo>
                    <a:pt x="49593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56261" y="97790"/>
                  </a:lnTo>
                  <a:lnTo>
                    <a:pt x="56261" y="91744"/>
                  </a:lnTo>
                  <a:lnTo>
                    <a:pt x="56261" y="91440"/>
                  </a:lnTo>
                  <a:lnTo>
                    <a:pt x="56261" y="6350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850800" y="2454085"/>
              <a:ext cx="304800" cy="92710"/>
            </a:xfrm>
            <a:custGeom>
              <a:avLst/>
              <a:gdLst/>
              <a:ahLst/>
              <a:cxnLst/>
              <a:rect l="l" t="t" r="r" b="b"/>
              <a:pathLst>
                <a:path w="304800" h="92710">
                  <a:moveTo>
                    <a:pt x="30465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04651" y="0"/>
                  </a:lnTo>
                  <a:lnTo>
                    <a:pt x="30465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847457" y="2451112"/>
              <a:ext cx="311785" cy="97790"/>
            </a:xfrm>
            <a:custGeom>
              <a:avLst/>
              <a:gdLst/>
              <a:ahLst/>
              <a:cxnLst/>
              <a:rect l="l" t="t" r="r" b="b"/>
              <a:pathLst>
                <a:path w="311784" h="97789">
                  <a:moveTo>
                    <a:pt x="311315" y="0"/>
                  </a:moveTo>
                  <a:lnTo>
                    <a:pt x="304660" y="0"/>
                  </a:lnTo>
                  <a:lnTo>
                    <a:pt x="304660" y="6350"/>
                  </a:lnTo>
                  <a:lnTo>
                    <a:pt x="304660" y="91440"/>
                  </a:lnTo>
                  <a:lnTo>
                    <a:pt x="7099" y="91440"/>
                  </a:lnTo>
                  <a:lnTo>
                    <a:pt x="7099" y="6350"/>
                  </a:lnTo>
                  <a:lnTo>
                    <a:pt x="304660" y="6350"/>
                  </a:lnTo>
                  <a:lnTo>
                    <a:pt x="30466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311315" y="97790"/>
                  </a:lnTo>
                  <a:lnTo>
                    <a:pt x="311315" y="91744"/>
                  </a:lnTo>
                  <a:lnTo>
                    <a:pt x="311315" y="91440"/>
                  </a:lnTo>
                  <a:lnTo>
                    <a:pt x="311315" y="6350"/>
                  </a:lnTo>
                  <a:lnTo>
                    <a:pt x="31131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8213380" y="2472845"/>
              <a:ext cx="46355" cy="46990"/>
            </a:xfrm>
            <a:custGeom>
              <a:avLst/>
              <a:gdLst/>
              <a:ahLst/>
              <a:cxnLst/>
              <a:rect l="l" t="t" r="r" b="b"/>
              <a:pathLst>
                <a:path w="46354" h="46989">
                  <a:moveTo>
                    <a:pt x="23336" y="46674"/>
                  </a:moveTo>
                  <a:lnTo>
                    <a:pt x="14242" y="44843"/>
                  </a:lnTo>
                  <a:lnTo>
                    <a:pt x="6825" y="39847"/>
                  </a:lnTo>
                  <a:lnTo>
                    <a:pt x="1830" y="32431"/>
                  </a:lnTo>
                  <a:lnTo>
                    <a:pt x="0" y="23337"/>
                  </a:lnTo>
                  <a:lnTo>
                    <a:pt x="1830" y="14237"/>
                  </a:lnTo>
                  <a:lnTo>
                    <a:pt x="6825" y="6821"/>
                  </a:lnTo>
                  <a:lnTo>
                    <a:pt x="14242" y="1828"/>
                  </a:lnTo>
                  <a:lnTo>
                    <a:pt x="23336" y="0"/>
                  </a:lnTo>
                  <a:lnTo>
                    <a:pt x="32190" y="1828"/>
                  </a:lnTo>
                  <a:lnTo>
                    <a:pt x="39484" y="6821"/>
                  </a:lnTo>
                  <a:lnTo>
                    <a:pt x="44434" y="14237"/>
                  </a:lnTo>
                  <a:lnTo>
                    <a:pt x="46258" y="23337"/>
                  </a:lnTo>
                  <a:lnTo>
                    <a:pt x="44434" y="32431"/>
                  </a:lnTo>
                  <a:lnTo>
                    <a:pt x="39484" y="39847"/>
                  </a:lnTo>
                  <a:lnTo>
                    <a:pt x="32190" y="44843"/>
                  </a:lnTo>
                  <a:lnTo>
                    <a:pt x="23336" y="46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210047" y="2469501"/>
              <a:ext cx="53340" cy="53975"/>
            </a:xfrm>
            <a:custGeom>
              <a:avLst/>
              <a:gdLst/>
              <a:ahLst/>
              <a:cxnLst/>
              <a:rect l="l" t="t" r="r" b="b"/>
              <a:pathLst>
                <a:path w="53340" h="53975">
                  <a:moveTo>
                    <a:pt x="26668" y="53350"/>
                  </a:moveTo>
                  <a:lnTo>
                    <a:pt x="16173" y="51235"/>
                  </a:lnTo>
                  <a:lnTo>
                    <a:pt x="7709" y="45486"/>
                  </a:lnTo>
                  <a:lnTo>
                    <a:pt x="2057" y="37002"/>
                  </a:lnTo>
                  <a:lnTo>
                    <a:pt x="0" y="26681"/>
                  </a:lnTo>
                  <a:lnTo>
                    <a:pt x="2057" y="16359"/>
                  </a:lnTo>
                  <a:lnTo>
                    <a:pt x="7709" y="7871"/>
                  </a:lnTo>
                  <a:lnTo>
                    <a:pt x="16173" y="2117"/>
                  </a:lnTo>
                  <a:lnTo>
                    <a:pt x="26668" y="0"/>
                  </a:lnTo>
                  <a:lnTo>
                    <a:pt x="36989" y="2117"/>
                  </a:lnTo>
                  <a:lnTo>
                    <a:pt x="44323" y="7091"/>
                  </a:lnTo>
                  <a:lnTo>
                    <a:pt x="26668" y="7091"/>
                  </a:lnTo>
                  <a:lnTo>
                    <a:pt x="18795" y="8628"/>
                  </a:lnTo>
                  <a:lnTo>
                    <a:pt x="12446" y="12822"/>
                  </a:lnTo>
                  <a:lnTo>
                    <a:pt x="8207" y="19048"/>
                  </a:lnTo>
                  <a:lnTo>
                    <a:pt x="6664" y="26681"/>
                  </a:lnTo>
                  <a:lnTo>
                    <a:pt x="8207" y="34307"/>
                  </a:lnTo>
                  <a:lnTo>
                    <a:pt x="12446" y="40530"/>
                  </a:lnTo>
                  <a:lnTo>
                    <a:pt x="18795" y="44722"/>
                  </a:lnTo>
                  <a:lnTo>
                    <a:pt x="26668" y="46259"/>
                  </a:lnTo>
                  <a:lnTo>
                    <a:pt x="44332" y="46259"/>
                  </a:lnTo>
                  <a:lnTo>
                    <a:pt x="36989" y="51235"/>
                  </a:lnTo>
                  <a:lnTo>
                    <a:pt x="26668" y="53350"/>
                  </a:lnTo>
                  <a:close/>
                </a:path>
                <a:path w="53340" h="53975">
                  <a:moveTo>
                    <a:pt x="44332" y="46259"/>
                  </a:moveTo>
                  <a:lnTo>
                    <a:pt x="26668" y="46259"/>
                  </a:lnTo>
                  <a:lnTo>
                    <a:pt x="34302" y="44722"/>
                  </a:lnTo>
                  <a:lnTo>
                    <a:pt x="40528" y="40530"/>
                  </a:lnTo>
                  <a:lnTo>
                    <a:pt x="44722" y="34307"/>
                  </a:lnTo>
                  <a:lnTo>
                    <a:pt x="46258" y="26681"/>
                  </a:lnTo>
                  <a:lnTo>
                    <a:pt x="44722" y="19048"/>
                  </a:lnTo>
                  <a:lnTo>
                    <a:pt x="40528" y="12822"/>
                  </a:lnTo>
                  <a:lnTo>
                    <a:pt x="34302" y="8628"/>
                  </a:lnTo>
                  <a:lnTo>
                    <a:pt x="26668" y="7091"/>
                  </a:lnTo>
                  <a:lnTo>
                    <a:pt x="44323" y="7091"/>
                  </a:lnTo>
                  <a:lnTo>
                    <a:pt x="45472" y="7871"/>
                  </a:lnTo>
                  <a:lnTo>
                    <a:pt x="51221" y="16359"/>
                  </a:lnTo>
                  <a:lnTo>
                    <a:pt x="53337" y="26681"/>
                  </a:lnTo>
                  <a:lnTo>
                    <a:pt x="51221" y="37002"/>
                  </a:lnTo>
                  <a:lnTo>
                    <a:pt x="45472" y="45486"/>
                  </a:lnTo>
                  <a:lnTo>
                    <a:pt x="44332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304225" y="2472845"/>
              <a:ext cx="46355" cy="46990"/>
            </a:xfrm>
            <a:custGeom>
              <a:avLst/>
              <a:gdLst/>
              <a:ahLst/>
              <a:cxnLst/>
              <a:rect l="l" t="t" r="r" b="b"/>
              <a:pathLst>
                <a:path w="46354" h="46989">
                  <a:moveTo>
                    <a:pt x="23349" y="46674"/>
                  </a:moveTo>
                  <a:lnTo>
                    <a:pt x="14248" y="44843"/>
                  </a:lnTo>
                  <a:lnTo>
                    <a:pt x="6827" y="39847"/>
                  </a:lnTo>
                  <a:lnTo>
                    <a:pt x="1830" y="32431"/>
                  </a:lnTo>
                  <a:lnTo>
                    <a:pt x="0" y="23337"/>
                  </a:lnTo>
                  <a:lnTo>
                    <a:pt x="1830" y="14237"/>
                  </a:lnTo>
                  <a:lnTo>
                    <a:pt x="6827" y="6821"/>
                  </a:lnTo>
                  <a:lnTo>
                    <a:pt x="14248" y="1828"/>
                  </a:lnTo>
                  <a:lnTo>
                    <a:pt x="23349" y="0"/>
                  </a:lnTo>
                  <a:lnTo>
                    <a:pt x="32377" y="1828"/>
                  </a:lnTo>
                  <a:lnTo>
                    <a:pt x="39647" y="6821"/>
                  </a:lnTo>
                  <a:lnTo>
                    <a:pt x="44495" y="14237"/>
                  </a:lnTo>
                  <a:lnTo>
                    <a:pt x="46259" y="23337"/>
                  </a:lnTo>
                  <a:lnTo>
                    <a:pt x="44495" y="32431"/>
                  </a:lnTo>
                  <a:lnTo>
                    <a:pt x="39647" y="39847"/>
                  </a:lnTo>
                  <a:lnTo>
                    <a:pt x="32377" y="44843"/>
                  </a:lnTo>
                  <a:lnTo>
                    <a:pt x="23349" y="466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300893" y="2469501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26681" y="53350"/>
                  </a:moveTo>
                  <a:lnTo>
                    <a:pt x="16179" y="51235"/>
                  </a:lnTo>
                  <a:lnTo>
                    <a:pt x="7711" y="45486"/>
                  </a:lnTo>
                  <a:lnTo>
                    <a:pt x="2057" y="37002"/>
                  </a:lnTo>
                  <a:lnTo>
                    <a:pt x="0" y="26681"/>
                  </a:lnTo>
                  <a:lnTo>
                    <a:pt x="2057" y="16359"/>
                  </a:lnTo>
                  <a:lnTo>
                    <a:pt x="7711" y="7871"/>
                  </a:lnTo>
                  <a:lnTo>
                    <a:pt x="16179" y="2117"/>
                  </a:lnTo>
                  <a:lnTo>
                    <a:pt x="26681" y="0"/>
                  </a:lnTo>
                  <a:lnTo>
                    <a:pt x="37002" y="2117"/>
                  </a:lnTo>
                  <a:lnTo>
                    <a:pt x="44336" y="7091"/>
                  </a:lnTo>
                  <a:lnTo>
                    <a:pt x="26681" y="7091"/>
                  </a:lnTo>
                  <a:lnTo>
                    <a:pt x="18983" y="8628"/>
                  </a:lnTo>
                  <a:lnTo>
                    <a:pt x="12614" y="12822"/>
                  </a:lnTo>
                  <a:lnTo>
                    <a:pt x="8278" y="19048"/>
                  </a:lnTo>
                  <a:lnTo>
                    <a:pt x="6676" y="26681"/>
                  </a:lnTo>
                  <a:lnTo>
                    <a:pt x="8278" y="34307"/>
                  </a:lnTo>
                  <a:lnTo>
                    <a:pt x="12614" y="40530"/>
                  </a:lnTo>
                  <a:lnTo>
                    <a:pt x="18983" y="44722"/>
                  </a:lnTo>
                  <a:lnTo>
                    <a:pt x="26681" y="46259"/>
                  </a:lnTo>
                  <a:lnTo>
                    <a:pt x="44345" y="46259"/>
                  </a:lnTo>
                  <a:lnTo>
                    <a:pt x="37002" y="51235"/>
                  </a:lnTo>
                  <a:lnTo>
                    <a:pt x="26681" y="53350"/>
                  </a:lnTo>
                  <a:close/>
                </a:path>
                <a:path w="53975" h="53975">
                  <a:moveTo>
                    <a:pt x="44345" y="46259"/>
                  </a:moveTo>
                  <a:lnTo>
                    <a:pt x="26681" y="46259"/>
                  </a:lnTo>
                  <a:lnTo>
                    <a:pt x="34308" y="44722"/>
                  </a:lnTo>
                  <a:lnTo>
                    <a:pt x="40530" y="40530"/>
                  </a:lnTo>
                  <a:lnTo>
                    <a:pt x="44722" y="34307"/>
                  </a:lnTo>
                  <a:lnTo>
                    <a:pt x="46259" y="26681"/>
                  </a:lnTo>
                  <a:lnTo>
                    <a:pt x="44722" y="19048"/>
                  </a:lnTo>
                  <a:lnTo>
                    <a:pt x="40530" y="12822"/>
                  </a:lnTo>
                  <a:lnTo>
                    <a:pt x="34308" y="8628"/>
                  </a:lnTo>
                  <a:lnTo>
                    <a:pt x="26681" y="7091"/>
                  </a:lnTo>
                  <a:lnTo>
                    <a:pt x="44336" y="7091"/>
                  </a:lnTo>
                  <a:lnTo>
                    <a:pt x="45486" y="7871"/>
                  </a:lnTo>
                  <a:lnTo>
                    <a:pt x="51234" y="16359"/>
                  </a:lnTo>
                  <a:lnTo>
                    <a:pt x="53350" y="26681"/>
                  </a:lnTo>
                  <a:lnTo>
                    <a:pt x="51234" y="37002"/>
                  </a:lnTo>
                  <a:lnTo>
                    <a:pt x="45486" y="45486"/>
                  </a:lnTo>
                  <a:lnTo>
                    <a:pt x="44345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8077933" y="2472845"/>
              <a:ext cx="46355" cy="46990"/>
            </a:xfrm>
            <a:custGeom>
              <a:avLst/>
              <a:gdLst/>
              <a:ahLst/>
              <a:cxnLst/>
              <a:rect l="l" t="t" r="r" b="b"/>
              <a:pathLst>
                <a:path w="46354" h="46989">
                  <a:moveTo>
                    <a:pt x="23337" y="46674"/>
                  </a:moveTo>
                  <a:lnTo>
                    <a:pt x="14243" y="44843"/>
                  </a:lnTo>
                  <a:lnTo>
                    <a:pt x="6826" y="39847"/>
                  </a:lnTo>
                  <a:lnTo>
                    <a:pt x="1830" y="32431"/>
                  </a:lnTo>
                  <a:lnTo>
                    <a:pt x="0" y="23337"/>
                  </a:lnTo>
                  <a:lnTo>
                    <a:pt x="1830" y="14237"/>
                  </a:lnTo>
                  <a:lnTo>
                    <a:pt x="6826" y="6821"/>
                  </a:lnTo>
                  <a:lnTo>
                    <a:pt x="14243" y="1828"/>
                  </a:lnTo>
                  <a:lnTo>
                    <a:pt x="23337" y="0"/>
                  </a:lnTo>
                  <a:lnTo>
                    <a:pt x="32191" y="1828"/>
                  </a:lnTo>
                  <a:lnTo>
                    <a:pt x="39485" y="6821"/>
                  </a:lnTo>
                  <a:lnTo>
                    <a:pt x="44435" y="14237"/>
                  </a:lnTo>
                  <a:lnTo>
                    <a:pt x="46259" y="23337"/>
                  </a:lnTo>
                  <a:lnTo>
                    <a:pt x="44435" y="32431"/>
                  </a:lnTo>
                  <a:lnTo>
                    <a:pt x="39485" y="39847"/>
                  </a:lnTo>
                  <a:lnTo>
                    <a:pt x="32191" y="44843"/>
                  </a:lnTo>
                  <a:lnTo>
                    <a:pt x="23337" y="46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544486" y="2469502"/>
              <a:ext cx="810260" cy="189230"/>
            </a:xfrm>
            <a:custGeom>
              <a:avLst/>
              <a:gdLst/>
              <a:ahLst/>
              <a:cxnLst/>
              <a:rect l="l" t="t" r="r" b="b"/>
              <a:pathLst>
                <a:path w="810259" h="189230">
                  <a:moveTo>
                    <a:pt x="583450" y="26682"/>
                  </a:moveTo>
                  <a:lnTo>
                    <a:pt x="581329" y="16370"/>
                  </a:lnTo>
                  <a:lnTo>
                    <a:pt x="576364" y="9042"/>
                  </a:lnTo>
                  <a:lnTo>
                    <a:pt x="576364" y="26682"/>
                  </a:lnTo>
                  <a:lnTo>
                    <a:pt x="574827" y="34315"/>
                  </a:lnTo>
                  <a:lnTo>
                    <a:pt x="570636" y="40538"/>
                  </a:lnTo>
                  <a:lnTo>
                    <a:pt x="564413" y="44729"/>
                  </a:lnTo>
                  <a:lnTo>
                    <a:pt x="556780" y="46266"/>
                  </a:lnTo>
                  <a:lnTo>
                    <a:pt x="549084" y="44729"/>
                  </a:lnTo>
                  <a:lnTo>
                    <a:pt x="542709" y="40538"/>
                  </a:lnTo>
                  <a:lnTo>
                    <a:pt x="538378" y="34315"/>
                  </a:lnTo>
                  <a:lnTo>
                    <a:pt x="536778" y="26682"/>
                  </a:lnTo>
                  <a:lnTo>
                    <a:pt x="538378" y="19050"/>
                  </a:lnTo>
                  <a:lnTo>
                    <a:pt x="542709" y="12827"/>
                  </a:lnTo>
                  <a:lnTo>
                    <a:pt x="549084" y="8636"/>
                  </a:lnTo>
                  <a:lnTo>
                    <a:pt x="556780" y="7099"/>
                  </a:lnTo>
                  <a:lnTo>
                    <a:pt x="564413" y="8636"/>
                  </a:lnTo>
                  <a:lnTo>
                    <a:pt x="570636" y="12827"/>
                  </a:lnTo>
                  <a:lnTo>
                    <a:pt x="574827" y="19050"/>
                  </a:lnTo>
                  <a:lnTo>
                    <a:pt x="576364" y="26682"/>
                  </a:lnTo>
                  <a:lnTo>
                    <a:pt x="576364" y="9042"/>
                  </a:lnTo>
                  <a:lnTo>
                    <a:pt x="575576" y="7874"/>
                  </a:lnTo>
                  <a:lnTo>
                    <a:pt x="574433" y="7099"/>
                  </a:lnTo>
                  <a:lnTo>
                    <a:pt x="567093" y="2120"/>
                  </a:lnTo>
                  <a:lnTo>
                    <a:pt x="556780" y="0"/>
                  </a:lnTo>
                  <a:lnTo>
                    <a:pt x="546277" y="2120"/>
                  </a:lnTo>
                  <a:lnTo>
                    <a:pt x="537819" y="7874"/>
                  </a:lnTo>
                  <a:lnTo>
                    <a:pt x="532168" y="16370"/>
                  </a:lnTo>
                  <a:lnTo>
                    <a:pt x="530110" y="26682"/>
                  </a:lnTo>
                  <a:lnTo>
                    <a:pt x="532168" y="37007"/>
                  </a:lnTo>
                  <a:lnTo>
                    <a:pt x="537819" y="45491"/>
                  </a:lnTo>
                  <a:lnTo>
                    <a:pt x="546277" y="51244"/>
                  </a:lnTo>
                  <a:lnTo>
                    <a:pt x="556780" y="53352"/>
                  </a:lnTo>
                  <a:lnTo>
                    <a:pt x="567093" y="51244"/>
                  </a:lnTo>
                  <a:lnTo>
                    <a:pt x="574446" y="46266"/>
                  </a:lnTo>
                  <a:lnTo>
                    <a:pt x="575576" y="45491"/>
                  </a:lnTo>
                  <a:lnTo>
                    <a:pt x="581329" y="37007"/>
                  </a:lnTo>
                  <a:lnTo>
                    <a:pt x="583450" y="26682"/>
                  </a:lnTo>
                  <a:close/>
                </a:path>
                <a:path w="810259" h="189230">
                  <a:moveTo>
                    <a:pt x="809752" y="121310"/>
                  </a:moveTo>
                  <a:lnTo>
                    <a:pt x="0" y="121310"/>
                  </a:lnTo>
                  <a:lnTo>
                    <a:pt x="0" y="128930"/>
                  </a:lnTo>
                  <a:lnTo>
                    <a:pt x="0" y="186080"/>
                  </a:lnTo>
                  <a:lnTo>
                    <a:pt x="0" y="189217"/>
                  </a:lnTo>
                  <a:lnTo>
                    <a:pt x="3759" y="189217"/>
                  </a:lnTo>
                  <a:lnTo>
                    <a:pt x="805992" y="189217"/>
                  </a:lnTo>
                  <a:lnTo>
                    <a:pt x="809752" y="189217"/>
                  </a:lnTo>
                  <a:lnTo>
                    <a:pt x="809752" y="186080"/>
                  </a:lnTo>
                  <a:lnTo>
                    <a:pt x="805992" y="186080"/>
                  </a:lnTo>
                  <a:lnTo>
                    <a:pt x="805992" y="185470"/>
                  </a:lnTo>
                  <a:lnTo>
                    <a:pt x="809752" y="185470"/>
                  </a:lnTo>
                  <a:lnTo>
                    <a:pt x="809752" y="128930"/>
                  </a:lnTo>
                  <a:lnTo>
                    <a:pt x="809752" y="128371"/>
                  </a:lnTo>
                  <a:lnTo>
                    <a:pt x="809752" y="12131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515318" y="2658712"/>
              <a:ext cx="868680" cy="187960"/>
            </a:xfrm>
            <a:custGeom>
              <a:avLst/>
              <a:gdLst/>
              <a:ahLst/>
              <a:cxnLst/>
              <a:rect l="l" t="t" r="r" b="b"/>
              <a:pathLst>
                <a:path w="868679" h="187960">
                  <a:moveTo>
                    <a:pt x="868512" y="187953"/>
                  </a:moveTo>
                  <a:lnTo>
                    <a:pt x="0" y="187953"/>
                  </a:lnTo>
                  <a:lnTo>
                    <a:pt x="0" y="0"/>
                  </a:lnTo>
                  <a:lnTo>
                    <a:pt x="868512" y="0"/>
                  </a:lnTo>
                  <a:lnTo>
                    <a:pt x="868512" y="1879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511567" y="2655582"/>
              <a:ext cx="875665" cy="194310"/>
            </a:xfrm>
            <a:custGeom>
              <a:avLst/>
              <a:gdLst/>
              <a:ahLst/>
              <a:cxnLst/>
              <a:rect l="l" t="t" r="r" b="b"/>
              <a:pathLst>
                <a:path w="875665" h="194310">
                  <a:moveTo>
                    <a:pt x="875588" y="6464"/>
                  </a:moveTo>
                  <a:lnTo>
                    <a:pt x="868514" y="6464"/>
                  </a:lnTo>
                  <a:lnTo>
                    <a:pt x="868514" y="187756"/>
                  </a:lnTo>
                  <a:lnTo>
                    <a:pt x="875588" y="187756"/>
                  </a:lnTo>
                  <a:lnTo>
                    <a:pt x="875588" y="6464"/>
                  </a:lnTo>
                  <a:close/>
                </a:path>
                <a:path w="875665" h="194310">
                  <a:moveTo>
                    <a:pt x="875588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87960"/>
                  </a:lnTo>
                  <a:lnTo>
                    <a:pt x="0" y="194310"/>
                  </a:lnTo>
                  <a:lnTo>
                    <a:pt x="875588" y="194310"/>
                  </a:lnTo>
                  <a:lnTo>
                    <a:pt x="875588" y="187960"/>
                  </a:lnTo>
                  <a:lnTo>
                    <a:pt x="7073" y="187960"/>
                  </a:lnTo>
                  <a:lnTo>
                    <a:pt x="7073" y="6350"/>
                  </a:lnTo>
                  <a:lnTo>
                    <a:pt x="875588" y="6350"/>
                  </a:lnTo>
                  <a:lnTo>
                    <a:pt x="87558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7622836" y="2706643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603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603" y="0"/>
                  </a:lnTo>
                  <a:lnTo>
                    <a:pt x="49603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619505" y="2703842"/>
              <a:ext cx="56515" cy="97790"/>
            </a:xfrm>
            <a:custGeom>
              <a:avLst/>
              <a:gdLst/>
              <a:ahLst/>
              <a:cxnLst/>
              <a:rect l="l" t="t" r="r" b="b"/>
              <a:pathLst>
                <a:path w="56515" h="97789">
                  <a:moveTo>
                    <a:pt x="56261" y="0"/>
                  </a:moveTo>
                  <a:lnTo>
                    <a:pt x="49580" y="0"/>
                  </a:lnTo>
                  <a:lnTo>
                    <a:pt x="49580" y="6350"/>
                  </a:lnTo>
                  <a:lnTo>
                    <a:pt x="49580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49580" y="6350"/>
                  </a:lnTo>
                  <a:lnTo>
                    <a:pt x="4958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56261" y="97790"/>
                  </a:lnTo>
                  <a:lnTo>
                    <a:pt x="56261" y="91567"/>
                  </a:lnTo>
                  <a:lnTo>
                    <a:pt x="56261" y="91440"/>
                  </a:lnTo>
                  <a:lnTo>
                    <a:pt x="56261" y="6350"/>
                  </a:lnTo>
                  <a:lnTo>
                    <a:pt x="56261" y="6134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774955" y="2706643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0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0" y="0"/>
                  </a:lnTo>
                  <a:lnTo>
                    <a:pt x="49590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771613" y="2703842"/>
              <a:ext cx="56515" cy="97790"/>
            </a:xfrm>
            <a:custGeom>
              <a:avLst/>
              <a:gdLst/>
              <a:ahLst/>
              <a:cxnLst/>
              <a:rect l="l" t="t" r="r" b="b"/>
              <a:pathLst>
                <a:path w="56515" h="97789">
                  <a:moveTo>
                    <a:pt x="56261" y="0"/>
                  </a:moveTo>
                  <a:lnTo>
                    <a:pt x="49593" y="0"/>
                  </a:lnTo>
                  <a:lnTo>
                    <a:pt x="49593" y="6350"/>
                  </a:lnTo>
                  <a:lnTo>
                    <a:pt x="49593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49593" y="6350"/>
                  </a:lnTo>
                  <a:lnTo>
                    <a:pt x="49593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56261" y="97790"/>
                  </a:lnTo>
                  <a:lnTo>
                    <a:pt x="56261" y="91567"/>
                  </a:lnTo>
                  <a:lnTo>
                    <a:pt x="56261" y="91440"/>
                  </a:lnTo>
                  <a:lnTo>
                    <a:pt x="56261" y="6350"/>
                  </a:lnTo>
                  <a:lnTo>
                    <a:pt x="56261" y="6134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699109" y="2706643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1" y="0"/>
                  </a:lnTo>
                  <a:lnTo>
                    <a:pt x="4959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695349" y="2703842"/>
              <a:ext cx="57150" cy="97790"/>
            </a:xfrm>
            <a:custGeom>
              <a:avLst/>
              <a:gdLst/>
              <a:ahLst/>
              <a:cxnLst/>
              <a:rect l="l" t="t" r="r" b="b"/>
              <a:pathLst>
                <a:path w="57150" h="97789">
                  <a:moveTo>
                    <a:pt x="56680" y="0"/>
                  </a:moveTo>
                  <a:lnTo>
                    <a:pt x="49593" y="0"/>
                  </a:lnTo>
                  <a:lnTo>
                    <a:pt x="49593" y="6350"/>
                  </a:lnTo>
                  <a:lnTo>
                    <a:pt x="49593" y="91440"/>
                  </a:lnTo>
                  <a:lnTo>
                    <a:pt x="7086" y="91440"/>
                  </a:lnTo>
                  <a:lnTo>
                    <a:pt x="7086" y="6350"/>
                  </a:lnTo>
                  <a:lnTo>
                    <a:pt x="49593" y="6350"/>
                  </a:lnTo>
                  <a:lnTo>
                    <a:pt x="49593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56680" y="97790"/>
                  </a:lnTo>
                  <a:lnTo>
                    <a:pt x="56680" y="91567"/>
                  </a:lnTo>
                  <a:lnTo>
                    <a:pt x="56680" y="91440"/>
                  </a:lnTo>
                  <a:lnTo>
                    <a:pt x="56680" y="6350"/>
                  </a:lnTo>
                  <a:lnTo>
                    <a:pt x="56680" y="6134"/>
                  </a:lnTo>
                  <a:lnTo>
                    <a:pt x="5668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557000" y="2706643"/>
              <a:ext cx="40005" cy="92710"/>
            </a:xfrm>
            <a:custGeom>
              <a:avLst/>
              <a:gdLst/>
              <a:ahLst/>
              <a:cxnLst/>
              <a:rect l="l" t="t" r="r" b="b"/>
              <a:pathLst>
                <a:path w="40004" h="92710">
                  <a:moveTo>
                    <a:pt x="39582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9582" y="0"/>
                  </a:lnTo>
                  <a:lnTo>
                    <a:pt x="39582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553655" y="2703842"/>
              <a:ext cx="46355" cy="97790"/>
            </a:xfrm>
            <a:custGeom>
              <a:avLst/>
              <a:gdLst/>
              <a:ahLst/>
              <a:cxnLst/>
              <a:rect l="l" t="t" r="r" b="b"/>
              <a:pathLst>
                <a:path w="46354" h="97789">
                  <a:moveTo>
                    <a:pt x="46253" y="0"/>
                  </a:moveTo>
                  <a:lnTo>
                    <a:pt x="39179" y="0"/>
                  </a:lnTo>
                  <a:lnTo>
                    <a:pt x="39179" y="6350"/>
                  </a:lnTo>
                  <a:lnTo>
                    <a:pt x="39179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39179" y="6350"/>
                  </a:lnTo>
                  <a:lnTo>
                    <a:pt x="39179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46253" y="97790"/>
                  </a:lnTo>
                  <a:lnTo>
                    <a:pt x="46253" y="91567"/>
                  </a:lnTo>
                  <a:lnTo>
                    <a:pt x="46253" y="91440"/>
                  </a:lnTo>
                  <a:lnTo>
                    <a:pt x="46253" y="6350"/>
                  </a:lnTo>
                  <a:lnTo>
                    <a:pt x="46253" y="6134"/>
                  </a:lnTo>
                  <a:lnTo>
                    <a:pt x="4625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850800" y="2706643"/>
              <a:ext cx="304800" cy="92710"/>
            </a:xfrm>
            <a:custGeom>
              <a:avLst/>
              <a:gdLst/>
              <a:ahLst/>
              <a:cxnLst/>
              <a:rect l="l" t="t" r="r" b="b"/>
              <a:pathLst>
                <a:path w="304800" h="92710">
                  <a:moveTo>
                    <a:pt x="30465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04651" y="0"/>
                  </a:lnTo>
                  <a:lnTo>
                    <a:pt x="30465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847457" y="2703842"/>
              <a:ext cx="311785" cy="97790"/>
            </a:xfrm>
            <a:custGeom>
              <a:avLst/>
              <a:gdLst/>
              <a:ahLst/>
              <a:cxnLst/>
              <a:rect l="l" t="t" r="r" b="b"/>
              <a:pathLst>
                <a:path w="311784" h="97789">
                  <a:moveTo>
                    <a:pt x="311315" y="0"/>
                  </a:moveTo>
                  <a:lnTo>
                    <a:pt x="304660" y="0"/>
                  </a:lnTo>
                  <a:lnTo>
                    <a:pt x="304660" y="6350"/>
                  </a:lnTo>
                  <a:lnTo>
                    <a:pt x="304660" y="91440"/>
                  </a:lnTo>
                  <a:lnTo>
                    <a:pt x="7099" y="91440"/>
                  </a:lnTo>
                  <a:lnTo>
                    <a:pt x="7099" y="6350"/>
                  </a:lnTo>
                  <a:lnTo>
                    <a:pt x="304660" y="6350"/>
                  </a:lnTo>
                  <a:lnTo>
                    <a:pt x="30466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7790"/>
                  </a:lnTo>
                  <a:lnTo>
                    <a:pt x="311315" y="97790"/>
                  </a:lnTo>
                  <a:lnTo>
                    <a:pt x="311315" y="91567"/>
                  </a:lnTo>
                  <a:lnTo>
                    <a:pt x="311315" y="91440"/>
                  </a:lnTo>
                  <a:lnTo>
                    <a:pt x="311315" y="6350"/>
                  </a:lnTo>
                  <a:lnTo>
                    <a:pt x="311315" y="6134"/>
                  </a:lnTo>
                  <a:lnTo>
                    <a:pt x="31131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213380" y="2725391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23336" y="46258"/>
                  </a:moveTo>
                  <a:lnTo>
                    <a:pt x="14242" y="44495"/>
                  </a:lnTo>
                  <a:lnTo>
                    <a:pt x="6825" y="39645"/>
                  </a:lnTo>
                  <a:lnTo>
                    <a:pt x="1830" y="32371"/>
                  </a:lnTo>
                  <a:lnTo>
                    <a:pt x="0" y="23336"/>
                  </a:lnTo>
                  <a:lnTo>
                    <a:pt x="1830" y="14242"/>
                  </a:lnTo>
                  <a:lnTo>
                    <a:pt x="6825" y="6826"/>
                  </a:lnTo>
                  <a:lnTo>
                    <a:pt x="14242" y="1830"/>
                  </a:lnTo>
                  <a:lnTo>
                    <a:pt x="23336" y="0"/>
                  </a:lnTo>
                  <a:lnTo>
                    <a:pt x="32190" y="1830"/>
                  </a:lnTo>
                  <a:lnTo>
                    <a:pt x="39484" y="6826"/>
                  </a:lnTo>
                  <a:lnTo>
                    <a:pt x="44434" y="14242"/>
                  </a:lnTo>
                  <a:lnTo>
                    <a:pt x="46258" y="23336"/>
                  </a:lnTo>
                  <a:lnTo>
                    <a:pt x="44434" y="32371"/>
                  </a:lnTo>
                  <a:lnTo>
                    <a:pt x="39484" y="39645"/>
                  </a:lnTo>
                  <a:lnTo>
                    <a:pt x="32190" y="44495"/>
                  </a:lnTo>
                  <a:lnTo>
                    <a:pt x="23336" y="46258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210047" y="2722059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26668" y="53337"/>
                  </a:moveTo>
                  <a:lnTo>
                    <a:pt x="16173" y="51221"/>
                  </a:lnTo>
                  <a:lnTo>
                    <a:pt x="7709" y="45472"/>
                  </a:lnTo>
                  <a:lnTo>
                    <a:pt x="2057" y="36989"/>
                  </a:lnTo>
                  <a:lnTo>
                    <a:pt x="0" y="26668"/>
                  </a:lnTo>
                  <a:lnTo>
                    <a:pt x="2057" y="16173"/>
                  </a:lnTo>
                  <a:lnTo>
                    <a:pt x="7709" y="7709"/>
                  </a:lnTo>
                  <a:lnTo>
                    <a:pt x="16173" y="2057"/>
                  </a:lnTo>
                  <a:lnTo>
                    <a:pt x="26668" y="0"/>
                  </a:lnTo>
                  <a:lnTo>
                    <a:pt x="36989" y="2057"/>
                  </a:lnTo>
                  <a:lnTo>
                    <a:pt x="43903" y="6663"/>
                  </a:lnTo>
                  <a:lnTo>
                    <a:pt x="26668" y="6663"/>
                  </a:lnTo>
                  <a:lnTo>
                    <a:pt x="18795" y="8265"/>
                  </a:lnTo>
                  <a:lnTo>
                    <a:pt x="12446" y="12601"/>
                  </a:lnTo>
                  <a:lnTo>
                    <a:pt x="8207" y="18970"/>
                  </a:lnTo>
                  <a:lnTo>
                    <a:pt x="6664" y="26668"/>
                  </a:lnTo>
                  <a:lnTo>
                    <a:pt x="8207" y="34302"/>
                  </a:lnTo>
                  <a:lnTo>
                    <a:pt x="12446" y="40528"/>
                  </a:lnTo>
                  <a:lnTo>
                    <a:pt x="18795" y="44722"/>
                  </a:lnTo>
                  <a:lnTo>
                    <a:pt x="26668" y="46259"/>
                  </a:lnTo>
                  <a:lnTo>
                    <a:pt x="44312" y="46259"/>
                  </a:lnTo>
                  <a:lnTo>
                    <a:pt x="36989" y="51221"/>
                  </a:lnTo>
                  <a:lnTo>
                    <a:pt x="26668" y="53337"/>
                  </a:lnTo>
                  <a:close/>
                </a:path>
                <a:path w="53340" h="53339">
                  <a:moveTo>
                    <a:pt x="44312" y="46259"/>
                  </a:moveTo>
                  <a:lnTo>
                    <a:pt x="26668" y="46259"/>
                  </a:lnTo>
                  <a:lnTo>
                    <a:pt x="34302" y="44722"/>
                  </a:lnTo>
                  <a:lnTo>
                    <a:pt x="40528" y="40528"/>
                  </a:lnTo>
                  <a:lnTo>
                    <a:pt x="44722" y="34302"/>
                  </a:lnTo>
                  <a:lnTo>
                    <a:pt x="46258" y="26668"/>
                  </a:lnTo>
                  <a:lnTo>
                    <a:pt x="44722" y="18970"/>
                  </a:lnTo>
                  <a:lnTo>
                    <a:pt x="40528" y="12601"/>
                  </a:lnTo>
                  <a:lnTo>
                    <a:pt x="34302" y="8265"/>
                  </a:lnTo>
                  <a:lnTo>
                    <a:pt x="26668" y="6663"/>
                  </a:lnTo>
                  <a:lnTo>
                    <a:pt x="43903" y="6663"/>
                  </a:lnTo>
                  <a:lnTo>
                    <a:pt x="45472" y="7709"/>
                  </a:lnTo>
                  <a:lnTo>
                    <a:pt x="51221" y="16173"/>
                  </a:lnTo>
                  <a:lnTo>
                    <a:pt x="53337" y="26668"/>
                  </a:lnTo>
                  <a:lnTo>
                    <a:pt x="51221" y="36989"/>
                  </a:lnTo>
                  <a:lnTo>
                    <a:pt x="45472" y="45472"/>
                  </a:lnTo>
                  <a:lnTo>
                    <a:pt x="44312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304225" y="2725391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23349" y="46258"/>
                  </a:moveTo>
                  <a:lnTo>
                    <a:pt x="14248" y="44495"/>
                  </a:lnTo>
                  <a:lnTo>
                    <a:pt x="6827" y="39645"/>
                  </a:lnTo>
                  <a:lnTo>
                    <a:pt x="1830" y="32371"/>
                  </a:lnTo>
                  <a:lnTo>
                    <a:pt x="0" y="23336"/>
                  </a:lnTo>
                  <a:lnTo>
                    <a:pt x="1830" y="14242"/>
                  </a:lnTo>
                  <a:lnTo>
                    <a:pt x="6827" y="6826"/>
                  </a:lnTo>
                  <a:lnTo>
                    <a:pt x="14248" y="1830"/>
                  </a:lnTo>
                  <a:lnTo>
                    <a:pt x="23349" y="0"/>
                  </a:lnTo>
                  <a:lnTo>
                    <a:pt x="32377" y="1830"/>
                  </a:lnTo>
                  <a:lnTo>
                    <a:pt x="39647" y="6826"/>
                  </a:lnTo>
                  <a:lnTo>
                    <a:pt x="44495" y="14242"/>
                  </a:lnTo>
                  <a:lnTo>
                    <a:pt x="46259" y="23336"/>
                  </a:lnTo>
                  <a:lnTo>
                    <a:pt x="44495" y="32371"/>
                  </a:lnTo>
                  <a:lnTo>
                    <a:pt x="39647" y="39645"/>
                  </a:lnTo>
                  <a:lnTo>
                    <a:pt x="32377" y="44495"/>
                  </a:lnTo>
                  <a:lnTo>
                    <a:pt x="23349" y="46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300893" y="2722059"/>
              <a:ext cx="53975" cy="53340"/>
            </a:xfrm>
            <a:custGeom>
              <a:avLst/>
              <a:gdLst/>
              <a:ahLst/>
              <a:cxnLst/>
              <a:rect l="l" t="t" r="r" b="b"/>
              <a:pathLst>
                <a:path w="53975" h="53339">
                  <a:moveTo>
                    <a:pt x="26681" y="53337"/>
                  </a:moveTo>
                  <a:lnTo>
                    <a:pt x="16179" y="51221"/>
                  </a:lnTo>
                  <a:lnTo>
                    <a:pt x="7711" y="45472"/>
                  </a:lnTo>
                  <a:lnTo>
                    <a:pt x="2057" y="36989"/>
                  </a:lnTo>
                  <a:lnTo>
                    <a:pt x="0" y="26668"/>
                  </a:lnTo>
                  <a:lnTo>
                    <a:pt x="2057" y="16173"/>
                  </a:lnTo>
                  <a:lnTo>
                    <a:pt x="7711" y="7709"/>
                  </a:lnTo>
                  <a:lnTo>
                    <a:pt x="16179" y="2057"/>
                  </a:lnTo>
                  <a:lnTo>
                    <a:pt x="26681" y="0"/>
                  </a:lnTo>
                  <a:lnTo>
                    <a:pt x="37002" y="2057"/>
                  </a:lnTo>
                  <a:lnTo>
                    <a:pt x="43917" y="6663"/>
                  </a:lnTo>
                  <a:lnTo>
                    <a:pt x="26681" y="6663"/>
                  </a:lnTo>
                  <a:lnTo>
                    <a:pt x="18983" y="8265"/>
                  </a:lnTo>
                  <a:lnTo>
                    <a:pt x="12614" y="12601"/>
                  </a:lnTo>
                  <a:lnTo>
                    <a:pt x="8278" y="18970"/>
                  </a:lnTo>
                  <a:lnTo>
                    <a:pt x="6676" y="26668"/>
                  </a:lnTo>
                  <a:lnTo>
                    <a:pt x="8278" y="34302"/>
                  </a:lnTo>
                  <a:lnTo>
                    <a:pt x="12614" y="40528"/>
                  </a:lnTo>
                  <a:lnTo>
                    <a:pt x="18983" y="44722"/>
                  </a:lnTo>
                  <a:lnTo>
                    <a:pt x="26681" y="46259"/>
                  </a:lnTo>
                  <a:lnTo>
                    <a:pt x="44326" y="46259"/>
                  </a:lnTo>
                  <a:lnTo>
                    <a:pt x="37002" y="51221"/>
                  </a:lnTo>
                  <a:lnTo>
                    <a:pt x="26681" y="53337"/>
                  </a:lnTo>
                  <a:close/>
                </a:path>
                <a:path w="53975" h="53339">
                  <a:moveTo>
                    <a:pt x="44326" y="46259"/>
                  </a:moveTo>
                  <a:lnTo>
                    <a:pt x="26681" y="46259"/>
                  </a:lnTo>
                  <a:lnTo>
                    <a:pt x="34308" y="44722"/>
                  </a:lnTo>
                  <a:lnTo>
                    <a:pt x="40530" y="40528"/>
                  </a:lnTo>
                  <a:lnTo>
                    <a:pt x="44722" y="34302"/>
                  </a:lnTo>
                  <a:lnTo>
                    <a:pt x="46259" y="26668"/>
                  </a:lnTo>
                  <a:lnTo>
                    <a:pt x="44722" y="18970"/>
                  </a:lnTo>
                  <a:lnTo>
                    <a:pt x="40530" y="12601"/>
                  </a:lnTo>
                  <a:lnTo>
                    <a:pt x="34308" y="8265"/>
                  </a:lnTo>
                  <a:lnTo>
                    <a:pt x="26681" y="6663"/>
                  </a:lnTo>
                  <a:lnTo>
                    <a:pt x="43917" y="6663"/>
                  </a:lnTo>
                  <a:lnTo>
                    <a:pt x="45486" y="7709"/>
                  </a:lnTo>
                  <a:lnTo>
                    <a:pt x="51234" y="16173"/>
                  </a:lnTo>
                  <a:lnTo>
                    <a:pt x="53350" y="26668"/>
                  </a:lnTo>
                  <a:lnTo>
                    <a:pt x="51234" y="36989"/>
                  </a:lnTo>
                  <a:lnTo>
                    <a:pt x="45486" y="45472"/>
                  </a:lnTo>
                  <a:lnTo>
                    <a:pt x="44326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077933" y="2725391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23337" y="46258"/>
                  </a:moveTo>
                  <a:lnTo>
                    <a:pt x="14243" y="44495"/>
                  </a:lnTo>
                  <a:lnTo>
                    <a:pt x="6826" y="39645"/>
                  </a:lnTo>
                  <a:lnTo>
                    <a:pt x="1830" y="32371"/>
                  </a:lnTo>
                  <a:lnTo>
                    <a:pt x="0" y="23336"/>
                  </a:lnTo>
                  <a:lnTo>
                    <a:pt x="1830" y="14242"/>
                  </a:lnTo>
                  <a:lnTo>
                    <a:pt x="6826" y="6826"/>
                  </a:lnTo>
                  <a:lnTo>
                    <a:pt x="14243" y="1830"/>
                  </a:lnTo>
                  <a:lnTo>
                    <a:pt x="23337" y="0"/>
                  </a:lnTo>
                  <a:lnTo>
                    <a:pt x="32191" y="1830"/>
                  </a:lnTo>
                  <a:lnTo>
                    <a:pt x="39485" y="6826"/>
                  </a:lnTo>
                  <a:lnTo>
                    <a:pt x="44435" y="14242"/>
                  </a:lnTo>
                  <a:lnTo>
                    <a:pt x="46259" y="23336"/>
                  </a:lnTo>
                  <a:lnTo>
                    <a:pt x="44435" y="32371"/>
                  </a:lnTo>
                  <a:lnTo>
                    <a:pt x="39485" y="39645"/>
                  </a:lnTo>
                  <a:lnTo>
                    <a:pt x="32191" y="44495"/>
                  </a:lnTo>
                  <a:lnTo>
                    <a:pt x="23337" y="46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544486" y="2722067"/>
              <a:ext cx="810260" cy="189230"/>
            </a:xfrm>
            <a:custGeom>
              <a:avLst/>
              <a:gdLst/>
              <a:ahLst/>
              <a:cxnLst/>
              <a:rect l="l" t="t" r="r" b="b"/>
              <a:pathLst>
                <a:path w="810259" h="189230">
                  <a:moveTo>
                    <a:pt x="583450" y="26670"/>
                  </a:moveTo>
                  <a:lnTo>
                    <a:pt x="581329" y="16167"/>
                  </a:lnTo>
                  <a:lnTo>
                    <a:pt x="576364" y="8877"/>
                  </a:lnTo>
                  <a:lnTo>
                    <a:pt x="576364" y="26670"/>
                  </a:lnTo>
                  <a:lnTo>
                    <a:pt x="574827" y="34302"/>
                  </a:lnTo>
                  <a:lnTo>
                    <a:pt x="570636" y="40525"/>
                  </a:lnTo>
                  <a:lnTo>
                    <a:pt x="564413" y="44716"/>
                  </a:lnTo>
                  <a:lnTo>
                    <a:pt x="556780" y="46253"/>
                  </a:lnTo>
                  <a:lnTo>
                    <a:pt x="549084" y="44716"/>
                  </a:lnTo>
                  <a:lnTo>
                    <a:pt x="542709" y="40525"/>
                  </a:lnTo>
                  <a:lnTo>
                    <a:pt x="538378" y="34302"/>
                  </a:lnTo>
                  <a:lnTo>
                    <a:pt x="536778" y="26670"/>
                  </a:lnTo>
                  <a:lnTo>
                    <a:pt x="538378" y="18973"/>
                  </a:lnTo>
                  <a:lnTo>
                    <a:pt x="542709" y="12598"/>
                  </a:lnTo>
                  <a:lnTo>
                    <a:pt x="549084" y="8267"/>
                  </a:lnTo>
                  <a:lnTo>
                    <a:pt x="556780" y="6667"/>
                  </a:lnTo>
                  <a:lnTo>
                    <a:pt x="564413" y="8267"/>
                  </a:lnTo>
                  <a:lnTo>
                    <a:pt x="570636" y="12598"/>
                  </a:lnTo>
                  <a:lnTo>
                    <a:pt x="574827" y="18973"/>
                  </a:lnTo>
                  <a:lnTo>
                    <a:pt x="576364" y="26670"/>
                  </a:lnTo>
                  <a:lnTo>
                    <a:pt x="576364" y="8877"/>
                  </a:lnTo>
                  <a:lnTo>
                    <a:pt x="575576" y="7708"/>
                  </a:lnTo>
                  <a:lnTo>
                    <a:pt x="574014" y="6667"/>
                  </a:lnTo>
                  <a:lnTo>
                    <a:pt x="567093" y="2057"/>
                  </a:lnTo>
                  <a:lnTo>
                    <a:pt x="556780" y="0"/>
                  </a:lnTo>
                  <a:lnTo>
                    <a:pt x="546277" y="2057"/>
                  </a:lnTo>
                  <a:lnTo>
                    <a:pt x="537819" y="7708"/>
                  </a:lnTo>
                  <a:lnTo>
                    <a:pt x="532168" y="16167"/>
                  </a:lnTo>
                  <a:lnTo>
                    <a:pt x="530110" y="26670"/>
                  </a:lnTo>
                  <a:lnTo>
                    <a:pt x="532168" y="36982"/>
                  </a:lnTo>
                  <a:lnTo>
                    <a:pt x="537819" y="45466"/>
                  </a:lnTo>
                  <a:lnTo>
                    <a:pt x="546277" y="51219"/>
                  </a:lnTo>
                  <a:lnTo>
                    <a:pt x="556780" y="53340"/>
                  </a:lnTo>
                  <a:lnTo>
                    <a:pt x="567093" y="51219"/>
                  </a:lnTo>
                  <a:lnTo>
                    <a:pt x="574421" y="46253"/>
                  </a:lnTo>
                  <a:lnTo>
                    <a:pt x="575576" y="45466"/>
                  </a:lnTo>
                  <a:lnTo>
                    <a:pt x="581329" y="36982"/>
                  </a:lnTo>
                  <a:lnTo>
                    <a:pt x="583450" y="26670"/>
                  </a:lnTo>
                  <a:close/>
                </a:path>
                <a:path w="810259" h="189230">
                  <a:moveTo>
                    <a:pt x="809752" y="121475"/>
                  </a:moveTo>
                  <a:lnTo>
                    <a:pt x="0" y="121475"/>
                  </a:lnTo>
                  <a:lnTo>
                    <a:pt x="0" y="127825"/>
                  </a:lnTo>
                  <a:lnTo>
                    <a:pt x="0" y="184962"/>
                  </a:lnTo>
                  <a:lnTo>
                    <a:pt x="0" y="189204"/>
                  </a:lnTo>
                  <a:lnTo>
                    <a:pt x="3759" y="189204"/>
                  </a:lnTo>
                  <a:lnTo>
                    <a:pt x="805992" y="189204"/>
                  </a:lnTo>
                  <a:lnTo>
                    <a:pt x="809752" y="189204"/>
                  </a:lnTo>
                  <a:lnTo>
                    <a:pt x="809752" y="185445"/>
                  </a:lnTo>
                  <a:lnTo>
                    <a:pt x="809752" y="184962"/>
                  </a:lnTo>
                  <a:lnTo>
                    <a:pt x="809752" y="127939"/>
                  </a:lnTo>
                  <a:lnTo>
                    <a:pt x="805992" y="127939"/>
                  </a:lnTo>
                  <a:lnTo>
                    <a:pt x="809752" y="127825"/>
                  </a:lnTo>
                  <a:lnTo>
                    <a:pt x="809752" y="12147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515318" y="2911270"/>
              <a:ext cx="868680" cy="187960"/>
            </a:xfrm>
            <a:custGeom>
              <a:avLst/>
              <a:gdLst/>
              <a:ahLst/>
              <a:cxnLst/>
              <a:rect l="l" t="t" r="r" b="b"/>
              <a:pathLst>
                <a:path w="868679" h="187960">
                  <a:moveTo>
                    <a:pt x="868512" y="187953"/>
                  </a:moveTo>
                  <a:lnTo>
                    <a:pt x="0" y="187953"/>
                  </a:lnTo>
                  <a:lnTo>
                    <a:pt x="0" y="0"/>
                  </a:lnTo>
                  <a:lnTo>
                    <a:pt x="868512" y="0"/>
                  </a:lnTo>
                  <a:lnTo>
                    <a:pt x="868512" y="1879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7511567" y="2907042"/>
              <a:ext cx="875665" cy="195580"/>
            </a:xfrm>
            <a:custGeom>
              <a:avLst/>
              <a:gdLst/>
              <a:ahLst/>
              <a:cxnLst/>
              <a:rect l="l" t="t" r="r" b="b"/>
              <a:pathLst>
                <a:path w="875665" h="195580">
                  <a:moveTo>
                    <a:pt x="875588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89230"/>
                  </a:lnTo>
                  <a:lnTo>
                    <a:pt x="0" y="195580"/>
                  </a:lnTo>
                  <a:lnTo>
                    <a:pt x="875588" y="195580"/>
                  </a:lnTo>
                  <a:lnTo>
                    <a:pt x="875588" y="189230"/>
                  </a:lnTo>
                  <a:lnTo>
                    <a:pt x="7073" y="189230"/>
                  </a:lnTo>
                  <a:lnTo>
                    <a:pt x="7073" y="7620"/>
                  </a:lnTo>
                  <a:lnTo>
                    <a:pt x="868514" y="7620"/>
                  </a:lnTo>
                  <a:lnTo>
                    <a:pt x="868514" y="188861"/>
                  </a:lnTo>
                  <a:lnTo>
                    <a:pt x="875588" y="188861"/>
                  </a:lnTo>
                  <a:lnTo>
                    <a:pt x="875588" y="7620"/>
                  </a:lnTo>
                  <a:lnTo>
                    <a:pt x="87558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7699109" y="2959189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1" y="0"/>
                  </a:lnTo>
                  <a:lnTo>
                    <a:pt x="4959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695349" y="2955302"/>
              <a:ext cx="57150" cy="99060"/>
            </a:xfrm>
            <a:custGeom>
              <a:avLst/>
              <a:gdLst/>
              <a:ahLst/>
              <a:cxnLst/>
              <a:rect l="l" t="t" r="r" b="b"/>
              <a:pathLst>
                <a:path w="57150" h="99060">
                  <a:moveTo>
                    <a:pt x="5668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92710"/>
                  </a:lnTo>
                  <a:lnTo>
                    <a:pt x="0" y="99060"/>
                  </a:lnTo>
                  <a:lnTo>
                    <a:pt x="56680" y="99060"/>
                  </a:lnTo>
                  <a:lnTo>
                    <a:pt x="56680" y="92710"/>
                  </a:lnTo>
                  <a:lnTo>
                    <a:pt x="7086" y="92710"/>
                  </a:lnTo>
                  <a:lnTo>
                    <a:pt x="7086" y="7620"/>
                  </a:lnTo>
                  <a:lnTo>
                    <a:pt x="49593" y="7620"/>
                  </a:lnTo>
                  <a:lnTo>
                    <a:pt x="49593" y="92659"/>
                  </a:lnTo>
                  <a:lnTo>
                    <a:pt x="56680" y="92659"/>
                  </a:lnTo>
                  <a:lnTo>
                    <a:pt x="56680" y="7620"/>
                  </a:lnTo>
                  <a:lnTo>
                    <a:pt x="56680" y="7226"/>
                  </a:lnTo>
                  <a:lnTo>
                    <a:pt x="5668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7774955" y="2959189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0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0" y="0"/>
                  </a:lnTo>
                  <a:lnTo>
                    <a:pt x="49590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7771613" y="2955302"/>
              <a:ext cx="56515" cy="99060"/>
            </a:xfrm>
            <a:custGeom>
              <a:avLst/>
              <a:gdLst/>
              <a:ahLst/>
              <a:cxnLst/>
              <a:rect l="l" t="t" r="r" b="b"/>
              <a:pathLst>
                <a:path w="56515" h="99060">
                  <a:moveTo>
                    <a:pt x="56261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92710"/>
                  </a:lnTo>
                  <a:lnTo>
                    <a:pt x="0" y="99060"/>
                  </a:lnTo>
                  <a:lnTo>
                    <a:pt x="56261" y="99060"/>
                  </a:lnTo>
                  <a:lnTo>
                    <a:pt x="56261" y="92710"/>
                  </a:lnTo>
                  <a:lnTo>
                    <a:pt x="6667" y="92710"/>
                  </a:lnTo>
                  <a:lnTo>
                    <a:pt x="6667" y="7620"/>
                  </a:lnTo>
                  <a:lnTo>
                    <a:pt x="49593" y="7620"/>
                  </a:lnTo>
                  <a:lnTo>
                    <a:pt x="49593" y="92659"/>
                  </a:lnTo>
                  <a:lnTo>
                    <a:pt x="56261" y="92659"/>
                  </a:lnTo>
                  <a:lnTo>
                    <a:pt x="56261" y="7620"/>
                  </a:lnTo>
                  <a:lnTo>
                    <a:pt x="56261" y="7226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7622836" y="2959189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603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603" y="0"/>
                  </a:lnTo>
                  <a:lnTo>
                    <a:pt x="49603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7619505" y="2955302"/>
              <a:ext cx="56515" cy="99060"/>
            </a:xfrm>
            <a:custGeom>
              <a:avLst/>
              <a:gdLst/>
              <a:ahLst/>
              <a:cxnLst/>
              <a:rect l="l" t="t" r="r" b="b"/>
              <a:pathLst>
                <a:path w="56515" h="99060">
                  <a:moveTo>
                    <a:pt x="56261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92710"/>
                  </a:lnTo>
                  <a:lnTo>
                    <a:pt x="0" y="99060"/>
                  </a:lnTo>
                  <a:lnTo>
                    <a:pt x="56261" y="99060"/>
                  </a:lnTo>
                  <a:lnTo>
                    <a:pt x="56261" y="92710"/>
                  </a:lnTo>
                  <a:lnTo>
                    <a:pt x="6667" y="92710"/>
                  </a:lnTo>
                  <a:lnTo>
                    <a:pt x="6667" y="7620"/>
                  </a:lnTo>
                  <a:lnTo>
                    <a:pt x="49580" y="7620"/>
                  </a:lnTo>
                  <a:lnTo>
                    <a:pt x="49580" y="92659"/>
                  </a:lnTo>
                  <a:lnTo>
                    <a:pt x="56261" y="92659"/>
                  </a:lnTo>
                  <a:lnTo>
                    <a:pt x="56261" y="7620"/>
                  </a:lnTo>
                  <a:lnTo>
                    <a:pt x="56261" y="7226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7850800" y="2959189"/>
              <a:ext cx="304800" cy="92710"/>
            </a:xfrm>
            <a:custGeom>
              <a:avLst/>
              <a:gdLst/>
              <a:ahLst/>
              <a:cxnLst/>
              <a:rect l="l" t="t" r="r" b="b"/>
              <a:pathLst>
                <a:path w="304800" h="92710">
                  <a:moveTo>
                    <a:pt x="30465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04651" y="0"/>
                  </a:lnTo>
                  <a:lnTo>
                    <a:pt x="30465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7847457" y="2955302"/>
              <a:ext cx="311785" cy="99060"/>
            </a:xfrm>
            <a:custGeom>
              <a:avLst/>
              <a:gdLst/>
              <a:ahLst/>
              <a:cxnLst/>
              <a:rect l="l" t="t" r="r" b="b"/>
              <a:pathLst>
                <a:path w="311784" h="99060">
                  <a:moveTo>
                    <a:pt x="311315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92710"/>
                  </a:lnTo>
                  <a:lnTo>
                    <a:pt x="0" y="99060"/>
                  </a:lnTo>
                  <a:lnTo>
                    <a:pt x="311315" y="99060"/>
                  </a:lnTo>
                  <a:lnTo>
                    <a:pt x="311315" y="92710"/>
                  </a:lnTo>
                  <a:lnTo>
                    <a:pt x="7099" y="92710"/>
                  </a:lnTo>
                  <a:lnTo>
                    <a:pt x="7099" y="7620"/>
                  </a:lnTo>
                  <a:lnTo>
                    <a:pt x="304660" y="7620"/>
                  </a:lnTo>
                  <a:lnTo>
                    <a:pt x="304660" y="92659"/>
                  </a:lnTo>
                  <a:lnTo>
                    <a:pt x="311315" y="92659"/>
                  </a:lnTo>
                  <a:lnTo>
                    <a:pt x="311315" y="7620"/>
                  </a:lnTo>
                  <a:lnTo>
                    <a:pt x="311315" y="7226"/>
                  </a:lnTo>
                  <a:lnTo>
                    <a:pt x="31131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7557000" y="2959189"/>
              <a:ext cx="40005" cy="92710"/>
            </a:xfrm>
            <a:custGeom>
              <a:avLst/>
              <a:gdLst/>
              <a:ahLst/>
              <a:cxnLst/>
              <a:rect l="l" t="t" r="r" b="b"/>
              <a:pathLst>
                <a:path w="40004" h="92710">
                  <a:moveTo>
                    <a:pt x="39582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9582" y="0"/>
                  </a:lnTo>
                  <a:lnTo>
                    <a:pt x="39582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7553655" y="2955302"/>
              <a:ext cx="46355" cy="99060"/>
            </a:xfrm>
            <a:custGeom>
              <a:avLst/>
              <a:gdLst/>
              <a:ahLst/>
              <a:cxnLst/>
              <a:rect l="l" t="t" r="r" b="b"/>
              <a:pathLst>
                <a:path w="46354" h="99060">
                  <a:moveTo>
                    <a:pt x="4625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92710"/>
                  </a:lnTo>
                  <a:lnTo>
                    <a:pt x="0" y="99060"/>
                  </a:lnTo>
                  <a:lnTo>
                    <a:pt x="46253" y="99060"/>
                  </a:lnTo>
                  <a:lnTo>
                    <a:pt x="46253" y="92710"/>
                  </a:lnTo>
                  <a:lnTo>
                    <a:pt x="6667" y="92710"/>
                  </a:lnTo>
                  <a:lnTo>
                    <a:pt x="6667" y="7620"/>
                  </a:lnTo>
                  <a:lnTo>
                    <a:pt x="39179" y="7620"/>
                  </a:lnTo>
                  <a:lnTo>
                    <a:pt x="39179" y="92659"/>
                  </a:lnTo>
                  <a:lnTo>
                    <a:pt x="46253" y="92659"/>
                  </a:lnTo>
                  <a:lnTo>
                    <a:pt x="46253" y="7620"/>
                  </a:lnTo>
                  <a:lnTo>
                    <a:pt x="46253" y="7226"/>
                  </a:lnTo>
                  <a:lnTo>
                    <a:pt x="4625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8213380" y="297794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23336" y="46258"/>
                  </a:moveTo>
                  <a:lnTo>
                    <a:pt x="14242" y="44434"/>
                  </a:lnTo>
                  <a:lnTo>
                    <a:pt x="6825" y="39484"/>
                  </a:lnTo>
                  <a:lnTo>
                    <a:pt x="1830" y="32191"/>
                  </a:lnTo>
                  <a:lnTo>
                    <a:pt x="0" y="23336"/>
                  </a:lnTo>
                  <a:lnTo>
                    <a:pt x="1830" y="14237"/>
                  </a:lnTo>
                  <a:lnTo>
                    <a:pt x="6825" y="6821"/>
                  </a:lnTo>
                  <a:lnTo>
                    <a:pt x="14242" y="1828"/>
                  </a:lnTo>
                  <a:lnTo>
                    <a:pt x="23336" y="0"/>
                  </a:lnTo>
                  <a:lnTo>
                    <a:pt x="32190" y="1828"/>
                  </a:lnTo>
                  <a:lnTo>
                    <a:pt x="39484" y="6821"/>
                  </a:lnTo>
                  <a:lnTo>
                    <a:pt x="44434" y="14237"/>
                  </a:lnTo>
                  <a:lnTo>
                    <a:pt x="46258" y="23336"/>
                  </a:lnTo>
                  <a:lnTo>
                    <a:pt x="44434" y="32191"/>
                  </a:lnTo>
                  <a:lnTo>
                    <a:pt x="39484" y="39484"/>
                  </a:lnTo>
                  <a:lnTo>
                    <a:pt x="32190" y="44434"/>
                  </a:lnTo>
                  <a:lnTo>
                    <a:pt x="23336" y="46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8210047" y="2974617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26668" y="53337"/>
                  </a:moveTo>
                  <a:lnTo>
                    <a:pt x="16173" y="51221"/>
                  </a:lnTo>
                  <a:lnTo>
                    <a:pt x="7709" y="45472"/>
                  </a:lnTo>
                  <a:lnTo>
                    <a:pt x="2057" y="36989"/>
                  </a:lnTo>
                  <a:lnTo>
                    <a:pt x="0" y="26668"/>
                  </a:lnTo>
                  <a:lnTo>
                    <a:pt x="2057" y="16173"/>
                  </a:lnTo>
                  <a:lnTo>
                    <a:pt x="7709" y="7709"/>
                  </a:lnTo>
                  <a:lnTo>
                    <a:pt x="16173" y="2057"/>
                  </a:lnTo>
                  <a:lnTo>
                    <a:pt x="26668" y="0"/>
                  </a:lnTo>
                  <a:lnTo>
                    <a:pt x="36989" y="2057"/>
                  </a:lnTo>
                  <a:lnTo>
                    <a:pt x="43904" y="6664"/>
                  </a:lnTo>
                  <a:lnTo>
                    <a:pt x="26668" y="6664"/>
                  </a:lnTo>
                  <a:lnTo>
                    <a:pt x="18795" y="8265"/>
                  </a:lnTo>
                  <a:lnTo>
                    <a:pt x="12446" y="12602"/>
                  </a:lnTo>
                  <a:lnTo>
                    <a:pt x="8207" y="18970"/>
                  </a:lnTo>
                  <a:lnTo>
                    <a:pt x="6664" y="26668"/>
                  </a:lnTo>
                  <a:lnTo>
                    <a:pt x="8207" y="34302"/>
                  </a:lnTo>
                  <a:lnTo>
                    <a:pt x="12446" y="40528"/>
                  </a:lnTo>
                  <a:lnTo>
                    <a:pt x="18795" y="44722"/>
                  </a:lnTo>
                  <a:lnTo>
                    <a:pt x="26668" y="46258"/>
                  </a:lnTo>
                  <a:lnTo>
                    <a:pt x="44313" y="46258"/>
                  </a:lnTo>
                  <a:lnTo>
                    <a:pt x="36989" y="51221"/>
                  </a:lnTo>
                  <a:lnTo>
                    <a:pt x="26668" y="53337"/>
                  </a:lnTo>
                  <a:close/>
                </a:path>
                <a:path w="53340" h="53339">
                  <a:moveTo>
                    <a:pt x="44313" y="46258"/>
                  </a:moveTo>
                  <a:lnTo>
                    <a:pt x="26668" y="46258"/>
                  </a:lnTo>
                  <a:lnTo>
                    <a:pt x="34302" y="44722"/>
                  </a:lnTo>
                  <a:lnTo>
                    <a:pt x="40528" y="40528"/>
                  </a:lnTo>
                  <a:lnTo>
                    <a:pt x="44722" y="34302"/>
                  </a:lnTo>
                  <a:lnTo>
                    <a:pt x="46258" y="26668"/>
                  </a:lnTo>
                  <a:lnTo>
                    <a:pt x="44722" y="18970"/>
                  </a:lnTo>
                  <a:lnTo>
                    <a:pt x="40528" y="12602"/>
                  </a:lnTo>
                  <a:lnTo>
                    <a:pt x="34302" y="8265"/>
                  </a:lnTo>
                  <a:lnTo>
                    <a:pt x="26668" y="6664"/>
                  </a:lnTo>
                  <a:lnTo>
                    <a:pt x="43904" y="6664"/>
                  </a:lnTo>
                  <a:lnTo>
                    <a:pt x="45472" y="7709"/>
                  </a:lnTo>
                  <a:lnTo>
                    <a:pt x="51221" y="16173"/>
                  </a:lnTo>
                  <a:lnTo>
                    <a:pt x="53337" y="26668"/>
                  </a:lnTo>
                  <a:lnTo>
                    <a:pt x="51221" y="36989"/>
                  </a:lnTo>
                  <a:lnTo>
                    <a:pt x="45472" y="45472"/>
                  </a:lnTo>
                  <a:lnTo>
                    <a:pt x="44313" y="4625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8304225" y="297794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23349" y="46258"/>
                  </a:moveTo>
                  <a:lnTo>
                    <a:pt x="14248" y="44434"/>
                  </a:lnTo>
                  <a:lnTo>
                    <a:pt x="6827" y="39484"/>
                  </a:lnTo>
                  <a:lnTo>
                    <a:pt x="1830" y="32191"/>
                  </a:lnTo>
                  <a:lnTo>
                    <a:pt x="0" y="23336"/>
                  </a:lnTo>
                  <a:lnTo>
                    <a:pt x="1830" y="14237"/>
                  </a:lnTo>
                  <a:lnTo>
                    <a:pt x="6827" y="6821"/>
                  </a:lnTo>
                  <a:lnTo>
                    <a:pt x="14248" y="1828"/>
                  </a:lnTo>
                  <a:lnTo>
                    <a:pt x="23349" y="0"/>
                  </a:lnTo>
                  <a:lnTo>
                    <a:pt x="32377" y="1828"/>
                  </a:lnTo>
                  <a:lnTo>
                    <a:pt x="39647" y="6821"/>
                  </a:lnTo>
                  <a:lnTo>
                    <a:pt x="44495" y="14237"/>
                  </a:lnTo>
                  <a:lnTo>
                    <a:pt x="46259" y="23336"/>
                  </a:lnTo>
                  <a:lnTo>
                    <a:pt x="44495" y="32191"/>
                  </a:lnTo>
                  <a:lnTo>
                    <a:pt x="39647" y="39484"/>
                  </a:lnTo>
                  <a:lnTo>
                    <a:pt x="32377" y="44434"/>
                  </a:lnTo>
                  <a:lnTo>
                    <a:pt x="23349" y="46258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8300893" y="2974617"/>
              <a:ext cx="53975" cy="53340"/>
            </a:xfrm>
            <a:custGeom>
              <a:avLst/>
              <a:gdLst/>
              <a:ahLst/>
              <a:cxnLst/>
              <a:rect l="l" t="t" r="r" b="b"/>
              <a:pathLst>
                <a:path w="53975" h="53339">
                  <a:moveTo>
                    <a:pt x="26681" y="53337"/>
                  </a:moveTo>
                  <a:lnTo>
                    <a:pt x="16179" y="51221"/>
                  </a:lnTo>
                  <a:lnTo>
                    <a:pt x="7711" y="45472"/>
                  </a:lnTo>
                  <a:lnTo>
                    <a:pt x="2057" y="36989"/>
                  </a:lnTo>
                  <a:lnTo>
                    <a:pt x="0" y="26668"/>
                  </a:lnTo>
                  <a:lnTo>
                    <a:pt x="2057" y="16173"/>
                  </a:lnTo>
                  <a:lnTo>
                    <a:pt x="7711" y="7709"/>
                  </a:lnTo>
                  <a:lnTo>
                    <a:pt x="16179" y="2057"/>
                  </a:lnTo>
                  <a:lnTo>
                    <a:pt x="26681" y="0"/>
                  </a:lnTo>
                  <a:lnTo>
                    <a:pt x="37002" y="2057"/>
                  </a:lnTo>
                  <a:lnTo>
                    <a:pt x="43917" y="6664"/>
                  </a:lnTo>
                  <a:lnTo>
                    <a:pt x="26681" y="6664"/>
                  </a:lnTo>
                  <a:lnTo>
                    <a:pt x="18983" y="8265"/>
                  </a:lnTo>
                  <a:lnTo>
                    <a:pt x="12614" y="12602"/>
                  </a:lnTo>
                  <a:lnTo>
                    <a:pt x="8278" y="18970"/>
                  </a:lnTo>
                  <a:lnTo>
                    <a:pt x="6676" y="26668"/>
                  </a:lnTo>
                  <a:lnTo>
                    <a:pt x="8278" y="34302"/>
                  </a:lnTo>
                  <a:lnTo>
                    <a:pt x="12614" y="40528"/>
                  </a:lnTo>
                  <a:lnTo>
                    <a:pt x="18983" y="44722"/>
                  </a:lnTo>
                  <a:lnTo>
                    <a:pt x="26681" y="46258"/>
                  </a:lnTo>
                  <a:lnTo>
                    <a:pt x="44326" y="46258"/>
                  </a:lnTo>
                  <a:lnTo>
                    <a:pt x="37002" y="51221"/>
                  </a:lnTo>
                  <a:lnTo>
                    <a:pt x="26681" y="53337"/>
                  </a:lnTo>
                  <a:close/>
                </a:path>
                <a:path w="53975" h="53339">
                  <a:moveTo>
                    <a:pt x="44326" y="46258"/>
                  </a:moveTo>
                  <a:lnTo>
                    <a:pt x="26681" y="46258"/>
                  </a:lnTo>
                  <a:lnTo>
                    <a:pt x="34308" y="44722"/>
                  </a:lnTo>
                  <a:lnTo>
                    <a:pt x="40530" y="40528"/>
                  </a:lnTo>
                  <a:lnTo>
                    <a:pt x="44722" y="34302"/>
                  </a:lnTo>
                  <a:lnTo>
                    <a:pt x="46259" y="26668"/>
                  </a:lnTo>
                  <a:lnTo>
                    <a:pt x="44722" y="18970"/>
                  </a:lnTo>
                  <a:lnTo>
                    <a:pt x="40530" y="12602"/>
                  </a:lnTo>
                  <a:lnTo>
                    <a:pt x="34308" y="8265"/>
                  </a:lnTo>
                  <a:lnTo>
                    <a:pt x="26681" y="6664"/>
                  </a:lnTo>
                  <a:lnTo>
                    <a:pt x="43917" y="6664"/>
                  </a:lnTo>
                  <a:lnTo>
                    <a:pt x="45486" y="7709"/>
                  </a:lnTo>
                  <a:lnTo>
                    <a:pt x="51234" y="16173"/>
                  </a:lnTo>
                  <a:lnTo>
                    <a:pt x="53350" y="26668"/>
                  </a:lnTo>
                  <a:lnTo>
                    <a:pt x="51234" y="36989"/>
                  </a:lnTo>
                  <a:lnTo>
                    <a:pt x="45486" y="45472"/>
                  </a:lnTo>
                  <a:lnTo>
                    <a:pt x="44326" y="4625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8077933" y="297794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23337" y="46258"/>
                  </a:moveTo>
                  <a:lnTo>
                    <a:pt x="14243" y="44434"/>
                  </a:lnTo>
                  <a:lnTo>
                    <a:pt x="6826" y="39484"/>
                  </a:lnTo>
                  <a:lnTo>
                    <a:pt x="1830" y="32191"/>
                  </a:lnTo>
                  <a:lnTo>
                    <a:pt x="0" y="23336"/>
                  </a:lnTo>
                  <a:lnTo>
                    <a:pt x="1830" y="14237"/>
                  </a:lnTo>
                  <a:lnTo>
                    <a:pt x="6826" y="6821"/>
                  </a:lnTo>
                  <a:lnTo>
                    <a:pt x="14243" y="1828"/>
                  </a:lnTo>
                  <a:lnTo>
                    <a:pt x="23337" y="0"/>
                  </a:lnTo>
                  <a:lnTo>
                    <a:pt x="32191" y="1828"/>
                  </a:lnTo>
                  <a:lnTo>
                    <a:pt x="39485" y="6821"/>
                  </a:lnTo>
                  <a:lnTo>
                    <a:pt x="44435" y="14237"/>
                  </a:lnTo>
                  <a:lnTo>
                    <a:pt x="46259" y="23336"/>
                  </a:lnTo>
                  <a:lnTo>
                    <a:pt x="44435" y="32191"/>
                  </a:lnTo>
                  <a:lnTo>
                    <a:pt x="39485" y="39484"/>
                  </a:lnTo>
                  <a:lnTo>
                    <a:pt x="32191" y="44434"/>
                  </a:lnTo>
                  <a:lnTo>
                    <a:pt x="23337" y="46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7544486" y="2974619"/>
              <a:ext cx="810260" cy="189230"/>
            </a:xfrm>
            <a:custGeom>
              <a:avLst/>
              <a:gdLst/>
              <a:ahLst/>
              <a:cxnLst/>
              <a:rect l="l" t="t" r="r" b="b"/>
              <a:pathLst>
                <a:path w="810259" h="189230">
                  <a:moveTo>
                    <a:pt x="583450" y="26670"/>
                  </a:moveTo>
                  <a:lnTo>
                    <a:pt x="581329" y="16179"/>
                  </a:lnTo>
                  <a:lnTo>
                    <a:pt x="576364" y="8877"/>
                  </a:lnTo>
                  <a:lnTo>
                    <a:pt x="576364" y="26670"/>
                  </a:lnTo>
                  <a:lnTo>
                    <a:pt x="574827" y="34302"/>
                  </a:lnTo>
                  <a:lnTo>
                    <a:pt x="570636" y="40538"/>
                  </a:lnTo>
                  <a:lnTo>
                    <a:pt x="564413" y="44729"/>
                  </a:lnTo>
                  <a:lnTo>
                    <a:pt x="556780" y="46266"/>
                  </a:lnTo>
                  <a:lnTo>
                    <a:pt x="549084" y="44729"/>
                  </a:lnTo>
                  <a:lnTo>
                    <a:pt x="542709" y="40538"/>
                  </a:lnTo>
                  <a:lnTo>
                    <a:pt x="538378" y="34302"/>
                  </a:lnTo>
                  <a:lnTo>
                    <a:pt x="536778" y="26670"/>
                  </a:lnTo>
                  <a:lnTo>
                    <a:pt x="538378" y="18973"/>
                  </a:lnTo>
                  <a:lnTo>
                    <a:pt x="542709" y="12611"/>
                  </a:lnTo>
                  <a:lnTo>
                    <a:pt x="549084" y="8267"/>
                  </a:lnTo>
                  <a:lnTo>
                    <a:pt x="556780" y="6667"/>
                  </a:lnTo>
                  <a:lnTo>
                    <a:pt x="564413" y="8267"/>
                  </a:lnTo>
                  <a:lnTo>
                    <a:pt x="570636" y="12611"/>
                  </a:lnTo>
                  <a:lnTo>
                    <a:pt x="574827" y="18973"/>
                  </a:lnTo>
                  <a:lnTo>
                    <a:pt x="576364" y="26670"/>
                  </a:lnTo>
                  <a:lnTo>
                    <a:pt x="576364" y="8877"/>
                  </a:lnTo>
                  <a:lnTo>
                    <a:pt x="575576" y="7708"/>
                  </a:lnTo>
                  <a:lnTo>
                    <a:pt x="574014" y="6667"/>
                  </a:lnTo>
                  <a:lnTo>
                    <a:pt x="567093" y="2057"/>
                  </a:lnTo>
                  <a:lnTo>
                    <a:pt x="556780" y="0"/>
                  </a:lnTo>
                  <a:lnTo>
                    <a:pt x="546277" y="2057"/>
                  </a:lnTo>
                  <a:lnTo>
                    <a:pt x="537819" y="7708"/>
                  </a:lnTo>
                  <a:lnTo>
                    <a:pt x="532168" y="16179"/>
                  </a:lnTo>
                  <a:lnTo>
                    <a:pt x="530110" y="26670"/>
                  </a:lnTo>
                  <a:lnTo>
                    <a:pt x="532168" y="36995"/>
                  </a:lnTo>
                  <a:lnTo>
                    <a:pt x="537819" y="45478"/>
                  </a:lnTo>
                  <a:lnTo>
                    <a:pt x="546277" y="51231"/>
                  </a:lnTo>
                  <a:lnTo>
                    <a:pt x="556780" y="53340"/>
                  </a:lnTo>
                  <a:lnTo>
                    <a:pt x="567093" y="51231"/>
                  </a:lnTo>
                  <a:lnTo>
                    <a:pt x="574421" y="46266"/>
                  </a:lnTo>
                  <a:lnTo>
                    <a:pt x="575576" y="45478"/>
                  </a:lnTo>
                  <a:lnTo>
                    <a:pt x="581329" y="36995"/>
                  </a:lnTo>
                  <a:lnTo>
                    <a:pt x="583450" y="26670"/>
                  </a:lnTo>
                  <a:close/>
                </a:path>
                <a:path w="810259" h="189230">
                  <a:moveTo>
                    <a:pt x="809752" y="121653"/>
                  </a:moveTo>
                  <a:lnTo>
                    <a:pt x="0" y="121653"/>
                  </a:lnTo>
                  <a:lnTo>
                    <a:pt x="0" y="128003"/>
                  </a:lnTo>
                  <a:lnTo>
                    <a:pt x="0" y="185140"/>
                  </a:lnTo>
                  <a:lnTo>
                    <a:pt x="0" y="189204"/>
                  </a:lnTo>
                  <a:lnTo>
                    <a:pt x="3759" y="189204"/>
                  </a:lnTo>
                  <a:lnTo>
                    <a:pt x="805992" y="189204"/>
                  </a:lnTo>
                  <a:lnTo>
                    <a:pt x="809752" y="189204"/>
                  </a:lnTo>
                  <a:lnTo>
                    <a:pt x="809752" y="185458"/>
                  </a:lnTo>
                  <a:lnTo>
                    <a:pt x="809752" y="185140"/>
                  </a:lnTo>
                  <a:lnTo>
                    <a:pt x="809752" y="128003"/>
                  </a:lnTo>
                  <a:lnTo>
                    <a:pt x="809752" y="12165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7515318" y="3163815"/>
              <a:ext cx="868680" cy="187960"/>
            </a:xfrm>
            <a:custGeom>
              <a:avLst/>
              <a:gdLst/>
              <a:ahLst/>
              <a:cxnLst/>
              <a:rect l="l" t="t" r="r" b="b"/>
              <a:pathLst>
                <a:path w="868679" h="187960">
                  <a:moveTo>
                    <a:pt x="868512" y="187953"/>
                  </a:moveTo>
                  <a:lnTo>
                    <a:pt x="0" y="187953"/>
                  </a:lnTo>
                  <a:lnTo>
                    <a:pt x="0" y="0"/>
                  </a:lnTo>
                  <a:lnTo>
                    <a:pt x="868512" y="0"/>
                  </a:lnTo>
                  <a:lnTo>
                    <a:pt x="868512" y="1879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511567" y="3159772"/>
              <a:ext cx="875665" cy="195580"/>
            </a:xfrm>
            <a:custGeom>
              <a:avLst/>
              <a:gdLst/>
              <a:ahLst/>
              <a:cxnLst/>
              <a:rect l="l" t="t" r="r" b="b"/>
              <a:pathLst>
                <a:path w="875665" h="195579">
                  <a:moveTo>
                    <a:pt x="875588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89230"/>
                  </a:lnTo>
                  <a:lnTo>
                    <a:pt x="0" y="195580"/>
                  </a:lnTo>
                  <a:lnTo>
                    <a:pt x="875588" y="195580"/>
                  </a:lnTo>
                  <a:lnTo>
                    <a:pt x="875588" y="189230"/>
                  </a:lnTo>
                  <a:lnTo>
                    <a:pt x="7073" y="189230"/>
                  </a:lnTo>
                  <a:lnTo>
                    <a:pt x="7073" y="7620"/>
                  </a:lnTo>
                  <a:lnTo>
                    <a:pt x="868514" y="7620"/>
                  </a:lnTo>
                  <a:lnTo>
                    <a:pt x="868514" y="188671"/>
                  </a:lnTo>
                  <a:lnTo>
                    <a:pt x="875588" y="188671"/>
                  </a:lnTo>
                  <a:lnTo>
                    <a:pt x="875588" y="7620"/>
                  </a:lnTo>
                  <a:lnTo>
                    <a:pt x="875588" y="7378"/>
                  </a:lnTo>
                  <a:lnTo>
                    <a:pt x="87558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7774955" y="3211747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0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0" y="0"/>
                  </a:lnTo>
                  <a:lnTo>
                    <a:pt x="49590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771613" y="3208032"/>
              <a:ext cx="56515" cy="99060"/>
            </a:xfrm>
            <a:custGeom>
              <a:avLst/>
              <a:gdLst/>
              <a:ahLst/>
              <a:cxnLst/>
              <a:rect l="l" t="t" r="r" b="b"/>
              <a:pathLst>
                <a:path w="56515" h="99060">
                  <a:moveTo>
                    <a:pt x="56261" y="0"/>
                  </a:moveTo>
                  <a:lnTo>
                    <a:pt x="49593" y="0"/>
                  </a:lnTo>
                  <a:lnTo>
                    <a:pt x="49593" y="7620"/>
                  </a:lnTo>
                  <a:lnTo>
                    <a:pt x="49593" y="91440"/>
                  </a:lnTo>
                  <a:lnTo>
                    <a:pt x="6667" y="91440"/>
                  </a:lnTo>
                  <a:lnTo>
                    <a:pt x="6667" y="7620"/>
                  </a:lnTo>
                  <a:lnTo>
                    <a:pt x="49593" y="7620"/>
                  </a:lnTo>
                  <a:lnTo>
                    <a:pt x="49593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56261" y="99060"/>
                  </a:lnTo>
                  <a:lnTo>
                    <a:pt x="56261" y="92062"/>
                  </a:lnTo>
                  <a:lnTo>
                    <a:pt x="56261" y="91440"/>
                  </a:lnTo>
                  <a:lnTo>
                    <a:pt x="56261" y="7620"/>
                  </a:lnTo>
                  <a:lnTo>
                    <a:pt x="56261" y="7048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7622836" y="3211747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603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603" y="0"/>
                  </a:lnTo>
                  <a:lnTo>
                    <a:pt x="49603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619505" y="3208032"/>
              <a:ext cx="56515" cy="99060"/>
            </a:xfrm>
            <a:custGeom>
              <a:avLst/>
              <a:gdLst/>
              <a:ahLst/>
              <a:cxnLst/>
              <a:rect l="l" t="t" r="r" b="b"/>
              <a:pathLst>
                <a:path w="56515" h="99060">
                  <a:moveTo>
                    <a:pt x="56261" y="0"/>
                  </a:moveTo>
                  <a:lnTo>
                    <a:pt x="49580" y="0"/>
                  </a:lnTo>
                  <a:lnTo>
                    <a:pt x="49580" y="7620"/>
                  </a:lnTo>
                  <a:lnTo>
                    <a:pt x="49580" y="91440"/>
                  </a:lnTo>
                  <a:lnTo>
                    <a:pt x="6667" y="91440"/>
                  </a:lnTo>
                  <a:lnTo>
                    <a:pt x="6667" y="7620"/>
                  </a:lnTo>
                  <a:lnTo>
                    <a:pt x="49580" y="7620"/>
                  </a:lnTo>
                  <a:lnTo>
                    <a:pt x="49580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56261" y="99060"/>
                  </a:lnTo>
                  <a:lnTo>
                    <a:pt x="56261" y="92062"/>
                  </a:lnTo>
                  <a:lnTo>
                    <a:pt x="56261" y="91440"/>
                  </a:lnTo>
                  <a:lnTo>
                    <a:pt x="56261" y="7620"/>
                  </a:lnTo>
                  <a:lnTo>
                    <a:pt x="56261" y="7048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7699109" y="3211747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1" y="0"/>
                  </a:lnTo>
                  <a:lnTo>
                    <a:pt x="4959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7695349" y="3208032"/>
              <a:ext cx="57150" cy="99060"/>
            </a:xfrm>
            <a:custGeom>
              <a:avLst/>
              <a:gdLst/>
              <a:ahLst/>
              <a:cxnLst/>
              <a:rect l="l" t="t" r="r" b="b"/>
              <a:pathLst>
                <a:path w="57150" h="99060">
                  <a:moveTo>
                    <a:pt x="56680" y="0"/>
                  </a:moveTo>
                  <a:lnTo>
                    <a:pt x="49593" y="0"/>
                  </a:lnTo>
                  <a:lnTo>
                    <a:pt x="49593" y="7620"/>
                  </a:lnTo>
                  <a:lnTo>
                    <a:pt x="49593" y="91440"/>
                  </a:lnTo>
                  <a:lnTo>
                    <a:pt x="7086" y="91440"/>
                  </a:lnTo>
                  <a:lnTo>
                    <a:pt x="7086" y="7620"/>
                  </a:lnTo>
                  <a:lnTo>
                    <a:pt x="49593" y="7620"/>
                  </a:lnTo>
                  <a:lnTo>
                    <a:pt x="49593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56680" y="99060"/>
                  </a:lnTo>
                  <a:lnTo>
                    <a:pt x="56680" y="92062"/>
                  </a:lnTo>
                  <a:lnTo>
                    <a:pt x="56680" y="91440"/>
                  </a:lnTo>
                  <a:lnTo>
                    <a:pt x="56680" y="7620"/>
                  </a:lnTo>
                  <a:lnTo>
                    <a:pt x="56680" y="7048"/>
                  </a:lnTo>
                  <a:lnTo>
                    <a:pt x="5668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7557000" y="3211747"/>
              <a:ext cx="40005" cy="92710"/>
            </a:xfrm>
            <a:custGeom>
              <a:avLst/>
              <a:gdLst/>
              <a:ahLst/>
              <a:cxnLst/>
              <a:rect l="l" t="t" r="r" b="b"/>
              <a:pathLst>
                <a:path w="40004" h="92710">
                  <a:moveTo>
                    <a:pt x="39582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9582" y="0"/>
                  </a:lnTo>
                  <a:lnTo>
                    <a:pt x="39582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7553655" y="3208032"/>
              <a:ext cx="46355" cy="99060"/>
            </a:xfrm>
            <a:custGeom>
              <a:avLst/>
              <a:gdLst/>
              <a:ahLst/>
              <a:cxnLst/>
              <a:rect l="l" t="t" r="r" b="b"/>
              <a:pathLst>
                <a:path w="46354" h="99060">
                  <a:moveTo>
                    <a:pt x="46253" y="0"/>
                  </a:moveTo>
                  <a:lnTo>
                    <a:pt x="39179" y="0"/>
                  </a:lnTo>
                  <a:lnTo>
                    <a:pt x="39179" y="7620"/>
                  </a:lnTo>
                  <a:lnTo>
                    <a:pt x="39179" y="91440"/>
                  </a:lnTo>
                  <a:lnTo>
                    <a:pt x="6667" y="91440"/>
                  </a:lnTo>
                  <a:lnTo>
                    <a:pt x="6667" y="7620"/>
                  </a:lnTo>
                  <a:lnTo>
                    <a:pt x="39179" y="7620"/>
                  </a:lnTo>
                  <a:lnTo>
                    <a:pt x="3917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46253" y="99060"/>
                  </a:lnTo>
                  <a:lnTo>
                    <a:pt x="46253" y="92062"/>
                  </a:lnTo>
                  <a:lnTo>
                    <a:pt x="46253" y="91440"/>
                  </a:lnTo>
                  <a:lnTo>
                    <a:pt x="46253" y="7620"/>
                  </a:lnTo>
                  <a:lnTo>
                    <a:pt x="46253" y="7048"/>
                  </a:lnTo>
                  <a:lnTo>
                    <a:pt x="4625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7850800" y="3211747"/>
              <a:ext cx="304800" cy="92710"/>
            </a:xfrm>
            <a:custGeom>
              <a:avLst/>
              <a:gdLst/>
              <a:ahLst/>
              <a:cxnLst/>
              <a:rect l="l" t="t" r="r" b="b"/>
              <a:pathLst>
                <a:path w="304800" h="92710">
                  <a:moveTo>
                    <a:pt x="30465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04651" y="0"/>
                  </a:lnTo>
                  <a:lnTo>
                    <a:pt x="30465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847457" y="3208032"/>
              <a:ext cx="311785" cy="99060"/>
            </a:xfrm>
            <a:custGeom>
              <a:avLst/>
              <a:gdLst/>
              <a:ahLst/>
              <a:cxnLst/>
              <a:rect l="l" t="t" r="r" b="b"/>
              <a:pathLst>
                <a:path w="311784" h="99060">
                  <a:moveTo>
                    <a:pt x="311315" y="0"/>
                  </a:moveTo>
                  <a:lnTo>
                    <a:pt x="304660" y="0"/>
                  </a:lnTo>
                  <a:lnTo>
                    <a:pt x="304660" y="7620"/>
                  </a:lnTo>
                  <a:lnTo>
                    <a:pt x="304660" y="91440"/>
                  </a:lnTo>
                  <a:lnTo>
                    <a:pt x="7099" y="91440"/>
                  </a:lnTo>
                  <a:lnTo>
                    <a:pt x="7099" y="7620"/>
                  </a:lnTo>
                  <a:lnTo>
                    <a:pt x="304660" y="7620"/>
                  </a:lnTo>
                  <a:lnTo>
                    <a:pt x="304660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311315" y="99060"/>
                  </a:lnTo>
                  <a:lnTo>
                    <a:pt x="311315" y="92062"/>
                  </a:lnTo>
                  <a:lnTo>
                    <a:pt x="311315" y="91440"/>
                  </a:lnTo>
                  <a:lnTo>
                    <a:pt x="311315" y="7620"/>
                  </a:lnTo>
                  <a:lnTo>
                    <a:pt x="311315" y="7048"/>
                  </a:lnTo>
                  <a:lnTo>
                    <a:pt x="31131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8213380" y="3230494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336" y="46259"/>
                  </a:moveTo>
                  <a:lnTo>
                    <a:pt x="14242" y="44437"/>
                  </a:lnTo>
                  <a:lnTo>
                    <a:pt x="6825" y="39489"/>
                  </a:lnTo>
                  <a:lnTo>
                    <a:pt x="1830" y="32196"/>
                  </a:lnTo>
                  <a:lnTo>
                    <a:pt x="0" y="23337"/>
                  </a:lnTo>
                  <a:lnTo>
                    <a:pt x="1830" y="14242"/>
                  </a:lnTo>
                  <a:lnTo>
                    <a:pt x="6825" y="6826"/>
                  </a:lnTo>
                  <a:lnTo>
                    <a:pt x="14242" y="1830"/>
                  </a:lnTo>
                  <a:lnTo>
                    <a:pt x="23336" y="0"/>
                  </a:lnTo>
                  <a:lnTo>
                    <a:pt x="32190" y="1830"/>
                  </a:lnTo>
                  <a:lnTo>
                    <a:pt x="39484" y="6826"/>
                  </a:lnTo>
                  <a:lnTo>
                    <a:pt x="44434" y="14242"/>
                  </a:lnTo>
                  <a:lnTo>
                    <a:pt x="46258" y="23337"/>
                  </a:lnTo>
                  <a:lnTo>
                    <a:pt x="44434" y="32196"/>
                  </a:lnTo>
                  <a:lnTo>
                    <a:pt x="39484" y="39489"/>
                  </a:lnTo>
                  <a:lnTo>
                    <a:pt x="32190" y="44437"/>
                  </a:lnTo>
                  <a:lnTo>
                    <a:pt x="23336" y="4625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8210047" y="3227162"/>
              <a:ext cx="53340" cy="53975"/>
            </a:xfrm>
            <a:custGeom>
              <a:avLst/>
              <a:gdLst/>
              <a:ahLst/>
              <a:cxnLst/>
              <a:rect l="l" t="t" r="r" b="b"/>
              <a:pathLst>
                <a:path w="53340" h="53975">
                  <a:moveTo>
                    <a:pt x="26668" y="53351"/>
                  </a:moveTo>
                  <a:lnTo>
                    <a:pt x="16173" y="51233"/>
                  </a:lnTo>
                  <a:lnTo>
                    <a:pt x="7709" y="45479"/>
                  </a:lnTo>
                  <a:lnTo>
                    <a:pt x="2057" y="36991"/>
                  </a:lnTo>
                  <a:lnTo>
                    <a:pt x="0" y="26669"/>
                  </a:lnTo>
                  <a:lnTo>
                    <a:pt x="2057" y="16173"/>
                  </a:lnTo>
                  <a:lnTo>
                    <a:pt x="7709" y="7709"/>
                  </a:lnTo>
                  <a:lnTo>
                    <a:pt x="16173" y="2057"/>
                  </a:lnTo>
                  <a:lnTo>
                    <a:pt x="26668" y="0"/>
                  </a:lnTo>
                  <a:lnTo>
                    <a:pt x="36989" y="2057"/>
                  </a:lnTo>
                  <a:lnTo>
                    <a:pt x="43903" y="6663"/>
                  </a:lnTo>
                  <a:lnTo>
                    <a:pt x="26668" y="6663"/>
                  </a:lnTo>
                  <a:lnTo>
                    <a:pt x="18795" y="8207"/>
                  </a:lnTo>
                  <a:lnTo>
                    <a:pt x="12446" y="12446"/>
                  </a:lnTo>
                  <a:lnTo>
                    <a:pt x="8207" y="18795"/>
                  </a:lnTo>
                  <a:lnTo>
                    <a:pt x="6664" y="26669"/>
                  </a:lnTo>
                  <a:lnTo>
                    <a:pt x="8207" y="34302"/>
                  </a:lnTo>
                  <a:lnTo>
                    <a:pt x="12446" y="40528"/>
                  </a:lnTo>
                  <a:lnTo>
                    <a:pt x="18795" y="44722"/>
                  </a:lnTo>
                  <a:lnTo>
                    <a:pt x="26668" y="46259"/>
                  </a:lnTo>
                  <a:lnTo>
                    <a:pt x="44323" y="46259"/>
                  </a:lnTo>
                  <a:lnTo>
                    <a:pt x="36989" y="51233"/>
                  </a:lnTo>
                  <a:lnTo>
                    <a:pt x="26668" y="53351"/>
                  </a:lnTo>
                  <a:close/>
                </a:path>
                <a:path w="53340" h="53975">
                  <a:moveTo>
                    <a:pt x="44323" y="46259"/>
                  </a:moveTo>
                  <a:lnTo>
                    <a:pt x="26668" y="46259"/>
                  </a:lnTo>
                  <a:lnTo>
                    <a:pt x="34302" y="44722"/>
                  </a:lnTo>
                  <a:lnTo>
                    <a:pt x="40528" y="40528"/>
                  </a:lnTo>
                  <a:lnTo>
                    <a:pt x="44722" y="34302"/>
                  </a:lnTo>
                  <a:lnTo>
                    <a:pt x="46258" y="26669"/>
                  </a:lnTo>
                  <a:lnTo>
                    <a:pt x="44722" y="18795"/>
                  </a:lnTo>
                  <a:lnTo>
                    <a:pt x="40528" y="12446"/>
                  </a:lnTo>
                  <a:lnTo>
                    <a:pt x="34302" y="8207"/>
                  </a:lnTo>
                  <a:lnTo>
                    <a:pt x="26668" y="6663"/>
                  </a:lnTo>
                  <a:lnTo>
                    <a:pt x="43903" y="6663"/>
                  </a:lnTo>
                  <a:lnTo>
                    <a:pt x="45472" y="7709"/>
                  </a:lnTo>
                  <a:lnTo>
                    <a:pt x="51221" y="16173"/>
                  </a:lnTo>
                  <a:lnTo>
                    <a:pt x="53337" y="26669"/>
                  </a:lnTo>
                  <a:lnTo>
                    <a:pt x="51221" y="36991"/>
                  </a:lnTo>
                  <a:lnTo>
                    <a:pt x="45472" y="45479"/>
                  </a:lnTo>
                  <a:lnTo>
                    <a:pt x="44323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8304225" y="3230494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349" y="46259"/>
                  </a:moveTo>
                  <a:lnTo>
                    <a:pt x="14248" y="44437"/>
                  </a:lnTo>
                  <a:lnTo>
                    <a:pt x="6827" y="39489"/>
                  </a:lnTo>
                  <a:lnTo>
                    <a:pt x="1830" y="32196"/>
                  </a:lnTo>
                  <a:lnTo>
                    <a:pt x="0" y="23337"/>
                  </a:lnTo>
                  <a:lnTo>
                    <a:pt x="1830" y="14242"/>
                  </a:lnTo>
                  <a:lnTo>
                    <a:pt x="6827" y="6826"/>
                  </a:lnTo>
                  <a:lnTo>
                    <a:pt x="14248" y="1830"/>
                  </a:lnTo>
                  <a:lnTo>
                    <a:pt x="23349" y="0"/>
                  </a:lnTo>
                  <a:lnTo>
                    <a:pt x="32377" y="1830"/>
                  </a:lnTo>
                  <a:lnTo>
                    <a:pt x="39647" y="6826"/>
                  </a:lnTo>
                  <a:lnTo>
                    <a:pt x="44495" y="14242"/>
                  </a:lnTo>
                  <a:lnTo>
                    <a:pt x="46259" y="23337"/>
                  </a:lnTo>
                  <a:lnTo>
                    <a:pt x="44495" y="32196"/>
                  </a:lnTo>
                  <a:lnTo>
                    <a:pt x="39647" y="39489"/>
                  </a:lnTo>
                  <a:lnTo>
                    <a:pt x="32377" y="44437"/>
                  </a:lnTo>
                  <a:lnTo>
                    <a:pt x="23349" y="462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8300893" y="3227162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26681" y="53351"/>
                  </a:moveTo>
                  <a:lnTo>
                    <a:pt x="16179" y="51233"/>
                  </a:lnTo>
                  <a:lnTo>
                    <a:pt x="7711" y="45479"/>
                  </a:lnTo>
                  <a:lnTo>
                    <a:pt x="2057" y="36991"/>
                  </a:lnTo>
                  <a:lnTo>
                    <a:pt x="0" y="26669"/>
                  </a:lnTo>
                  <a:lnTo>
                    <a:pt x="2057" y="16173"/>
                  </a:lnTo>
                  <a:lnTo>
                    <a:pt x="7711" y="7709"/>
                  </a:lnTo>
                  <a:lnTo>
                    <a:pt x="16179" y="2057"/>
                  </a:lnTo>
                  <a:lnTo>
                    <a:pt x="26681" y="0"/>
                  </a:lnTo>
                  <a:lnTo>
                    <a:pt x="37002" y="2057"/>
                  </a:lnTo>
                  <a:lnTo>
                    <a:pt x="43917" y="6663"/>
                  </a:lnTo>
                  <a:lnTo>
                    <a:pt x="26681" y="6663"/>
                  </a:lnTo>
                  <a:lnTo>
                    <a:pt x="18983" y="8207"/>
                  </a:lnTo>
                  <a:lnTo>
                    <a:pt x="12614" y="12446"/>
                  </a:lnTo>
                  <a:lnTo>
                    <a:pt x="8278" y="18795"/>
                  </a:lnTo>
                  <a:lnTo>
                    <a:pt x="6676" y="26669"/>
                  </a:lnTo>
                  <a:lnTo>
                    <a:pt x="8278" y="34302"/>
                  </a:lnTo>
                  <a:lnTo>
                    <a:pt x="12614" y="40528"/>
                  </a:lnTo>
                  <a:lnTo>
                    <a:pt x="18983" y="44722"/>
                  </a:lnTo>
                  <a:lnTo>
                    <a:pt x="26681" y="46259"/>
                  </a:lnTo>
                  <a:lnTo>
                    <a:pt x="44336" y="46259"/>
                  </a:lnTo>
                  <a:lnTo>
                    <a:pt x="37002" y="51233"/>
                  </a:lnTo>
                  <a:lnTo>
                    <a:pt x="26681" y="53351"/>
                  </a:lnTo>
                  <a:close/>
                </a:path>
                <a:path w="53975" h="53975">
                  <a:moveTo>
                    <a:pt x="44336" y="46259"/>
                  </a:moveTo>
                  <a:lnTo>
                    <a:pt x="26681" y="46259"/>
                  </a:lnTo>
                  <a:lnTo>
                    <a:pt x="34308" y="44722"/>
                  </a:lnTo>
                  <a:lnTo>
                    <a:pt x="40530" y="40528"/>
                  </a:lnTo>
                  <a:lnTo>
                    <a:pt x="44722" y="34302"/>
                  </a:lnTo>
                  <a:lnTo>
                    <a:pt x="46259" y="26669"/>
                  </a:lnTo>
                  <a:lnTo>
                    <a:pt x="44722" y="18795"/>
                  </a:lnTo>
                  <a:lnTo>
                    <a:pt x="40530" y="12446"/>
                  </a:lnTo>
                  <a:lnTo>
                    <a:pt x="34308" y="8207"/>
                  </a:lnTo>
                  <a:lnTo>
                    <a:pt x="26681" y="6663"/>
                  </a:lnTo>
                  <a:lnTo>
                    <a:pt x="43917" y="6663"/>
                  </a:lnTo>
                  <a:lnTo>
                    <a:pt x="45486" y="7709"/>
                  </a:lnTo>
                  <a:lnTo>
                    <a:pt x="51234" y="16173"/>
                  </a:lnTo>
                  <a:lnTo>
                    <a:pt x="53350" y="26669"/>
                  </a:lnTo>
                  <a:lnTo>
                    <a:pt x="51234" y="36991"/>
                  </a:lnTo>
                  <a:lnTo>
                    <a:pt x="45486" y="45479"/>
                  </a:lnTo>
                  <a:lnTo>
                    <a:pt x="44336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077933" y="3230494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337" y="46259"/>
                  </a:moveTo>
                  <a:lnTo>
                    <a:pt x="14243" y="44437"/>
                  </a:lnTo>
                  <a:lnTo>
                    <a:pt x="6826" y="39489"/>
                  </a:lnTo>
                  <a:lnTo>
                    <a:pt x="1830" y="32196"/>
                  </a:lnTo>
                  <a:lnTo>
                    <a:pt x="0" y="23337"/>
                  </a:lnTo>
                  <a:lnTo>
                    <a:pt x="1830" y="14242"/>
                  </a:lnTo>
                  <a:lnTo>
                    <a:pt x="6826" y="6826"/>
                  </a:lnTo>
                  <a:lnTo>
                    <a:pt x="14243" y="1830"/>
                  </a:lnTo>
                  <a:lnTo>
                    <a:pt x="23337" y="0"/>
                  </a:lnTo>
                  <a:lnTo>
                    <a:pt x="32191" y="1830"/>
                  </a:lnTo>
                  <a:lnTo>
                    <a:pt x="39485" y="6826"/>
                  </a:lnTo>
                  <a:lnTo>
                    <a:pt x="44435" y="14242"/>
                  </a:lnTo>
                  <a:lnTo>
                    <a:pt x="46259" y="23337"/>
                  </a:lnTo>
                  <a:lnTo>
                    <a:pt x="44435" y="32196"/>
                  </a:lnTo>
                  <a:lnTo>
                    <a:pt x="39485" y="39489"/>
                  </a:lnTo>
                  <a:lnTo>
                    <a:pt x="32191" y="44437"/>
                  </a:lnTo>
                  <a:lnTo>
                    <a:pt x="23337" y="462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7544486" y="3227171"/>
              <a:ext cx="810260" cy="189230"/>
            </a:xfrm>
            <a:custGeom>
              <a:avLst/>
              <a:gdLst/>
              <a:ahLst/>
              <a:cxnLst/>
              <a:rect l="l" t="t" r="r" b="b"/>
              <a:pathLst>
                <a:path w="810259" h="189229">
                  <a:moveTo>
                    <a:pt x="583450" y="26670"/>
                  </a:moveTo>
                  <a:lnTo>
                    <a:pt x="581329" y="16167"/>
                  </a:lnTo>
                  <a:lnTo>
                    <a:pt x="576364" y="8877"/>
                  </a:lnTo>
                  <a:lnTo>
                    <a:pt x="576364" y="26670"/>
                  </a:lnTo>
                  <a:lnTo>
                    <a:pt x="574827" y="34302"/>
                  </a:lnTo>
                  <a:lnTo>
                    <a:pt x="570636" y="40525"/>
                  </a:lnTo>
                  <a:lnTo>
                    <a:pt x="564413" y="44716"/>
                  </a:lnTo>
                  <a:lnTo>
                    <a:pt x="556780" y="46253"/>
                  </a:lnTo>
                  <a:lnTo>
                    <a:pt x="549084" y="44716"/>
                  </a:lnTo>
                  <a:lnTo>
                    <a:pt x="542709" y="40525"/>
                  </a:lnTo>
                  <a:lnTo>
                    <a:pt x="538378" y="34302"/>
                  </a:lnTo>
                  <a:lnTo>
                    <a:pt x="536778" y="26670"/>
                  </a:lnTo>
                  <a:lnTo>
                    <a:pt x="538378" y="18796"/>
                  </a:lnTo>
                  <a:lnTo>
                    <a:pt x="542709" y="12446"/>
                  </a:lnTo>
                  <a:lnTo>
                    <a:pt x="549084" y="8204"/>
                  </a:lnTo>
                  <a:lnTo>
                    <a:pt x="556780" y="6667"/>
                  </a:lnTo>
                  <a:lnTo>
                    <a:pt x="564413" y="8204"/>
                  </a:lnTo>
                  <a:lnTo>
                    <a:pt x="570636" y="12446"/>
                  </a:lnTo>
                  <a:lnTo>
                    <a:pt x="574827" y="18796"/>
                  </a:lnTo>
                  <a:lnTo>
                    <a:pt x="576364" y="26670"/>
                  </a:lnTo>
                  <a:lnTo>
                    <a:pt x="576364" y="8877"/>
                  </a:lnTo>
                  <a:lnTo>
                    <a:pt x="575576" y="7708"/>
                  </a:lnTo>
                  <a:lnTo>
                    <a:pt x="574014" y="6667"/>
                  </a:lnTo>
                  <a:lnTo>
                    <a:pt x="567093" y="2057"/>
                  </a:lnTo>
                  <a:lnTo>
                    <a:pt x="556780" y="0"/>
                  </a:lnTo>
                  <a:lnTo>
                    <a:pt x="546277" y="2057"/>
                  </a:lnTo>
                  <a:lnTo>
                    <a:pt x="537819" y="7708"/>
                  </a:lnTo>
                  <a:lnTo>
                    <a:pt x="532168" y="16167"/>
                  </a:lnTo>
                  <a:lnTo>
                    <a:pt x="530110" y="26670"/>
                  </a:lnTo>
                  <a:lnTo>
                    <a:pt x="532168" y="36995"/>
                  </a:lnTo>
                  <a:lnTo>
                    <a:pt x="537819" y="45478"/>
                  </a:lnTo>
                  <a:lnTo>
                    <a:pt x="546277" y="51231"/>
                  </a:lnTo>
                  <a:lnTo>
                    <a:pt x="556780" y="53352"/>
                  </a:lnTo>
                  <a:lnTo>
                    <a:pt x="567093" y="51231"/>
                  </a:lnTo>
                  <a:lnTo>
                    <a:pt x="574433" y="46253"/>
                  </a:lnTo>
                  <a:lnTo>
                    <a:pt x="575576" y="45478"/>
                  </a:lnTo>
                  <a:lnTo>
                    <a:pt x="581329" y="36995"/>
                  </a:lnTo>
                  <a:lnTo>
                    <a:pt x="583450" y="26670"/>
                  </a:lnTo>
                  <a:close/>
                </a:path>
                <a:path w="810259" h="189229">
                  <a:moveTo>
                    <a:pt x="809752" y="121831"/>
                  </a:moveTo>
                  <a:lnTo>
                    <a:pt x="0" y="121831"/>
                  </a:lnTo>
                  <a:lnTo>
                    <a:pt x="0" y="128181"/>
                  </a:lnTo>
                  <a:lnTo>
                    <a:pt x="0" y="185331"/>
                  </a:lnTo>
                  <a:lnTo>
                    <a:pt x="0" y="188798"/>
                  </a:lnTo>
                  <a:lnTo>
                    <a:pt x="3759" y="188798"/>
                  </a:lnTo>
                  <a:lnTo>
                    <a:pt x="805992" y="188798"/>
                  </a:lnTo>
                  <a:lnTo>
                    <a:pt x="809752" y="188798"/>
                  </a:lnTo>
                  <a:lnTo>
                    <a:pt x="809752" y="185445"/>
                  </a:lnTo>
                  <a:lnTo>
                    <a:pt x="809752" y="128181"/>
                  </a:lnTo>
                  <a:lnTo>
                    <a:pt x="809752" y="127939"/>
                  </a:lnTo>
                  <a:lnTo>
                    <a:pt x="809752" y="12183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7515318" y="3415958"/>
              <a:ext cx="868680" cy="188595"/>
            </a:xfrm>
            <a:custGeom>
              <a:avLst/>
              <a:gdLst/>
              <a:ahLst/>
              <a:cxnLst/>
              <a:rect l="l" t="t" r="r" b="b"/>
              <a:pathLst>
                <a:path w="868679" h="188595">
                  <a:moveTo>
                    <a:pt x="868512" y="188368"/>
                  </a:moveTo>
                  <a:lnTo>
                    <a:pt x="0" y="188368"/>
                  </a:lnTo>
                  <a:lnTo>
                    <a:pt x="0" y="0"/>
                  </a:lnTo>
                  <a:lnTo>
                    <a:pt x="868512" y="0"/>
                  </a:lnTo>
                  <a:lnTo>
                    <a:pt x="868512" y="188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7511567" y="3412502"/>
              <a:ext cx="875665" cy="195580"/>
            </a:xfrm>
            <a:custGeom>
              <a:avLst/>
              <a:gdLst/>
              <a:ahLst/>
              <a:cxnLst/>
              <a:rect l="l" t="t" r="r" b="b"/>
              <a:pathLst>
                <a:path w="875665" h="195579">
                  <a:moveTo>
                    <a:pt x="875588" y="0"/>
                  </a:moveTo>
                  <a:lnTo>
                    <a:pt x="868514" y="0"/>
                  </a:lnTo>
                  <a:lnTo>
                    <a:pt x="868514" y="7620"/>
                  </a:lnTo>
                  <a:lnTo>
                    <a:pt x="868514" y="187960"/>
                  </a:lnTo>
                  <a:lnTo>
                    <a:pt x="7073" y="187960"/>
                  </a:lnTo>
                  <a:lnTo>
                    <a:pt x="7073" y="7620"/>
                  </a:lnTo>
                  <a:lnTo>
                    <a:pt x="868514" y="7620"/>
                  </a:lnTo>
                  <a:lnTo>
                    <a:pt x="86851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87960"/>
                  </a:lnTo>
                  <a:lnTo>
                    <a:pt x="0" y="195580"/>
                  </a:lnTo>
                  <a:lnTo>
                    <a:pt x="875588" y="195580"/>
                  </a:lnTo>
                  <a:lnTo>
                    <a:pt x="875588" y="188493"/>
                  </a:lnTo>
                  <a:lnTo>
                    <a:pt x="875588" y="187960"/>
                  </a:lnTo>
                  <a:lnTo>
                    <a:pt x="875588" y="7620"/>
                  </a:lnTo>
                  <a:lnTo>
                    <a:pt x="875588" y="7213"/>
                  </a:lnTo>
                  <a:lnTo>
                    <a:pt x="87558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7622836" y="3464292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603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603" y="0"/>
                  </a:lnTo>
                  <a:lnTo>
                    <a:pt x="49603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7619505" y="3460762"/>
              <a:ext cx="56515" cy="99060"/>
            </a:xfrm>
            <a:custGeom>
              <a:avLst/>
              <a:gdLst/>
              <a:ahLst/>
              <a:cxnLst/>
              <a:rect l="l" t="t" r="r" b="b"/>
              <a:pathLst>
                <a:path w="56515" h="99060">
                  <a:moveTo>
                    <a:pt x="56261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56261" y="99060"/>
                  </a:lnTo>
                  <a:lnTo>
                    <a:pt x="56261" y="91897"/>
                  </a:lnTo>
                  <a:lnTo>
                    <a:pt x="56261" y="91440"/>
                  </a:lnTo>
                  <a:lnTo>
                    <a:pt x="56261" y="6870"/>
                  </a:lnTo>
                  <a:lnTo>
                    <a:pt x="49580" y="6870"/>
                  </a:lnTo>
                  <a:lnTo>
                    <a:pt x="49580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56261" y="6350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7699109" y="3464292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1" y="0"/>
                  </a:lnTo>
                  <a:lnTo>
                    <a:pt x="4959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695349" y="3460762"/>
              <a:ext cx="57150" cy="99060"/>
            </a:xfrm>
            <a:custGeom>
              <a:avLst/>
              <a:gdLst/>
              <a:ahLst/>
              <a:cxnLst/>
              <a:rect l="l" t="t" r="r" b="b"/>
              <a:pathLst>
                <a:path w="57150" h="99060">
                  <a:moveTo>
                    <a:pt x="5668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56680" y="99060"/>
                  </a:lnTo>
                  <a:lnTo>
                    <a:pt x="56680" y="91897"/>
                  </a:lnTo>
                  <a:lnTo>
                    <a:pt x="56680" y="91440"/>
                  </a:lnTo>
                  <a:lnTo>
                    <a:pt x="56680" y="6870"/>
                  </a:lnTo>
                  <a:lnTo>
                    <a:pt x="49593" y="6870"/>
                  </a:lnTo>
                  <a:lnTo>
                    <a:pt x="49593" y="91440"/>
                  </a:lnTo>
                  <a:lnTo>
                    <a:pt x="7086" y="91440"/>
                  </a:lnTo>
                  <a:lnTo>
                    <a:pt x="7086" y="6350"/>
                  </a:lnTo>
                  <a:lnTo>
                    <a:pt x="56680" y="6350"/>
                  </a:lnTo>
                  <a:lnTo>
                    <a:pt x="5668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774955" y="3464292"/>
              <a:ext cx="50165" cy="92710"/>
            </a:xfrm>
            <a:custGeom>
              <a:avLst/>
              <a:gdLst/>
              <a:ahLst/>
              <a:cxnLst/>
              <a:rect l="l" t="t" r="r" b="b"/>
              <a:pathLst>
                <a:path w="50165" h="92710">
                  <a:moveTo>
                    <a:pt x="49590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49590" y="0"/>
                  </a:lnTo>
                  <a:lnTo>
                    <a:pt x="49590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771613" y="3460762"/>
              <a:ext cx="56515" cy="99060"/>
            </a:xfrm>
            <a:custGeom>
              <a:avLst/>
              <a:gdLst/>
              <a:ahLst/>
              <a:cxnLst/>
              <a:rect l="l" t="t" r="r" b="b"/>
              <a:pathLst>
                <a:path w="56515" h="99060">
                  <a:moveTo>
                    <a:pt x="56261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56261" y="99060"/>
                  </a:lnTo>
                  <a:lnTo>
                    <a:pt x="56261" y="91897"/>
                  </a:lnTo>
                  <a:lnTo>
                    <a:pt x="56261" y="91440"/>
                  </a:lnTo>
                  <a:lnTo>
                    <a:pt x="56261" y="6870"/>
                  </a:lnTo>
                  <a:lnTo>
                    <a:pt x="49593" y="6870"/>
                  </a:lnTo>
                  <a:lnTo>
                    <a:pt x="49593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56261" y="6350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557000" y="3464292"/>
              <a:ext cx="40005" cy="92710"/>
            </a:xfrm>
            <a:custGeom>
              <a:avLst/>
              <a:gdLst/>
              <a:ahLst/>
              <a:cxnLst/>
              <a:rect l="l" t="t" r="r" b="b"/>
              <a:pathLst>
                <a:path w="40004" h="92710">
                  <a:moveTo>
                    <a:pt x="39582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9582" y="0"/>
                  </a:lnTo>
                  <a:lnTo>
                    <a:pt x="39582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553655" y="3460762"/>
              <a:ext cx="46355" cy="99060"/>
            </a:xfrm>
            <a:custGeom>
              <a:avLst/>
              <a:gdLst/>
              <a:ahLst/>
              <a:cxnLst/>
              <a:rect l="l" t="t" r="r" b="b"/>
              <a:pathLst>
                <a:path w="46354" h="99060">
                  <a:moveTo>
                    <a:pt x="46253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46253" y="99060"/>
                  </a:lnTo>
                  <a:lnTo>
                    <a:pt x="46253" y="91897"/>
                  </a:lnTo>
                  <a:lnTo>
                    <a:pt x="46253" y="91440"/>
                  </a:lnTo>
                  <a:lnTo>
                    <a:pt x="46253" y="6870"/>
                  </a:lnTo>
                  <a:lnTo>
                    <a:pt x="39179" y="6870"/>
                  </a:lnTo>
                  <a:lnTo>
                    <a:pt x="39179" y="91440"/>
                  </a:lnTo>
                  <a:lnTo>
                    <a:pt x="6667" y="91440"/>
                  </a:lnTo>
                  <a:lnTo>
                    <a:pt x="6667" y="6350"/>
                  </a:lnTo>
                  <a:lnTo>
                    <a:pt x="46253" y="6350"/>
                  </a:lnTo>
                  <a:lnTo>
                    <a:pt x="4625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850800" y="3464292"/>
              <a:ext cx="304800" cy="92710"/>
            </a:xfrm>
            <a:custGeom>
              <a:avLst/>
              <a:gdLst/>
              <a:ahLst/>
              <a:cxnLst/>
              <a:rect l="l" t="t" r="r" b="b"/>
              <a:pathLst>
                <a:path w="304800" h="92710">
                  <a:moveTo>
                    <a:pt x="304651" y="92103"/>
                  </a:moveTo>
                  <a:lnTo>
                    <a:pt x="0" y="92103"/>
                  </a:lnTo>
                  <a:lnTo>
                    <a:pt x="0" y="0"/>
                  </a:lnTo>
                  <a:lnTo>
                    <a:pt x="304651" y="0"/>
                  </a:lnTo>
                  <a:lnTo>
                    <a:pt x="304651" y="92103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847457" y="3460762"/>
              <a:ext cx="311785" cy="99060"/>
            </a:xfrm>
            <a:custGeom>
              <a:avLst/>
              <a:gdLst/>
              <a:ahLst/>
              <a:cxnLst/>
              <a:rect l="l" t="t" r="r" b="b"/>
              <a:pathLst>
                <a:path w="311784" h="99060">
                  <a:moveTo>
                    <a:pt x="311315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91440"/>
                  </a:lnTo>
                  <a:lnTo>
                    <a:pt x="0" y="99060"/>
                  </a:lnTo>
                  <a:lnTo>
                    <a:pt x="311315" y="99060"/>
                  </a:lnTo>
                  <a:lnTo>
                    <a:pt x="311315" y="91897"/>
                  </a:lnTo>
                  <a:lnTo>
                    <a:pt x="311315" y="91440"/>
                  </a:lnTo>
                  <a:lnTo>
                    <a:pt x="311315" y="6870"/>
                  </a:lnTo>
                  <a:lnTo>
                    <a:pt x="304660" y="6870"/>
                  </a:lnTo>
                  <a:lnTo>
                    <a:pt x="304660" y="91440"/>
                  </a:lnTo>
                  <a:lnTo>
                    <a:pt x="7099" y="91440"/>
                  </a:lnTo>
                  <a:lnTo>
                    <a:pt x="7099" y="6350"/>
                  </a:lnTo>
                  <a:lnTo>
                    <a:pt x="311315" y="6350"/>
                  </a:lnTo>
                  <a:lnTo>
                    <a:pt x="31131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8213380" y="348305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336" y="46258"/>
                  </a:moveTo>
                  <a:lnTo>
                    <a:pt x="14242" y="44435"/>
                  </a:lnTo>
                  <a:lnTo>
                    <a:pt x="6825" y="39484"/>
                  </a:lnTo>
                  <a:lnTo>
                    <a:pt x="1830" y="32191"/>
                  </a:lnTo>
                  <a:lnTo>
                    <a:pt x="0" y="23337"/>
                  </a:lnTo>
                  <a:lnTo>
                    <a:pt x="1830" y="14237"/>
                  </a:lnTo>
                  <a:lnTo>
                    <a:pt x="6825" y="6821"/>
                  </a:lnTo>
                  <a:lnTo>
                    <a:pt x="14242" y="1828"/>
                  </a:lnTo>
                  <a:lnTo>
                    <a:pt x="23336" y="0"/>
                  </a:lnTo>
                  <a:lnTo>
                    <a:pt x="32190" y="1828"/>
                  </a:lnTo>
                  <a:lnTo>
                    <a:pt x="39484" y="6821"/>
                  </a:lnTo>
                  <a:lnTo>
                    <a:pt x="44434" y="14237"/>
                  </a:lnTo>
                  <a:lnTo>
                    <a:pt x="46258" y="23337"/>
                  </a:lnTo>
                  <a:lnTo>
                    <a:pt x="44434" y="32191"/>
                  </a:lnTo>
                  <a:lnTo>
                    <a:pt x="39484" y="39484"/>
                  </a:lnTo>
                  <a:lnTo>
                    <a:pt x="32190" y="44435"/>
                  </a:lnTo>
                  <a:lnTo>
                    <a:pt x="23336" y="46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8210047" y="3479720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26668" y="53337"/>
                  </a:moveTo>
                  <a:lnTo>
                    <a:pt x="16173" y="51221"/>
                  </a:lnTo>
                  <a:lnTo>
                    <a:pt x="7709" y="45473"/>
                  </a:lnTo>
                  <a:lnTo>
                    <a:pt x="2057" y="36989"/>
                  </a:lnTo>
                  <a:lnTo>
                    <a:pt x="0" y="26669"/>
                  </a:lnTo>
                  <a:lnTo>
                    <a:pt x="2057" y="16173"/>
                  </a:lnTo>
                  <a:lnTo>
                    <a:pt x="7709" y="7709"/>
                  </a:lnTo>
                  <a:lnTo>
                    <a:pt x="16173" y="2057"/>
                  </a:lnTo>
                  <a:lnTo>
                    <a:pt x="26668" y="0"/>
                  </a:lnTo>
                  <a:lnTo>
                    <a:pt x="36989" y="2057"/>
                  </a:lnTo>
                  <a:lnTo>
                    <a:pt x="43903" y="6663"/>
                  </a:lnTo>
                  <a:lnTo>
                    <a:pt x="26668" y="6663"/>
                  </a:lnTo>
                  <a:lnTo>
                    <a:pt x="18795" y="8207"/>
                  </a:lnTo>
                  <a:lnTo>
                    <a:pt x="12446" y="12446"/>
                  </a:lnTo>
                  <a:lnTo>
                    <a:pt x="8207" y="18795"/>
                  </a:lnTo>
                  <a:lnTo>
                    <a:pt x="6664" y="26669"/>
                  </a:lnTo>
                  <a:lnTo>
                    <a:pt x="8207" y="34302"/>
                  </a:lnTo>
                  <a:lnTo>
                    <a:pt x="12446" y="40528"/>
                  </a:lnTo>
                  <a:lnTo>
                    <a:pt x="18795" y="44722"/>
                  </a:lnTo>
                  <a:lnTo>
                    <a:pt x="26668" y="46259"/>
                  </a:lnTo>
                  <a:lnTo>
                    <a:pt x="44312" y="46259"/>
                  </a:lnTo>
                  <a:lnTo>
                    <a:pt x="36989" y="51221"/>
                  </a:lnTo>
                  <a:lnTo>
                    <a:pt x="26668" y="53337"/>
                  </a:lnTo>
                  <a:close/>
                </a:path>
                <a:path w="53340" h="53339">
                  <a:moveTo>
                    <a:pt x="44312" y="46259"/>
                  </a:moveTo>
                  <a:lnTo>
                    <a:pt x="26668" y="46259"/>
                  </a:lnTo>
                  <a:lnTo>
                    <a:pt x="34302" y="44722"/>
                  </a:lnTo>
                  <a:lnTo>
                    <a:pt x="40528" y="40528"/>
                  </a:lnTo>
                  <a:lnTo>
                    <a:pt x="44722" y="34302"/>
                  </a:lnTo>
                  <a:lnTo>
                    <a:pt x="46258" y="26669"/>
                  </a:lnTo>
                  <a:lnTo>
                    <a:pt x="44722" y="18795"/>
                  </a:lnTo>
                  <a:lnTo>
                    <a:pt x="40528" y="12446"/>
                  </a:lnTo>
                  <a:lnTo>
                    <a:pt x="34302" y="8207"/>
                  </a:lnTo>
                  <a:lnTo>
                    <a:pt x="26668" y="6663"/>
                  </a:lnTo>
                  <a:lnTo>
                    <a:pt x="43903" y="6663"/>
                  </a:lnTo>
                  <a:lnTo>
                    <a:pt x="45472" y="7709"/>
                  </a:lnTo>
                  <a:lnTo>
                    <a:pt x="51221" y="16173"/>
                  </a:lnTo>
                  <a:lnTo>
                    <a:pt x="53337" y="26669"/>
                  </a:lnTo>
                  <a:lnTo>
                    <a:pt x="51221" y="36989"/>
                  </a:lnTo>
                  <a:lnTo>
                    <a:pt x="45472" y="45473"/>
                  </a:lnTo>
                  <a:lnTo>
                    <a:pt x="44312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8304225" y="348305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349" y="46258"/>
                  </a:moveTo>
                  <a:lnTo>
                    <a:pt x="14248" y="44435"/>
                  </a:lnTo>
                  <a:lnTo>
                    <a:pt x="6827" y="39484"/>
                  </a:lnTo>
                  <a:lnTo>
                    <a:pt x="1830" y="32191"/>
                  </a:lnTo>
                  <a:lnTo>
                    <a:pt x="0" y="23337"/>
                  </a:lnTo>
                  <a:lnTo>
                    <a:pt x="1830" y="14237"/>
                  </a:lnTo>
                  <a:lnTo>
                    <a:pt x="6827" y="6821"/>
                  </a:lnTo>
                  <a:lnTo>
                    <a:pt x="14248" y="1828"/>
                  </a:lnTo>
                  <a:lnTo>
                    <a:pt x="23349" y="0"/>
                  </a:lnTo>
                  <a:lnTo>
                    <a:pt x="32377" y="1828"/>
                  </a:lnTo>
                  <a:lnTo>
                    <a:pt x="39647" y="6821"/>
                  </a:lnTo>
                  <a:lnTo>
                    <a:pt x="44495" y="14237"/>
                  </a:lnTo>
                  <a:lnTo>
                    <a:pt x="46259" y="23337"/>
                  </a:lnTo>
                  <a:lnTo>
                    <a:pt x="44495" y="32191"/>
                  </a:lnTo>
                  <a:lnTo>
                    <a:pt x="39647" y="39484"/>
                  </a:lnTo>
                  <a:lnTo>
                    <a:pt x="32377" y="44435"/>
                  </a:lnTo>
                  <a:lnTo>
                    <a:pt x="23349" y="46258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300893" y="3479720"/>
              <a:ext cx="53975" cy="53340"/>
            </a:xfrm>
            <a:custGeom>
              <a:avLst/>
              <a:gdLst/>
              <a:ahLst/>
              <a:cxnLst/>
              <a:rect l="l" t="t" r="r" b="b"/>
              <a:pathLst>
                <a:path w="53975" h="53339">
                  <a:moveTo>
                    <a:pt x="26681" y="53337"/>
                  </a:moveTo>
                  <a:lnTo>
                    <a:pt x="16179" y="51221"/>
                  </a:lnTo>
                  <a:lnTo>
                    <a:pt x="7711" y="45473"/>
                  </a:lnTo>
                  <a:lnTo>
                    <a:pt x="2057" y="36989"/>
                  </a:lnTo>
                  <a:lnTo>
                    <a:pt x="0" y="26669"/>
                  </a:lnTo>
                  <a:lnTo>
                    <a:pt x="2057" y="16173"/>
                  </a:lnTo>
                  <a:lnTo>
                    <a:pt x="7711" y="7709"/>
                  </a:lnTo>
                  <a:lnTo>
                    <a:pt x="16179" y="2057"/>
                  </a:lnTo>
                  <a:lnTo>
                    <a:pt x="26681" y="0"/>
                  </a:lnTo>
                  <a:lnTo>
                    <a:pt x="37002" y="2057"/>
                  </a:lnTo>
                  <a:lnTo>
                    <a:pt x="43916" y="6663"/>
                  </a:lnTo>
                  <a:lnTo>
                    <a:pt x="26681" y="6663"/>
                  </a:lnTo>
                  <a:lnTo>
                    <a:pt x="18983" y="8207"/>
                  </a:lnTo>
                  <a:lnTo>
                    <a:pt x="12614" y="12446"/>
                  </a:lnTo>
                  <a:lnTo>
                    <a:pt x="8278" y="18795"/>
                  </a:lnTo>
                  <a:lnTo>
                    <a:pt x="6676" y="26669"/>
                  </a:lnTo>
                  <a:lnTo>
                    <a:pt x="8278" y="34302"/>
                  </a:lnTo>
                  <a:lnTo>
                    <a:pt x="12614" y="40528"/>
                  </a:lnTo>
                  <a:lnTo>
                    <a:pt x="18983" y="44722"/>
                  </a:lnTo>
                  <a:lnTo>
                    <a:pt x="26681" y="46259"/>
                  </a:lnTo>
                  <a:lnTo>
                    <a:pt x="44325" y="46259"/>
                  </a:lnTo>
                  <a:lnTo>
                    <a:pt x="37002" y="51221"/>
                  </a:lnTo>
                  <a:lnTo>
                    <a:pt x="26681" y="53337"/>
                  </a:lnTo>
                  <a:close/>
                </a:path>
                <a:path w="53975" h="53339">
                  <a:moveTo>
                    <a:pt x="44325" y="46259"/>
                  </a:moveTo>
                  <a:lnTo>
                    <a:pt x="26681" y="46259"/>
                  </a:lnTo>
                  <a:lnTo>
                    <a:pt x="34308" y="44722"/>
                  </a:lnTo>
                  <a:lnTo>
                    <a:pt x="40530" y="40528"/>
                  </a:lnTo>
                  <a:lnTo>
                    <a:pt x="44722" y="34302"/>
                  </a:lnTo>
                  <a:lnTo>
                    <a:pt x="46259" y="26669"/>
                  </a:lnTo>
                  <a:lnTo>
                    <a:pt x="44722" y="18795"/>
                  </a:lnTo>
                  <a:lnTo>
                    <a:pt x="40530" y="12446"/>
                  </a:lnTo>
                  <a:lnTo>
                    <a:pt x="34308" y="8207"/>
                  </a:lnTo>
                  <a:lnTo>
                    <a:pt x="26681" y="6663"/>
                  </a:lnTo>
                  <a:lnTo>
                    <a:pt x="43916" y="6663"/>
                  </a:lnTo>
                  <a:lnTo>
                    <a:pt x="45486" y="7709"/>
                  </a:lnTo>
                  <a:lnTo>
                    <a:pt x="51234" y="16173"/>
                  </a:lnTo>
                  <a:lnTo>
                    <a:pt x="53350" y="26669"/>
                  </a:lnTo>
                  <a:lnTo>
                    <a:pt x="51234" y="36989"/>
                  </a:lnTo>
                  <a:lnTo>
                    <a:pt x="45486" y="45473"/>
                  </a:lnTo>
                  <a:lnTo>
                    <a:pt x="44325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077933" y="348305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337" y="46258"/>
                  </a:moveTo>
                  <a:lnTo>
                    <a:pt x="14243" y="44435"/>
                  </a:lnTo>
                  <a:lnTo>
                    <a:pt x="6826" y="39484"/>
                  </a:lnTo>
                  <a:lnTo>
                    <a:pt x="1830" y="32191"/>
                  </a:lnTo>
                  <a:lnTo>
                    <a:pt x="0" y="23337"/>
                  </a:lnTo>
                  <a:lnTo>
                    <a:pt x="1830" y="14237"/>
                  </a:lnTo>
                  <a:lnTo>
                    <a:pt x="6826" y="6821"/>
                  </a:lnTo>
                  <a:lnTo>
                    <a:pt x="14243" y="1828"/>
                  </a:lnTo>
                  <a:lnTo>
                    <a:pt x="23337" y="0"/>
                  </a:lnTo>
                  <a:lnTo>
                    <a:pt x="32191" y="1828"/>
                  </a:lnTo>
                  <a:lnTo>
                    <a:pt x="39485" y="6821"/>
                  </a:lnTo>
                  <a:lnTo>
                    <a:pt x="44435" y="14237"/>
                  </a:lnTo>
                  <a:lnTo>
                    <a:pt x="46259" y="23337"/>
                  </a:lnTo>
                  <a:lnTo>
                    <a:pt x="44435" y="32191"/>
                  </a:lnTo>
                  <a:lnTo>
                    <a:pt x="39485" y="39484"/>
                  </a:lnTo>
                  <a:lnTo>
                    <a:pt x="32191" y="44435"/>
                  </a:lnTo>
                  <a:lnTo>
                    <a:pt x="23337" y="46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8074602" y="3479720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26668" y="53337"/>
                  </a:moveTo>
                  <a:lnTo>
                    <a:pt x="16172" y="51221"/>
                  </a:lnTo>
                  <a:lnTo>
                    <a:pt x="7708" y="45473"/>
                  </a:lnTo>
                  <a:lnTo>
                    <a:pt x="2057" y="36989"/>
                  </a:lnTo>
                  <a:lnTo>
                    <a:pt x="0" y="26669"/>
                  </a:lnTo>
                  <a:lnTo>
                    <a:pt x="2057" y="16173"/>
                  </a:lnTo>
                  <a:lnTo>
                    <a:pt x="7708" y="7709"/>
                  </a:lnTo>
                  <a:lnTo>
                    <a:pt x="16172" y="2057"/>
                  </a:lnTo>
                  <a:lnTo>
                    <a:pt x="26668" y="0"/>
                  </a:lnTo>
                  <a:lnTo>
                    <a:pt x="36988" y="2057"/>
                  </a:lnTo>
                  <a:lnTo>
                    <a:pt x="43903" y="6663"/>
                  </a:lnTo>
                  <a:lnTo>
                    <a:pt x="26668" y="6663"/>
                  </a:lnTo>
                  <a:lnTo>
                    <a:pt x="18969" y="8207"/>
                  </a:lnTo>
                  <a:lnTo>
                    <a:pt x="12601" y="12446"/>
                  </a:lnTo>
                  <a:lnTo>
                    <a:pt x="8264" y="18795"/>
                  </a:lnTo>
                  <a:lnTo>
                    <a:pt x="6662" y="26669"/>
                  </a:lnTo>
                  <a:lnTo>
                    <a:pt x="8264" y="34302"/>
                  </a:lnTo>
                  <a:lnTo>
                    <a:pt x="12601" y="40528"/>
                  </a:lnTo>
                  <a:lnTo>
                    <a:pt x="18969" y="44722"/>
                  </a:lnTo>
                  <a:lnTo>
                    <a:pt x="26668" y="46259"/>
                  </a:lnTo>
                  <a:lnTo>
                    <a:pt x="44312" y="46259"/>
                  </a:lnTo>
                  <a:lnTo>
                    <a:pt x="36988" y="51221"/>
                  </a:lnTo>
                  <a:lnTo>
                    <a:pt x="26668" y="53337"/>
                  </a:lnTo>
                  <a:close/>
                </a:path>
                <a:path w="53340" h="53339">
                  <a:moveTo>
                    <a:pt x="44312" y="46259"/>
                  </a:moveTo>
                  <a:lnTo>
                    <a:pt x="26668" y="46259"/>
                  </a:lnTo>
                  <a:lnTo>
                    <a:pt x="34301" y="44722"/>
                  </a:lnTo>
                  <a:lnTo>
                    <a:pt x="40527" y="40528"/>
                  </a:lnTo>
                  <a:lnTo>
                    <a:pt x="44721" y="34302"/>
                  </a:lnTo>
                  <a:lnTo>
                    <a:pt x="46258" y="26669"/>
                  </a:lnTo>
                  <a:lnTo>
                    <a:pt x="44721" y="18795"/>
                  </a:lnTo>
                  <a:lnTo>
                    <a:pt x="40527" y="12446"/>
                  </a:lnTo>
                  <a:lnTo>
                    <a:pt x="34301" y="8207"/>
                  </a:lnTo>
                  <a:lnTo>
                    <a:pt x="26668" y="6663"/>
                  </a:lnTo>
                  <a:lnTo>
                    <a:pt x="43903" y="6663"/>
                  </a:lnTo>
                  <a:lnTo>
                    <a:pt x="45472" y="7709"/>
                  </a:lnTo>
                  <a:lnTo>
                    <a:pt x="51221" y="16173"/>
                  </a:lnTo>
                  <a:lnTo>
                    <a:pt x="53337" y="26669"/>
                  </a:lnTo>
                  <a:lnTo>
                    <a:pt x="51221" y="36989"/>
                  </a:lnTo>
                  <a:lnTo>
                    <a:pt x="45472" y="45473"/>
                  </a:lnTo>
                  <a:lnTo>
                    <a:pt x="44312" y="4625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08547" y="2093198"/>
            <a:ext cx="3291204" cy="21704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L="12700" marR="5080" indent="635">
              <a:lnSpc>
                <a:spcPts val="5630"/>
              </a:lnSpc>
              <a:spcBef>
                <a:spcPts val="200"/>
              </a:spcBef>
            </a:pPr>
            <a:r>
              <a:rPr dirty="0" sz="4700" spc="-95">
                <a:solidFill>
                  <a:srgbClr val="494949"/>
                </a:solidFill>
                <a:latin typeface="Tahoma"/>
                <a:cs typeface="Tahoma"/>
              </a:rPr>
              <a:t>Security </a:t>
            </a:r>
            <a:r>
              <a:rPr dirty="0" sz="4700" spc="-295">
                <a:solidFill>
                  <a:srgbClr val="494949"/>
                </a:solidFill>
                <a:latin typeface="Tahoma"/>
                <a:cs typeface="Tahoma"/>
              </a:rPr>
              <a:t>InterpretatiOn </a:t>
            </a:r>
            <a:r>
              <a:rPr dirty="0" sz="4700" spc="-415">
                <a:solidFill>
                  <a:srgbClr val="494949"/>
                </a:solidFill>
                <a:latin typeface="Tahoma"/>
                <a:cs typeface="Tahoma"/>
              </a:rPr>
              <a:t>&amp;</a:t>
            </a:r>
            <a:r>
              <a:rPr dirty="0" sz="4700" spc="-46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4700" spc="-114">
                <a:solidFill>
                  <a:srgbClr val="494949"/>
                </a:solidFill>
                <a:latin typeface="Tahoma"/>
                <a:cs typeface="Tahoma"/>
              </a:rPr>
              <a:t>Benefits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2166" y="901294"/>
            <a:ext cx="128778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320"/>
              <a:t>04</a:t>
            </a:r>
            <a:endParaRPr sz="9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108999" y="501274"/>
            <a:ext cx="737870" cy="737870"/>
          </a:xfrm>
          <a:custGeom>
            <a:avLst/>
            <a:gdLst/>
            <a:ahLst/>
            <a:cxnLst/>
            <a:rect l="l" t="t" r="r" b="b"/>
            <a:pathLst>
              <a:path w="737870" h="737869">
                <a:moveTo>
                  <a:pt x="737699" y="737699"/>
                </a:moveTo>
                <a:lnTo>
                  <a:pt x="0" y="0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4762" y="125362"/>
            <a:ext cx="1936750" cy="808355"/>
            <a:chOff x="-4762" y="125362"/>
            <a:chExt cx="1936750" cy="808355"/>
          </a:xfrm>
        </p:grpSpPr>
        <p:sp>
          <p:nvSpPr>
            <p:cNvPr id="4" name="object 4" descr=""/>
            <p:cNvSpPr/>
            <p:nvPr/>
          </p:nvSpPr>
          <p:spPr>
            <a:xfrm>
              <a:off x="0" y="274187"/>
              <a:ext cx="1795780" cy="654685"/>
            </a:xfrm>
            <a:custGeom>
              <a:avLst/>
              <a:gdLst/>
              <a:ahLst/>
              <a:cxnLst/>
              <a:rect l="l" t="t" r="r" b="b"/>
              <a:pathLst>
                <a:path w="1795780" h="654685">
                  <a:moveTo>
                    <a:pt x="582474" y="7999"/>
                  </a:moveTo>
                  <a:lnTo>
                    <a:pt x="1795374" y="430699"/>
                  </a:lnTo>
                </a:path>
                <a:path w="1795780" h="654685">
                  <a:moveTo>
                    <a:pt x="0" y="654299"/>
                  </a:moveTo>
                  <a:lnTo>
                    <a:pt x="582599" y="0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8224" y="13038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46"/>
                  </a:lnTo>
                  <a:lnTo>
                    <a:pt x="57763" y="255328"/>
                  </a:lnTo>
                  <a:lnTo>
                    <a:pt x="27187" y="224744"/>
                  </a:lnTo>
                  <a:lnTo>
                    <a:pt x="7175" y="185868"/>
                  </a:lnTo>
                  <a:lnTo>
                    <a:pt x="0" y="140974"/>
                  </a:lnTo>
                  <a:lnTo>
                    <a:pt x="7175" y="96361"/>
                  </a:lnTo>
                  <a:lnTo>
                    <a:pt x="27187" y="57655"/>
                  </a:lnTo>
                  <a:lnTo>
                    <a:pt x="57763" y="27159"/>
                  </a:lnTo>
                  <a:lnTo>
                    <a:pt x="96633" y="7173"/>
                  </a:lnTo>
                  <a:lnTo>
                    <a:pt x="141524" y="0"/>
                  </a:lnTo>
                  <a:lnTo>
                    <a:pt x="186150" y="7173"/>
                  </a:lnTo>
                  <a:lnTo>
                    <a:pt x="224863" y="27159"/>
                  </a:lnTo>
                  <a:lnTo>
                    <a:pt x="255364" y="57655"/>
                  </a:lnTo>
                  <a:lnTo>
                    <a:pt x="275351" y="96361"/>
                  </a:lnTo>
                  <a:lnTo>
                    <a:pt x="282524" y="140974"/>
                  </a:lnTo>
                  <a:lnTo>
                    <a:pt x="275351" y="185868"/>
                  </a:lnTo>
                  <a:lnTo>
                    <a:pt x="255364" y="224744"/>
                  </a:lnTo>
                  <a:lnTo>
                    <a:pt x="224863" y="255328"/>
                  </a:lnTo>
                  <a:lnTo>
                    <a:pt x="186150" y="275346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3750" y="125362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87"/>
                  </a:lnTo>
                  <a:lnTo>
                    <a:pt x="59702" y="264250"/>
                  </a:lnTo>
                  <a:lnTo>
                    <a:pt x="28121" y="232499"/>
                  </a:lnTo>
                  <a:lnTo>
                    <a:pt x="7427" y="192270"/>
                  </a:lnTo>
                  <a:lnTo>
                    <a:pt x="0" y="145999"/>
                  </a:lnTo>
                  <a:lnTo>
                    <a:pt x="7427" y="99999"/>
                  </a:lnTo>
                  <a:lnTo>
                    <a:pt x="28121" y="59939"/>
                  </a:lnTo>
                  <a:lnTo>
                    <a:pt x="59702" y="28279"/>
                  </a:lnTo>
                  <a:lnTo>
                    <a:pt x="99788" y="7479"/>
                  </a:lnTo>
                  <a:lnTo>
                    <a:pt x="145999" y="0"/>
                  </a:lnTo>
                  <a:lnTo>
                    <a:pt x="191999" y="7479"/>
                  </a:lnTo>
                  <a:lnTo>
                    <a:pt x="195842" y="9474"/>
                  </a:lnTo>
                  <a:lnTo>
                    <a:pt x="145999" y="9474"/>
                  </a:lnTo>
                  <a:lnTo>
                    <a:pt x="118399" y="12218"/>
                  </a:lnTo>
                  <a:lnTo>
                    <a:pt x="69450" y="32751"/>
                  </a:lnTo>
                  <a:lnTo>
                    <a:pt x="32433" y="69760"/>
                  </a:lnTo>
                  <a:lnTo>
                    <a:pt x="11745" y="118639"/>
                  </a:lnTo>
                  <a:lnTo>
                    <a:pt x="8924" y="145999"/>
                  </a:lnTo>
                  <a:lnTo>
                    <a:pt x="11745" y="173692"/>
                  </a:lnTo>
                  <a:lnTo>
                    <a:pt x="32433" y="222805"/>
                  </a:lnTo>
                  <a:lnTo>
                    <a:pt x="69450" y="259580"/>
                  </a:lnTo>
                  <a:lnTo>
                    <a:pt x="118399" y="280275"/>
                  </a:lnTo>
                  <a:lnTo>
                    <a:pt x="145999" y="283099"/>
                  </a:lnTo>
                  <a:lnTo>
                    <a:pt x="195822" y="283099"/>
                  </a:lnTo>
                  <a:lnTo>
                    <a:pt x="191999" y="285087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22" y="283099"/>
                  </a:moveTo>
                  <a:lnTo>
                    <a:pt x="145999" y="283099"/>
                  </a:lnTo>
                  <a:lnTo>
                    <a:pt x="173374" y="280275"/>
                  </a:lnTo>
                  <a:lnTo>
                    <a:pt x="199021" y="272224"/>
                  </a:lnTo>
                  <a:lnTo>
                    <a:pt x="242424" y="242974"/>
                  </a:lnTo>
                  <a:lnTo>
                    <a:pt x="271878" y="199503"/>
                  </a:lnTo>
                  <a:lnTo>
                    <a:pt x="282524" y="145999"/>
                  </a:lnTo>
                  <a:lnTo>
                    <a:pt x="279785" y="118639"/>
                  </a:lnTo>
                  <a:lnTo>
                    <a:pt x="259269" y="69760"/>
                  </a:lnTo>
                  <a:lnTo>
                    <a:pt x="222264" y="32751"/>
                  </a:lnTo>
                  <a:lnTo>
                    <a:pt x="173374" y="12218"/>
                  </a:lnTo>
                  <a:lnTo>
                    <a:pt x="145999" y="9474"/>
                  </a:lnTo>
                  <a:lnTo>
                    <a:pt x="195842" y="9474"/>
                  </a:lnTo>
                  <a:lnTo>
                    <a:pt x="232059" y="28279"/>
                  </a:lnTo>
                  <a:lnTo>
                    <a:pt x="263719" y="59939"/>
                  </a:lnTo>
                  <a:lnTo>
                    <a:pt x="284519" y="99999"/>
                  </a:lnTo>
                  <a:lnTo>
                    <a:pt x="291999" y="145999"/>
                  </a:lnTo>
                  <a:lnTo>
                    <a:pt x="284519" y="192270"/>
                  </a:lnTo>
                  <a:lnTo>
                    <a:pt x="263719" y="232499"/>
                  </a:lnTo>
                  <a:lnTo>
                    <a:pt x="232059" y="264250"/>
                  </a:lnTo>
                  <a:lnTo>
                    <a:pt x="19582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25" y="187787"/>
              <a:ext cx="167724" cy="16772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40993" y="560694"/>
              <a:ext cx="288925" cy="288925"/>
            </a:xfrm>
            <a:custGeom>
              <a:avLst/>
              <a:gdLst/>
              <a:ahLst/>
              <a:cxnLst/>
              <a:rect l="l" t="t" r="r" b="b"/>
              <a:pathLst>
                <a:path w="288925" h="288925">
                  <a:moveTo>
                    <a:pt x="144300" y="288324"/>
                  </a:moveTo>
                  <a:lnTo>
                    <a:pt x="98673" y="280972"/>
                  </a:lnTo>
                  <a:lnTo>
                    <a:pt x="59059" y="260495"/>
                  </a:lnTo>
                  <a:lnTo>
                    <a:pt x="27829" y="229264"/>
                  </a:lnTo>
                  <a:lnTo>
                    <a:pt x="7352" y="189650"/>
                  </a:lnTo>
                  <a:lnTo>
                    <a:pt x="0" y="144023"/>
                  </a:lnTo>
                  <a:lnTo>
                    <a:pt x="7352" y="98536"/>
                  </a:lnTo>
                  <a:lnTo>
                    <a:pt x="27829" y="59005"/>
                  </a:lnTo>
                  <a:lnTo>
                    <a:pt x="59059" y="27814"/>
                  </a:lnTo>
                  <a:lnTo>
                    <a:pt x="98673" y="7351"/>
                  </a:lnTo>
                  <a:lnTo>
                    <a:pt x="144300" y="0"/>
                  </a:lnTo>
                  <a:lnTo>
                    <a:pt x="189923" y="7351"/>
                  </a:lnTo>
                  <a:lnTo>
                    <a:pt x="229536" y="27814"/>
                  </a:lnTo>
                  <a:lnTo>
                    <a:pt x="260769" y="59005"/>
                  </a:lnTo>
                  <a:lnTo>
                    <a:pt x="281248" y="98536"/>
                  </a:lnTo>
                  <a:lnTo>
                    <a:pt x="288601" y="144023"/>
                  </a:lnTo>
                  <a:lnTo>
                    <a:pt x="281248" y="189650"/>
                  </a:lnTo>
                  <a:lnTo>
                    <a:pt x="260769" y="229264"/>
                  </a:lnTo>
                  <a:lnTo>
                    <a:pt x="229536" y="260495"/>
                  </a:lnTo>
                  <a:lnTo>
                    <a:pt x="189923" y="280972"/>
                  </a:lnTo>
                  <a:lnTo>
                    <a:pt x="144300" y="28832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38738" y="558175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69" h="293369">
                  <a:moveTo>
                    <a:pt x="146555" y="293375"/>
                  </a:moveTo>
                  <a:lnTo>
                    <a:pt x="100263" y="285893"/>
                  </a:lnTo>
                  <a:lnTo>
                    <a:pt x="60036" y="265057"/>
                  </a:lnTo>
                  <a:lnTo>
                    <a:pt x="28299" y="233279"/>
                  </a:lnTo>
                  <a:lnTo>
                    <a:pt x="7479" y="192970"/>
                  </a:lnTo>
                  <a:lnTo>
                    <a:pt x="0" y="146542"/>
                  </a:lnTo>
                  <a:lnTo>
                    <a:pt x="7479" y="100256"/>
                  </a:lnTo>
                  <a:lnTo>
                    <a:pt x="28299" y="60033"/>
                  </a:lnTo>
                  <a:lnTo>
                    <a:pt x="60036" y="28299"/>
                  </a:lnTo>
                  <a:lnTo>
                    <a:pt x="100263" y="7479"/>
                  </a:lnTo>
                  <a:lnTo>
                    <a:pt x="146555" y="0"/>
                  </a:lnTo>
                  <a:lnTo>
                    <a:pt x="176097" y="4773"/>
                  </a:lnTo>
                  <a:lnTo>
                    <a:pt x="146555" y="4773"/>
                  </a:lnTo>
                  <a:lnTo>
                    <a:pt x="117902" y="7633"/>
                  </a:lnTo>
                  <a:lnTo>
                    <a:pt x="67233" y="28934"/>
                  </a:lnTo>
                  <a:lnTo>
                    <a:pt x="28934" y="67272"/>
                  </a:lnTo>
                  <a:lnTo>
                    <a:pt x="7633" y="118014"/>
                  </a:lnTo>
                  <a:lnTo>
                    <a:pt x="4773" y="146542"/>
                  </a:lnTo>
                  <a:lnTo>
                    <a:pt x="7633" y="175198"/>
                  </a:lnTo>
                  <a:lnTo>
                    <a:pt x="28934" y="225976"/>
                  </a:lnTo>
                  <a:lnTo>
                    <a:pt x="67233" y="264319"/>
                  </a:lnTo>
                  <a:lnTo>
                    <a:pt x="117902" y="285701"/>
                  </a:lnTo>
                  <a:lnTo>
                    <a:pt x="146555" y="288601"/>
                  </a:lnTo>
                  <a:lnTo>
                    <a:pt x="176087" y="288601"/>
                  </a:lnTo>
                  <a:lnTo>
                    <a:pt x="146555" y="293375"/>
                  </a:lnTo>
                  <a:close/>
                </a:path>
                <a:path w="293369" h="293369">
                  <a:moveTo>
                    <a:pt x="176087" y="288601"/>
                  </a:moveTo>
                  <a:lnTo>
                    <a:pt x="146555" y="288601"/>
                  </a:lnTo>
                  <a:lnTo>
                    <a:pt x="175205" y="285701"/>
                  </a:lnTo>
                  <a:lnTo>
                    <a:pt x="201857" y="277404"/>
                  </a:lnTo>
                  <a:lnTo>
                    <a:pt x="247050" y="247050"/>
                  </a:lnTo>
                  <a:lnTo>
                    <a:pt x="277409" y="201850"/>
                  </a:lnTo>
                  <a:lnTo>
                    <a:pt x="288601" y="146542"/>
                  </a:lnTo>
                  <a:lnTo>
                    <a:pt x="285703" y="118014"/>
                  </a:lnTo>
                  <a:lnTo>
                    <a:pt x="264324" y="67272"/>
                  </a:lnTo>
                  <a:lnTo>
                    <a:pt x="225981" y="28934"/>
                  </a:lnTo>
                  <a:lnTo>
                    <a:pt x="175205" y="7633"/>
                  </a:lnTo>
                  <a:lnTo>
                    <a:pt x="146555" y="4773"/>
                  </a:lnTo>
                  <a:lnTo>
                    <a:pt x="176097" y="4773"/>
                  </a:lnTo>
                  <a:lnTo>
                    <a:pt x="233064" y="28299"/>
                  </a:lnTo>
                  <a:lnTo>
                    <a:pt x="264799" y="60033"/>
                  </a:lnTo>
                  <a:lnTo>
                    <a:pt x="285619" y="100256"/>
                  </a:lnTo>
                  <a:lnTo>
                    <a:pt x="293098" y="146542"/>
                  </a:lnTo>
                  <a:lnTo>
                    <a:pt x="285619" y="192970"/>
                  </a:lnTo>
                  <a:lnTo>
                    <a:pt x="264799" y="233279"/>
                  </a:lnTo>
                  <a:lnTo>
                    <a:pt x="233064" y="265057"/>
                  </a:lnTo>
                  <a:lnTo>
                    <a:pt x="192841" y="285893"/>
                  </a:lnTo>
                  <a:lnTo>
                    <a:pt x="176087" y="28860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237" y="594664"/>
              <a:ext cx="220097" cy="22038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591741" y="362610"/>
              <a:ext cx="175260" cy="27305"/>
            </a:xfrm>
            <a:custGeom>
              <a:avLst/>
              <a:gdLst/>
              <a:ahLst/>
              <a:cxnLst/>
              <a:rect l="l" t="t" r="r" b="b"/>
              <a:pathLst>
                <a:path w="175260" h="27304">
                  <a:moveTo>
                    <a:pt x="27000" y="9918"/>
                  </a:moveTo>
                  <a:lnTo>
                    <a:pt x="25577" y="6477"/>
                  </a:lnTo>
                  <a:lnTo>
                    <a:pt x="20510" y="1422"/>
                  </a:lnTo>
                  <a:lnTo>
                    <a:pt x="17081" y="0"/>
                  </a:lnTo>
                  <a:lnTo>
                    <a:pt x="6045" y="0"/>
                  </a:lnTo>
                  <a:lnTo>
                    <a:pt x="0" y="6045"/>
                  </a:lnTo>
                  <a:lnTo>
                    <a:pt x="0" y="13500"/>
                  </a:lnTo>
                  <a:lnTo>
                    <a:pt x="0" y="20955"/>
                  </a:lnTo>
                  <a:lnTo>
                    <a:pt x="6045" y="27000"/>
                  </a:lnTo>
                  <a:lnTo>
                    <a:pt x="20955" y="27000"/>
                  </a:lnTo>
                  <a:lnTo>
                    <a:pt x="27000" y="20955"/>
                  </a:lnTo>
                  <a:lnTo>
                    <a:pt x="27000" y="9918"/>
                  </a:lnTo>
                  <a:close/>
                </a:path>
                <a:path w="175260" h="27304">
                  <a:moveTo>
                    <a:pt x="101003" y="9918"/>
                  </a:moveTo>
                  <a:lnTo>
                    <a:pt x="99580" y="6477"/>
                  </a:lnTo>
                  <a:lnTo>
                    <a:pt x="94526" y="1422"/>
                  </a:lnTo>
                  <a:lnTo>
                    <a:pt x="91084" y="0"/>
                  </a:lnTo>
                  <a:lnTo>
                    <a:pt x="80048" y="0"/>
                  </a:lnTo>
                  <a:lnTo>
                    <a:pt x="74002" y="6045"/>
                  </a:lnTo>
                  <a:lnTo>
                    <a:pt x="74002" y="13500"/>
                  </a:lnTo>
                  <a:lnTo>
                    <a:pt x="74002" y="20955"/>
                  </a:lnTo>
                  <a:lnTo>
                    <a:pt x="80048" y="27000"/>
                  </a:lnTo>
                  <a:lnTo>
                    <a:pt x="94957" y="27000"/>
                  </a:lnTo>
                  <a:lnTo>
                    <a:pt x="101003" y="20955"/>
                  </a:lnTo>
                  <a:lnTo>
                    <a:pt x="101003" y="9918"/>
                  </a:lnTo>
                  <a:close/>
                </a:path>
                <a:path w="175260" h="27304">
                  <a:moveTo>
                    <a:pt x="175018" y="9918"/>
                  </a:moveTo>
                  <a:lnTo>
                    <a:pt x="173596" y="6477"/>
                  </a:lnTo>
                  <a:lnTo>
                    <a:pt x="168529" y="1422"/>
                  </a:lnTo>
                  <a:lnTo>
                    <a:pt x="165100" y="0"/>
                  </a:lnTo>
                  <a:lnTo>
                    <a:pt x="154063" y="0"/>
                  </a:lnTo>
                  <a:lnTo>
                    <a:pt x="148018" y="6045"/>
                  </a:lnTo>
                  <a:lnTo>
                    <a:pt x="148018" y="13500"/>
                  </a:lnTo>
                  <a:lnTo>
                    <a:pt x="148018" y="20955"/>
                  </a:lnTo>
                  <a:lnTo>
                    <a:pt x="154063" y="27000"/>
                  </a:lnTo>
                  <a:lnTo>
                    <a:pt x="168973" y="27000"/>
                  </a:lnTo>
                  <a:lnTo>
                    <a:pt x="175018" y="20955"/>
                  </a:lnTo>
                  <a:lnTo>
                    <a:pt x="175018" y="991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823899" y="7006"/>
            <a:ext cx="1325245" cy="777875"/>
            <a:chOff x="7823899" y="7006"/>
            <a:chExt cx="1325245" cy="777875"/>
          </a:xfrm>
        </p:grpSpPr>
        <p:sp>
          <p:nvSpPr>
            <p:cNvPr id="13" name="object 13" descr=""/>
            <p:cNvSpPr/>
            <p:nvPr/>
          </p:nvSpPr>
          <p:spPr>
            <a:xfrm>
              <a:off x="8151324" y="11769"/>
              <a:ext cx="993140" cy="489584"/>
            </a:xfrm>
            <a:custGeom>
              <a:avLst/>
              <a:gdLst/>
              <a:ahLst/>
              <a:cxnLst/>
              <a:rect l="l" t="t" r="r" b="b"/>
              <a:pathLst>
                <a:path w="993140" h="489584">
                  <a:moveTo>
                    <a:pt x="992675" y="0"/>
                  </a:moveTo>
                  <a:lnTo>
                    <a:pt x="0" y="489505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28349" y="207400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4" h="572770">
                  <a:moveTo>
                    <a:pt x="286424" y="572299"/>
                  </a:moveTo>
                  <a:lnTo>
                    <a:pt x="239950" y="568553"/>
                  </a:lnTo>
                  <a:lnTo>
                    <a:pt x="195868" y="557706"/>
                  </a:lnTo>
                  <a:lnTo>
                    <a:pt x="154768" y="540346"/>
                  </a:lnTo>
                  <a:lnTo>
                    <a:pt x="117239" y="517061"/>
                  </a:lnTo>
                  <a:lnTo>
                    <a:pt x="83868" y="488440"/>
                  </a:lnTo>
                  <a:lnTo>
                    <a:pt x="55245" y="455071"/>
                  </a:lnTo>
                  <a:lnTo>
                    <a:pt x="31958" y="417542"/>
                  </a:lnTo>
                  <a:lnTo>
                    <a:pt x="14596" y="376440"/>
                  </a:lnTo>
                  <a:lnTo>
                    <a:pt x="3747" y="332355"/>
                  </a:lnTo>
                  <a:lnTo>
                    <a:pt x="0" y="285874"/>
                  </a:lnTo>
                  <a:lnTo>
                    <a:pt x="3747" y="239549"/>
                  </a:lnTo>
                  <a:lnTo>
                    <a:pt x="14596" y="195587"/>
                  </a:lnTo>
                  <a:lnTo>
                    <a:pt x="31958" y="154580"/>
                  </a:lnTo>
                  <a:lnTo>
                    <a:pt x="55245" y="117120"/>
                  </a:lnTo>
                  <a:lnTo>
                    <a:pt x="83868" y="83799"/>
                  </a:lnTo>
                  <a:lnTo>
                    <a:pt x="117239" y="55210"/>
                  </a:lnTo>
                  <a:lnTo>
                    <a:pt x="154768" y="31943"/>
                  </a:lnTo>
                  <a:lnTo>
                    <a:pt x="195868" y="14591"/>
                  </a:lnTo>
                  <a:lnTo>
                    <a:pt x="239950" y="3746"/>
                  </a:lnTo>
                  <a:lnTo>
                    <a:pt x="286424" y="0"/>
                  </a:lnTo>
                  <a:lnTo>
                    <a:pt x="332905" y="3746"/>
                  </a:lnTo>
                  <a:lnTo>
                    <a:pt x="376990" y="14591"/>
                  </a:lnTo>
                  <a:lnTo>
                    <a:pt x="418092" y="31943"/>
                  </a:lnTo>
                  <a:lnTo>
                    <a:pt x="455621" y="55210"/>
                  </a:lnTo>
                  <a:lnTo>
                    <a:pt x="488990" y="83799"/>
                  </a:lnTo>
                  <a:lnTo>
                    <a:pt x="517611" y="117120"/>
                  </a:lnTo>
                  <a:lnTo>
                    <a:pt x="540896" y="154580"/>
                  </a:lnTo>
                  <a:lnTo>
                    <a:pt x="558256" y="195587"/>
                  </a:lnTo>
                  <a:lnTo>
                    <a:pt x="569103" y="239549"/>
                  </a:lnTo>
                  <a:lnTo>
                    <a:pt x="572849" y="285874"/>
                  </a:lnTo>
                  <a:lnTo>
                    <a:pt x="569103" y="332355"/>
                  </a:lnTo>
                  <a:lnTo>
                    <a:pt x="558256" y="376440"/>
                  </a:lnTo>
                  <a:lnTo>
                    <a:pt x="540896" y="417542"/>
                  </a:lnTo>
                  <a:lnTo>
                    <a:pt x="517611" y="455071"/>
                  </a:lnTo>
                  <a:lnTo>
                    <a:pt x="488990" y="488440"/>
                  </a:lnTo>
                  <a:lnTo>
                    <a:pt x="455621" y="517061"/>
                  </a:lnTo>
                  <a:lnTo>
                    <a:pt x="418092" y="540346"/>
                  </a:lnTo>
                  <a:lnTo>
                    <a:pt x="376990" y="557706"/>
                  </a:lnTo>
                  <a:lnTo>
                    <a:pt x="332905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823899" y="202399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5" h="582930">
                  <a:moveTo>
                    <a:pt x="290874" y="582324"/>
                  </a:moveTo>
                  <a:lnTo>
                    <a:pt x="243735" y="578512"/>
                  </a:lnTo>
                  <a:lnTo>
                    <a:pt x="199001" y="567474"/>
                  </a:lnTo>
                  <a:lnTo>
                    <a:pt x="157276" y="549810"/>
                  </a:lnTo>
                  <a:lnTo>
                    <a:pt x="119161" y="526116"/>
                  </a:lnTo>
                  <a:lnTo>
                    <a:pt x="85259" y="496993"/>
                  </a:lnTo>
                  <a:lnTo>
                    <a:pt x="56171" y="463038"/>
                  </a:lnTo>
                  <a:lnTo>
                    <a:pt x="32499" y="424851"/>
                  </a:lnTo>
                  <a:lnTo>
                    <a:pt x="14845" y="383028"/>
                  </a:lnTo>
                  <a:lnTo>
                    <a:pt x="3811" y="338170"/>
                  </a:lnTo>
                  <a:lnTo>
                    <a:pt x="0" y="290874"/>
                  </a:lnTo>
                  <a:lnTo>
                    <a:pt x="3811" y="243735"/>
                  </a:lnTo>
                  <a:lnTo>
                    <a:pt x="14845" y="199001"/>
                  </a:lnTo>
                  <a:lnTo>
                    <a:pt x="32499" y="157276"/>
                  </a:lnTo>
                  <a:lnTo>
                    <a:pt x="56171" y="119161"/>
                  </a:lnTo>
                  <a:lnTo>
                    <a:pt x="85259" y="85259"/>
                  </a:lnTo>
                  <a:lnTo>
                    <a:pt x="119161" y="56171"/>
                  </a:lnTo>
                  <a:lnTo>
                    <a:pt x="157276" y="32499"/>
                  </a:lnTo>
                  <a:lnTo>
                    <a:pt x="199001" y="14845"/>
                  </a:lnTo>
                  <a:lnTo>
                    <a:pt x="243735" y="3811"/>
                  </a:lnTo>
                  <a:lnTo>
                    <a:pt x="290874" y="0"/>
                  </a:lnTo>
                  <a:lnTo>
                    <a:pt x="338021" y="3811"/>
                  </a:lnTo>
                  <a:lnTo>
                    <a:pt x="360985" y="9474"/>
                  </a:lnTo>
                  <a:lnTo>
                    <a:pt x="290874" y="9474"/>
                  </a:lnTo>
                  <a:lnTo>
                    <a:pt x="234007" y="15151"/>
                  </a:lnTo>
                  <a:lnTo>
                    <a:pt x="181106" y="31484"/>
                  </a:lnTo>
                  <a:lnTo>
                    <a:pt x="133220" y="57431"/>
                  </a:lnTo>
                  <a:lnTo>
                    <a:pt x="91399" y="91949"/>
                  </a:lnTo>
                  <a:lnTo>
                    <a:pt x="57113" y="133529"/>
                  </a:lnTo>
                  <a:lnTo>
                    <a:pt x="31140" y="181381"/>
                  </a:lnTo>
                  <a:lnTo>
                    <a:pt x="14678" y="234248"/>
                  </a:lnTo>
                  <a:lnTo>
                    <a:pt x="8924" y="290874"/>
                  </a:lnTo>
                  <a:lnTo>
                    <a:pt x="14678" y="347753"/>
                  </a:lnTo>
                  <a:lnTo>
                    <a:pt x="31140" y="400656"/>
                  </a:lnTo>
                  <a:lnTo>
                    <a:pt x="57113" y="448543"/>
                  </a:lnTo>
                  <a:lnTo>
                    <a:pt x="91399" y="490374"/>
                  </a:lnTo>
                  <a:lnTo>
                    <a:pt x="133220" y="524650"/>
                  </a:lnTo>
                  <a:lnTo>
                    <a:pt x="181106" y="550624"/>
                  </a:lnTo>
                  <a:lnTo>
                    <a:pt x="234007" y="567092"/>
                  </a:lnTo>
                  <a:lnTo>
                    <a:pt x="290874" y="572849"/>
                  </a:lnTo>
                  <a:lnTo>
                    <a:pt x="360974" y="572849"/>
                  </a:lnTo>
                  <a:lnTo>
                    <a:pt x="338021" y="578512"/>
                  </a:lnTo>
                  <a:lnTo>
                    <a:pt x="290874" y="582324"/>
                  </a:lnTo>
                  <a:close/>
                </a:path>
                <a:path w="582295" h="582930">
                  <a:moveTo>
                    <a:pt x="360974" y="572849"/>
                  </a:moveTo>
                  <a:lnTo>
                    <a:pt x="290874" y="572849"/>
                  </a:lnTo>
                  <a:lnTo>
                    <a:pt x="347748" y="567092"/>
                  </a:lnTo>
                  <a:lnTo>
                    <a:pt x="400596" y="550624"/>
                  </a:lnTo>
                  <a:lnTo>
                    <a:pt x="448322" y="524650"/>
                  </a:lnTo>
                  <a:lnTo>
                    <a:pt x="489824" y="490374"/>
                  </a:lnTo>
                  <a:lnTo>
                    <a:pt x="524343" y="448543"/>
                  </a:lnTo>
                  <a:lnTo>
                    <a:pt x="550290" y="400656"/>
                  </a:lnTo>
                  <a:lnTo>
                    <a:pt x="566623" y="347753"/>
                  </a:lnTo>
                  <a:lnTo>
                    <a:pt x="572299" y="290874"/>
                  </a:lnTo>
                  <a:lnTo>
                    <a:pt x="566623" y="234248"/>
                  </a:lnTo>
                  <a:lnTo>
                    <a:pt x="550290" y="181381"/>
                  </a:lnTo>
                  <a:lnTo>
                    <a:pt x="524343" y="133529"/>
                  </a:lnTo>
                  <a:lnTo>
                    <a:pt x="489824" y="91949"/>
                  </a:lnTo>
                  <a:lnTo>
                    <a:pt x="448322" y="57431"/>
                  </a:lnTo>
                  <a:lnTo>
                    <a:pt x="400596" y="31484"/>
                  </a:lnTo>
                  <a:lnTo>
                    <a:pt x="347748" y="15151"/>
                  </a:lnTo>
                  <a:lnTo>
                    <a:pt x="290874" y="9474"/>
                  </a:lnTo>
                  <a:lnTo>
                    <a:pt x="360985" y="9474"/>
                  </a:lnTo>
                  <a:lnTo>
                    <a:pt x="424489" y="32499"/>
                  </a:lnTo>
                  <a:lnTo>
                    <a:pt x="462607" y="56171"/>
                  </a:lnTo>
                  <a:lnTo>
                    <a:pt x="496512" y="85259"/>
                  </a:lnTo>
                  <a:lnTo>
                    <a:pt x="525602" y="119161"/>
                  </a:lnTo>
                  <a:lnTo>
                    <a:pt x="549275" y="157276"/>
                  </a:lnTo>
                  <a:lnTo>
                    <a:pt x="566929" y="199001"/>
                  </a:lnTo>
                  <a:lnTo>
                    <a:pt x="577963" y="243735"/>
                  </a:lnTo>
                  <a:lnTo>
                    <a:pt x="581774" y="290874"/>
                  </a:lnTo>
                  <a:lnTo>
                    <a:pt x="577963" y="338170"/>
                  </a:lnTo>
                  <a:lnTo>
                    <a:pt x="566929" y="383028"/>
                  </a:lnTo>
                  <a:lnTo>
                    <a:pt x="549275" y="424851"/>
                  </a:lnTo>
                  <a:lnTo>
                    <a:pt x="525602" y="463038"/>
                  </a:lnTo>
                  <a:lnTo>
                    <a:pt x="496512" y="496993"/>
                  </a:lnTo>
                  <a:lnTo>
                    <a:pt x="462607" y="526116"/>
                  </a:lnTo>
                  <a:lnTo>
                    <a:pt x="424489" y="549810"/>
                  </a:lnTo>
                  <a:lnTo>
                    <a:pt x="382760" y="567474"/>
                  </a:lnTo>
                  <a:lnTo>
                    <a:pt x="360974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00799" y="279850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90">
                  <a:moveTo>
                    <a:pt x="213974" y="427424"/>
                  </a:moveTo>
                  <a:lnTo>
                    <a:pt x="164928" y="421771"/>
                  </a:lnTo>
                  <a:lnTo>
                    <a:pt x="119896" y="405666"/>
                  </a:lnTo>
                  <a:lnTo>
                    <a:pt x="80165" y="380399"/>
                  </a:lnTo>
                  <a:lnTo>
                    <a:pt x="47023" y="347254"/>
                  </a:lnTo>
                  <a:lnTo>
                    <a:pt x="21757" y="307519"/>
                  </a:lnTo>
                  <a:lnTo>
                    <a:pt x="5653" y="262480"/>
                  </a:lnTo>
                  <a:lnTo>
                    <a:pt x="0" y="213424"/>
                  </a:lnTo>
                  <a:lnTo>
                    <a:pt x="5653" y="164408"/>
                  </a:lnTo>
                  <a:lnTo>
                    <a:pt x="21757" y="119455"/>
                  </a:lnTo>
                  <a:lnTo>
                    <a:pt x="47023" y="79832"/>
                  </a:lnTo>
                  <a:lnTo>
                    <a:pt x="80165" y="46807"/>
                  </a:lnTo>
                  <a:lnTo>
                    <a:pt x="119896" y="21648"/>
                  </a:lnTo>
                  <a:lnTo>
                    <a:pt x="164928" y="5623"/>
                  </a:lnTo>
                  <a:lnTo>
                    <a:pt x="213974" y="0"/>
                  </a:lnTo>
                  <a:lnTo>
                    <a:pt x="263030" y="5623"/>
                  </a:lnTo>
                  <a:lnTo>
                    <a:pt x="308069" y="21648"/>
                  </a:lnTo>
                  <a:lnTo>
                    <a:pt x="347804" y="46807"/>
                  </a:lnTo>
                  <a:lnTo>
                    <a:pt x="380949" y="79832"/>
                  </a:lnTo>
                  <a:lnTo>
                    <a:pt x="406216" y="119455"/>
                  </a:lnTo>
                  <a:lnTo>
                    <a:pt x="422321" y="164408"/>
                  </a:lnTo>
                  <a:lnTo>
                    <a:pt x="427974" y="213424"/>
                  </a:lnTo>
                  <a:lnTo>
                    <a:pt x="422321" y="262480"/>
                  </a:lnTo>
                  <a:lnTo>
                    <a:pt x="406216" y="307519"/>
                  </a:lnTo>
                  <a:lnTo>
                    <a:pt x="380949" y="347254"/>
                  </a:lnTo>
                  <a:lnTo>
                    <a:pt x="347804" y="380399"/>
                  </a:lnTo>
                  <a:lnTo>
                    <a:pt x="308069" y="405666"/>
                  </a:lnTo>
                  <a:lnTo>
                    <a:pt x="263030" y="421771"/>
                  </a:lnTo>
                  <a:lnTo>
                    <a:pt x="213974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96349" y="274824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79" h="437515">
                  <a:moveTo>
                    <a:pt x="218424" y="437449"/>
                  </a:moveTo>
                  <a:lnTo>
                    <a:pt x="168250" y="431664"/>
                  </a:lnTo>
                  <a:lnTo>
                    <a:pt x="122239" y="415186"/>
                  </a:lnTo>
                  <a:lnTo>
                    <a:pt x="81688" y="389330"/>
                  </a:lnTo>
                  <a:lnTo>
                    <a:pt x="47893" y="355412"/>
                  </a:lnTo>
                  <a:lnTo>
                    <a:pt x="22149" y="314749"/>
                  </a:lnTo>
                  <a:lnTo>
                    <a:pt x="5753" y="268656"/>
                  </a:lnTo>
                  <a:lnTo>
                    <a:pt x="0" y="218449"/>
                  </a:lnTo>
                  <a:lnTo>
                    <a:pt x="5753" y="168454"/>
                  </a:lnTo>
                  <a:lnTo>
                    <a:pt x="22149" y="122510"/>
                  </a:lnTo>
                  <a:lnTo>
                    <a:pt x="47893" y="81945"/>
                  </a:lnTo>
                  <a:lnTo>
                    <a:pt x="81688" y="48084"/>
                  </a:lnTo>
                  <a:lnTo>
                    <a:pt x="122239" y="22255"/>
                  </a:lnTo>
                  <a:lnTo>
                    <a:pt x="168250" y="5784"/>
                  </a:lnTo>
                  <a:lnTo>
                    <a:pt x="218424" y="0"/>
                  </a:lnTo>
                  <a:lnTo>
                    <a:pt x="268428" y="5784"/>
                  </a:lnTo>
                  <a:lnTo>
                    <a:pt x="278721" y="9474"/>
                  </a:lnTo>
                  <a:lnTo>
                    <a:pt x="218424" y="9474"/>
                  </a:lnTo>
                  <a:lnTo>
                    <a:pt x="176146" y="13726"/>
                  </a:lnTo>
                  <a:lnTo>
                    <a:pt x="136793" y="25921"/>
                  </a:lnTo>
                  <a:lnTo>
                    <a:pt x="101199" y="45218"/>
                  </a:lnTo>
                  <a:lnTo>
                    <a:pt x="70199" y="70774"/>
                  </a:lnTo>
                  <a:lnTo>
                    <a:pt x="44632" y="101766"/>
                  </a:lnTo>
                  <a:lnTo>
                    <a:pt x="25337" y="137299"/>
                  </a:lnTo>
                  <a:lnTo>
                    <a:pt x="13148" y="176489"/>
                  </a:lnTo>
                  <a:lnTo>
                    <a:pt x="8899" y="218449"/>
                  </a:lnTo>
                  <a:lnTo>
                    <a:pt x="13148" y="260731"/>
                  </a:lnTo>
                  <a:lnTo>
                    <a:pt x="25337" y="300090"/>
                  </a:lnTo>
                  <a:lnTo>
                    <a:pt x="44632" y="335685"/>
                  </a:lnTo>
                  <a:lnTo>
                    <a:pt x="70199" y="366674"/>
                  </a:lnTo>
                  <a:lnTo>
                    <a:pt x="101199" y="392242"/>
                  </a:lnTo>
                  <a:lnTo>
                    <a:pt x="136793" y="411537"/>
                  </a:lnTo>
                  <a:lnTo>
                    <a:pt x="176146" y="423726"/>
                  </a:lnTo>
                  <a:lnTo>
                    <a:pt x="218424" y="427974"/>
                  </a:lnTo>
                  <a:lnTo>
                    <a:pt x="278716" y="427974"/>
                  </a:lnTo>
                  <a:lnTo>
                    <a:pt x="268428" y="431664"/>
                  </a:lnTo>
                  <a:lnTo>
                    <a:pt x="218424" y="437449"/>
                  </a:lnTo>
                  <a:close/>
                </a:path>
                <a:path w="436879" h="437515">
                  <a:moveTo>
                    <a:pt x="278716" y="427974"/>
                  </a:moveTo>
                  <a:lnTo>
                    <a:pt x="218424" y="427974"/>
                  </a:lnTo>
                  <a:lnTo>
                    <a:pt x="260631" y="423726"/>
                  </a:lnTo>
                  <a:lnTo>
                    <a:pt x="299799" y="411537"/>
                  </a:lnTo>
                  <a:lnTo>
                    <a:pt x="335199" y="392242"/>
                  </a:lnTo>
                  <a:lnTo>
                    <a:pt x="366099" y="366674"/>
                  </a:lnTo>
                  <a:lnTo>
                    <a:pt x="391667" y="335685"/>
                  </a:lnTo>
                  <a:lnTo>
                    <a:pt x="410962" y="300090"/>
                  </a:lnTo>
                  <a:lnTo>
                    <a:pt x="423151" y="260731"/>
                  </a:lnTo>
                  <a:lnTo>
                    <a:pt x="427399" y="218449"/>
                  </a:lnTo>
                  <a:lnTo>
                    <a:pt x="423151" y="176489"/>
                  </a:lnTo>
                  <a:lnTo>
                    <a:pt x="410962" y="137299"/>
                  </a:lnTo>
                  <a:lnTo>
                    <a:pt x="391667" y="101766"/>
                  </a:lnTo>
                  <a:lnTo>
                    <a:pt x="366099" y="70774"/>
                  </a:lnTo>
                  <a:lnTo>
                    <a:pt x="335199" y="45218"/>
                  </a:lnTo>
                  <a:lnTo>
                    <a:pt x="299799" y="25921"/>
                  </a:lnTo>
                  <a:lnTo>
                    <a:pt x="260631" y="13726"/>
                  </a:lnTo>
                  <a:lnTo>
                    <a:pt x="218424" y="9474"/>
                  </a:lnTo>
                  <a:lnTo>
                    <a:pt x="278721" y="9474"/>
                  </a:lnTo>
                  <a:lnTo>
                    <a:pt x="354940" y="48084"/>
                  </a:lnTo>
                  <a:lnTo>
                    <a:pt x="388798" y="81945"/>
                  </a:lnTo>
                  <a:lnTo>
                    <a:pt x="414623" y="122510"/>
                  </a:lnTo>
                  <a:lnTo>
                    <a:pt x="431091" y="168454"/>
                  </a:lnTo>
                  <a:lnTo>
                    <a:pt x="436874" y="218449"/>
                  </a:lnTo>
                  <a:lnTo>
                    <a:pt x="431091" y="268656"/>
                  </a:lnTo>
                  <a:lnTo>
                    <a:pt x="414623" y="314749"/>
                  </a:lnTo>
                  <a:lnTo>
                    <a:pt x="388798" y="355412"/>
                  </a:lnTo>
                  <a:lnTo>
                    <a:pt x="354940" y="389330"/>
                  </a:lnTo>
                  <a:lnTo>
                    <a:pt x="314374" y="415186"/>
                  </a:lnTo>
                  <a:lnTo>
                    <a:pt x="278716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79374" y="35842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135399" y="270274"/>
                  </a:moveTo>
                  <a:lnTo>
                    <a:pt x="92643" y="263359"/>
                  </a:lnTo>
                  <a:lnTo>
                    <a:pt x="55479" y="244111"/>
                  </a:lnTo>
                  <a:lnTo>
                    <a:pt x="26154" y="214779"/>
                  </a:lnTo>
                  <a:lnTo>
                    <a:pt x="6912" y="177609"/>
                  </a:lnTo>
                  <a:lnTo>
                    <a:pt x="0" y="134849"/>
                  </a:lnTo>
                  <a:lnTo>
                    <a:pt x="6912" y="92371"/>
                  </a:lnTo>
                  <a:lnTo>
                    <a:pt x="26154" y="55371"/>
                  </a:lnTo>
                  <a:lnTo>
                    <a:pt x="55479" y="26126"/>
                  </a:lnTo>
                  <a:lnTo>
                    <a:pt x="92643" y="6910"/>
                  </a:lnTo>
                  <a:lnTo>
                    <a:pt x="135399" y="0"/>
                  </a:lnTo>
                  <a:lnTo>
                    <a:pt x="178102" y="6910"/>
                  </a:lnTo>
                  <a:lnTo>
                    <a:pt x="215135" y="26126"/>
                  </a:lnTo>
                  <a:lnTo>
                    <a:pt x="244305" y="55371"/>
                  </a:lnTo>
                  <a:lnTo>
                    <a:pt x="263416" y="92371"/>
                  </a:lnTo>
                  <a:lnTo>
                    <a:pt x="270274" y="134849"/>
                  </a:lnTo>
                  <a:lnTo>
                    <a:pt x="263416" y="177609"/>
                  </a:lnTo>
                  <a:lnTo>
                    <a:pt x="244305" y="214779"/>
                  </a:lnTo>
                  <a:lnTo>
                    <a:pt x="215135" y="244111"/>
                  </a:lnTo>
                  <a:lnTo>
                    <a:pt x="178102" y="263359"/>
                  </a:lnTo>
                  <a:lnTo>
                    <a:pt x="135399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74924" y="353975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49" y="279174"/>
                  </a:moveTo>
                  <a:lnTo>
                    <a:pt x="95564" y="272065"/>
                  </a:lnTo>
                  <a:lnTo>
                    <a:pt x="57164" y="252251"/>
                  </a:lnTo>
                  <a:lnTo>
                    <a:pt x="26921" y="222005"/>
                  </a:lnTo>
                  <a:lnTo>
                    <a:pt x="7109" y="183597"/>
                  </a:lnTo>
                  <a:lnTo>
                    <a:pt x="0" y="139299"/>
                  </a:lnTo>
                  <a:lnTo>
                    <a:pt x="7109" y="95283"/>
                  </a:lnTo>
                  <a:lnTo>
                    <a:pt x="26921" y="57045"/>
                  </a:lnTo>
                  <a:lnTo>
                    <a:pt x="57164" y="26886"/>
                  </a:lnTo>
                  <a:lnTo>
                    <a:pt x="95564" y="7104"/>
                  </a:lnTo>
                  <a:lnTo>
                    <a:pt x="139849" y="0"/>
                  </a:lnTo>
                  <a:lnTo>
                    <a:pt x="183926" y="7104"/>
                  </a:lnTo>
                  <a:lnTo>
                    <a:pt x="187409" y="8899"/>
                  </a:lnTo>
                  <a:lnTo>
                    <a:pt x="139849" y="8899"/>
                  </a:lnTo>
                  <a:lnTo>
                    <a:pt x="113496" y="11539"/>
                  </a:lnTo>
                  <a:lnTo>
                    <a:pt x="66826" y="31238"/>
                  </a:lnTo>
                  <a:lnTo>
                    <a:pt x="31556" y="66586"/>
                  </a:lnTo>
                  <a:lnTo>
                    <a:pt x="12081" y="113187"/>
                  </a:lnTo>
                  <a:lnTo>
                    <a:pt x="9449" y="139299"/>
                  </a:lnTo>
                  <a:lnTo>
                    <a:pt x="12081" y="165744"/>
                  </a:lnTo>
                  <a:lnTo>
                    <a:pt x="31556" y="212569"/>
                  </a:lnTo>
                  <a:lnTo>
                    <a:pt x="66826" y="247604"/>
                  </a:lnTo>
                  <a:lnTo>
                    <a:pt x="113496" y="267072"/>
                  </a:lnTo>
                  <a:lnTo>
                    <a:pt x="139849" y="269699"/>
                  </a:lnTo>
                  <a:lnTo>
                    <a:pt x="188508" y="269699"/>
                  </a:lnTo>
                  <a:lnTo>
                    <a:pt x="183926" y="272065"/>
                  </a:lnTo>
                  <a:lnTo>
                    <a:pt x="139849" y="279174"/>
                  </a:lnTo>
                  <a:close/>
                </a:path>
                <a:path w="280034" h="279400">
                  <a:moveTo>
                    <a:pt x="188508" y="269699"/>
                  </a:moveTo>
                  <a:lnTo>
                    <a:pt x="139849" y="269699"/>
                  </a:lnTo>
                  <a:lnTo>
                    <a:pt x="166208" y="267072"/>
                  </a:lnTo>
                  <a:lnTo>
                    <a:pt x="190634" y="259534"/>
                  </a:lnTo>
                  <a:lnTo>
                    <a:pt x="231799" y="231799"/>
                  </a:lnTo>
                  <a:lnTo>
                    <a:pt x="260015" y="190359"/>
                  </a:lnTo>
                  <a:lnTo>
                    <a:pt x="270249" y="139299"/>
                  </a:lnTo>
                  <a:lnTo>
                    <a:pt x="267613" y="113187"/>
                  </a:lnTo>
                  <a:lnTo>
                    <a:pt x="247922" y="66586"/>
                  </a:lnTo>
                  <a:lnTo>
                    <a:pt x="212655" y="31238"/>
                  </a:lnTo>
                  <a:lnTo>
                    <a:pt x="166208" y="11539"/>
                  </a:lnTo>
                  <a:lnTo>
                    <a:pt x="139849" y="8899"/>
                  </a:lnTo>
                  <a:lnTo>
                    <a:pt x="187409" y="8899"/>
                  </a:lnTo>
                  <a:lnTo>
                    <a:pt x="222306" y="26886"/>
                  </a:lnTo>
                  <a:lnTo>
                    <a:pt x="252636" y="57045"/>
                  </a:lnTo>
                  <a:lnTo>
                    <a:pt x="272560" y="95283"/>
                  </a:lnTo>
                  <a:lnTo>
                    <a:pt x="279724" y="139299"/>
                  </a:lnTo>
                  <a:lnTo>
                    <a:pt x="272560" y="183597"/>
                  </a:lnTo>
                  <a:lnTo>
                    <a:pt x="252636" y="222005"/>
                  </a:lnTo>
                  <a:lnTo>
                    <a:pt x="222306" y="252251"/>
                  </a:lnTo>
                  <a:lnTo>
                    <a:pt x="188508" y="2696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8698649" y="1117487"/>
            <a:ext cx="292100" cy="292735"/>
            <a:chOff x="8698649" y="1117487"/>
            <a:chExt cx="292100" cy="292735"/>
          </a:xfrm>
        </p:grpSpPr>
        <p:sp>
          <p:nvSpPr>
            <p:cNvPr id="21" name="object 21" descr=""/>
            <p:cNvSpPr/>
            <p:nvPr/>
          </p:nvSpPr>
          <p:spPr>
            <a:xfrm>
              <a:off x="8703124" y="1122512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46"/>
                  </a:lnTo>
                  <a:lnTo>
                    <a:pt x="57763" y="255328"/>
                  </a:lnTo>
                  <a:lnTo>
                    <a:pt x="27187" y="224744"/>
                  </a:lnTo>
                  <a:lnTo>
                    <a:pt x="7175" y="185868"/>
                  </a:lnTo>
                  <a:lnTo>
                    <a:pt x="0" y="140974"/>
                  </a:lnTo>
                  <a:lnTo>
                    <a:pt x="7175" y="96361"/>
                  </a:lnTo>
                  <a:lnTo>
                    <a:pt x="27187" y="57655"/>
                  </a:lnTo>
                  <a:lnTo>
                    <a:pt x="57763" y="27159"/>
                  </a:lnTo>
                  <a:lnTo>
                    <a:pt x="96633" y="7173"/>
                  </a:lnTo>
                  <a:lnTo>
                    <a:pt x="141524" y="0"/>
                  </a:lnTo>
                  <a:lnTo>
                    <a:pt x="186150" y="7173"/>
                  </a:lnTo>
                  <a:lnTo>
                    <a:pt x="224863" y="27159"/>
                  </a:lnTo>
                  <a:lnTo>
                    <a:pt x="255364" y="57655"/>
                  </a:lnTo>
                  <a:lnTo>
                    <a:pt x="275351" y="96361"/>
                  </a:lnTo>
                  <a:lnTo>
                    <a:pt x="282524" y="140974"/>
                  </a:lnTo>
                  <a:lnTo>
                    <a:pt x="275351" y="185868"/>
                  </a:lnTo>
                  <a:lnTo>
                    <a:pt x="255364" y="224744"/>
                  </a:lnTo>
                  <a:lnTo>
                    <a:pt x="224863" y="255328"/>
                  </a:lnTo>
                  <a:lnTo>
                    <a:pt x="186150" y="275346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698649" y="1117487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87"/>
                  </a:lnTo>
                  <a:lnTo>
                    <a:pt x="59702" y="264250"/>
                  </a:lnTo>
                  <a:lnTo>
                    <a:pt x="28121" y="232499"/>
                  </a:lnTo>
                  <a:lnTo>
                    <a:pt x="7427" y="192270"/>
                  </a:lnTo>
                  <a:lnTo>
                    <a:pt x="0" y="145999"/>
                  </a:lnTo>
                  <a:lnTo>
                    <a:pt x="7427" y="99999"/>
                  </a:lnTo>
                  <a:lnTo>
                    <a:pt x="28121" y="59939"/>
                  </a:lnTo>
                  <a:lnTo>
                    <a:pt x="59702" y="28279"/>
                  </a:lnTo>
                  <a:lnTo>
                    <a:pt x="99788" y="7479"/>
                  </a:lnTo>
                  <a:lnTo>
                    <a:pt x="145999" y="0"/>
                  </a:lnTo>
                  <a:lnTo>
                    <a:pt x="191999" y="7479"/>
                  </a:lnTo>
                  <a:lnTo>
                    <a:pt x="195842" y="9474"/>
                  </a:lnTo>
                  <a:lnTo>
                    <a:pt x="145999" y="9474"/>
                  </a:lnTo>
                  <a:lnTo>
                    <a:pt x="118399" y="12218"/>
                  </a:lnTo>
                  <a:lnTo>
                    <a:pt x="69450" y="32751"/>
                  </a:lnTo>
                  <a:lnTo>
                    <a:pt x="32433" y="69760"/>
                  </a:lnTo>
                  <a:lnTo>
                    <a:pt x="11745" y="118639"/>
                  </a:lnTo>
                  <a:lnTo>
                    <a:pt x="8924" y="145999"/>
                  </a:lnTo>
                  <a:lnTo>
                    <a:pt x="11745" y="173692"/>
                  </a:lnTo>
                  <a:lnTo>
                    <a:pt x="32433" y="222805"/>
                  </a:lnTo>
                  <a:lnTo>
                    <a:pt x="69450" y="259580"/>
                  </a:lnTo>
                  <a:lnTo>
                    <a:pt x="118399" y="280275"/>
                  </a:lnTo>
                  <a:lnTo>
                    <a:pt x="145999" y="283099"/>
                  </a:lnTo>
                  <a:lnTo>
                    <a:pt x="195822" y="283099"/>
                  </a:lnTo>
                  <a:lnTo>
                    <a:pt x="191999" y="285087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22" y="283099"/>
                  </a:moveTo>
                  <a:lnTo>
                    <a:pt x="145999" y="283099"/>
                  </a:lnTo>
                  <a:lnTo>
                    <a:pt x="173374" y="280275"/>
                  </a:lnTo>
                  <a:lnTo>
                    <a:pt x="199021" y="272224"/>
                  </a:lnTo>
                  <a:lnTo>
                    <a:pt x="242424" y="242974"/>
                  </a:lnTo>
                  <a:lnTo>
                    <a:pt x="271878" y="199503"/>
                  </a:lnTo>
                  <a:lnTo>
                    <a:pt x="282524" y="145999"/>
                  </a:lnTo>
                  <a:lnTo>
                    <a:pt x="279785" y="118639"/>
                  </a:lnTo>
                  <a:lnTo>
                    <a:pt x="259269" y="69760"/>
                  </a:lnTo>
                  <a:lnTo>
                    <a:pt x="222264" y="32751"/>
                  </a:lnTo>
                  <a:lnTo>
                    <a:pt x="173374" y="12218"/>
                  </a:lnTo>
                  <a:lnTo>
                    <a:pt x="145999" y="9474"/>
                  </a:lnTo>
                  <a:lnTo>
                    <a:pt x="195842" y="9474"/>
                  </a:lnTo>
                  <a:lnTo>
                    <a:pt x="232059" y="28279"/>
                  </a:lnTo>
                  <a:lnTo>
                    <a:pt x="263719" y="59939"/>
                  </a:lnTo>
                  <a:lnTo>
                    <a:pt x="284519" y="99999"/>
                  </a:lnTo>
                  <a:lnTo>
                    <a:pt x="291999" y="145999"/>
                  </a:lnTo>
                  <a:lnTo>
                    <a:pt x="284519" y="192270"/>
                  </a:lnTo>
                  <a:lnTo>
                    <a:pt x="263719" y="232499"/>
                  </a:lnTo>
                  <a:lnTo>
                    <a:pt x="232059" y="264250"/>
                  </a:lnTo>
                  <a:lnTo>
                    <a:pt x="19582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0524" y="1179912"/>
              <a:ext cx="167724" cy="167724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8678350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8752356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4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8826362" y="1581799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Security</a:t>
            </a:r>
            <a:r>
              <a:rPr dirty="0" spc="-220"/>
              <a:t> </a:t>
            </a:r>
            <a:r>
              <a:rPr dirty="0" spc="-160"/>
              <a:t>InterpretatiOn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790000" y="1025981"/>
            <a:ext cx="3830320" cy="404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Open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→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Risk</a:t>
            </a:r>
            <a:endParaRPr sz="1800">
              <a:latin typeface="Arial MT"/>
              <a:cs typeface="Arial MT"/>
            </a:endParaRPr>
          </a:p>
          <a:p>
            <a:pPr marL="12700" marR="1837689">
              <a:lnSpc>
                <a:spcPct val="341100"/>
              </a:lnSpc>
            </a:pPr>
            <a:r>
              <a:rPr dirty="0" sz="1800">
                <a:latin typeface="Arial MT"/>
                <a:cs typeface="Arial MT"/>
              </a:rPr>
              <a:t>WEP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→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Very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Weak </a:t>
            </a:r>
            <a:r>
              <a:rPr dirty="0" sz="1800" spc="-55">
                <a:latin typeface="Arial MT"/>
                <a:cs typeface="Arial MT"/>
              </a:rPr>
              <a:t>WPA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→ </a:t>
            </a:r>
            <a:r>
              <a:rPr dirty="0" sz="1800" spc="-10">
                <a:latin typeface="Arial MT"/>
                <a:cs typeface="Arial MT"/>
              </a:rPr>
              <a:t>Medium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341100"/>
              </a:lnSpc>
            </a:pPr>
            <a:r>
              <a:rPr dirty="0" sz="1800" spc="-20">
                <a:latin typeface="Arial MT"/>
                <a:cs typeface="Arial MT"/>
              </a:rPr>
              <a:t>WPA2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→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Strong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if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password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strong </a:t>
            </a:r>
            <a:r>
              <a:rPr dirty="0" sz="1800" spc="-20">
                <a:latin typeface="Arial MT"/>
                <a:cs typeface="Arial MT"/>
              </a:rPr>
              <a:t>WPA3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→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Excellent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133046" y="1330933"/>
            <a:ext cx="3418204" cy="3813175"/>
            <a:chOff x="5133046" y="1330933"/>
            <a:chExt cx="3418204" cy="3813175"/>
          </a:xfrm>
        </p:grpSpPr>
        <p:sp>
          <p:nvSpPr>
            <p:cNvPr id="30" name="object 30" descr=""/>
            <p:cNvSpPr/>
            <p:nvPr/>
          </p:nvSpPr>
          <p:spPr>
            <a:xfrm>
              <a:off x="5133501" y="1716998"/>
              <a:ext cx="3417570" cy="3390900"/>
            </a:xfrm>
            <a:custGeom>
              <a:avLst/>
              <a:gdLst/>
              <a:ahLst/>
              <a:cxnLst/>
              <a:rect l="l" t="t" r="r" b="b"/>
              <a:pathLst>
                <a:path w="3417570" h="3390900">
                  <a:moveTo>
                    <a:pt x="3015181" y="3390685"/>
                  </a:moveTo>
                  <a:lnTo>
                    <a:pt x="11812" y="2431652"/>
                  </a:lnTo>
                  <a:lnTo>
                    <a:pt x="6884" y="2401004"/>
                  </a:lnTo>
                  <a:lnTo>
                    <a:pt x="0" y="2326153"/>
                  </a:lnTo>
                  <a:lnTo>
                    <a:pt x="3012" y="2232743"/>
                  </a:lnTo>
                  <a:lnTo>
                    <a:pt x="27772" y="2146416"/>
                  </a:lnTo>
                  <a:lnTo>
                    <a:pt x="75531" y="2106251"/>
                  </a:lnTo>
                  <a:lnTo>
                    <a:pt x="136178" y="2097273"/>
                  </a:lnTo>
                  <a:lnTo>
                    <a:pt x="165589" y="2095263"/>
                  </a:lnTo>
                  <a:lnTo>
                    <a:pt x="191328" y="2089989"/>
                  </a:lnTo>
                  <a:lnTo>
                    <a:pt x="211096" y="2077765"/>
                  </a:lnTo>
                  <a:lnTo>
                    <a:pt x="222596" y="2054904"/>
                  </a:lnTo>
                  <a:lnTo>
                    <a:pt x="223530" y="2017719"/>
                  </a:lnTo>
                  <a:lnTo>
                    <a:pt x="221009" y="1996155"/>
                  </a:lnTo>
                  <a:lnTo>
                    <a:pt x="217654" y="1969117"/>
                  </a:lnTo>
                  <a:lnTo>
                    <a:pt x="213759" y="1937141"/>
                  </a:lnTo>
                  <a:lnTo>
                    <a:pt x="205520" y="1860532"/>
                  </a:lnTo>
                  <a:lnTo>
                    <a:pt x="201762" y="1816975"/>
                  </a:lnTo>
                  <a:lnTo>
                    <a:pt x="198635" y="1770635"/>
                  </a:lnTo>
                  <a:lnTo>
                    <a:pt x="196432" y="1722049"/>
                  </a:lnTo>
                  <a:lnTo>
                    <a:pt x="195447" y="1671757"/>
                  </a:lnTo>
                  <a:lnTo>
                    <a:pt x="195971" y="1620296"/>
                  </a:lnTo>
                  <a:lnTo>
                    <a:pt x="198299" y="1568205"/>
                  </a:lnTo>
                  <a:lnTo>
                    <a:pt x="202722" y="1516021"/>
                  </a:lnTo>
                  <a:lnTo>
                    <a:pt x="209534" y="1464284"/>
                  </a:lnTo>
                  <a:lnTo>
                    <a:pt x="219028" y="1413532"/>
                  </a:lnTo>
                  <a:lnTo>
                    <a:pt x="231497" y="1364303"/>
                  </a:lnTo>
                  <a:lnTo>
                    <a:pt x="247233" y="1317135"/>
                  </a:lnTo>
                  <a:lnTo>
                    <a:pt x="266530" y="1272566"/>
                  </a:lnTo>
                  <a:lnTo>
                    <a:pt x="289680" y="1231136"/>
                  </a:lnTo>
                  <a:lnTo>
                    <a:pt x="316976" y="1193382"/>
                  </a:lnTo>
                  <a:lnTo>
                    <a:pt x="348711" y="1159842"/>
                  </a:lnTo>
                  <a:lnTo>
                    <a:pt x="385179" y="1131056"/>
                  </a:lnTo>
                  <a:lnTo>
                    <a:pt x="426672" y="1107561"/>
                  </a:lnTo>
                  <a:lnTo>
                    <a:pt x="464662" y="1091528"/>
                  </a:lnTo>
                  <a:lnTo>
                    <a:pt x="503888" y="1078197"/>
                  </a:lnTo>
                  <a:lnTo>
                    <a:pt x="544180" y="1067246"/>
                  </a:lnTo>
                  <a:lnTo>
                    <a:pt x="585368" y="1058351"/>
                  </a:lnTo>
                  <a:lnTo>
                    <a:pt x="627283" y="1051189"/>
                  </a:lnTo>
                  <a:lnTo>
                    <a:pt x="669755" y="1045435"/>
                  </a:lnTo>
                  <a:lnTo>
                    <a:pt x="712614" y="1040768"/>
                  </a:lnTo>
                  <a:lnTo>
                    <a:pt x="755690" y="1036862"/>
                  </a:lnTo>
                  <a:lnTo>
                    <a:pt x="798815" y="1033396"/>
                  </a:lnTo>
                  <a:lnTo>
                    <a:pt x="841817" y="1030046"/>
                  </a:lnTo>
                  <a:lnTo>
                    <a:pt x="884528" y="1026487"/>
                  </a:lnTo>
                  <a:lnTo>
                    <a:pt x="926777" y="1022398"/>
                  </a:lnTo>
                  <a:lnTo>
                    <a:pt x="968396" y="1017454"/>
                  </a:lnTo>
                  <a:lnTo>
                    <a:pt x="1009213" y="1011332"/>
                  </a:lnTo>
                  <a:lnTo>
                    <a:pt x="1049060" y="1003709"/>
                  </a:lnTo>
                  <a:lnTo>
                    <a:pt x="1087768" y="994261"/>
                  </a:lnTo>
                  <a:lnTo>
                    <a:pt x="1125165" y="982665"/>
                  </a:lnTo>
                  <a:lnTo>
                    <a:pt x="1161083" y="968598"/>
                  </a:lnTo>
                  <a:lnTo>
                    <a:pt x="1195351" y="951736"/>
                  </a:lnTo>
                  <a:lnTo>
                    <a:pt x="1227801" y="931755"/>
                  </a:lnTo>
                  <a:lnTo>
                    <a:pt x="1258262" y="908333"/>
                  </a:lnTo>
                  <a:lnTo>
                    <a:pt x="1286565" y="881146"/>
                  </a:lnTo>
                  <a:lnTo>
                    <a:pt x="1312540" y="849871"/>
                  </a:lnTo>
                  <a:lnTo>
                    <a:pt x="1336017" y="814184"/>
                  </a:lnTo>
                  <a:lnTo>
                    <a:pt x="1356826" y="773761"/>
                  </a:lnTo>
                  <a:lnTo>
                    <a:pt x="1374799" y="728281"/>
                  </a:lnTo>
                  <a:lnTo>
                    <a:pt x="1391896" y="676683"/>
                  </a:lnTo>
                  <a:lnTo>
                    <a:pt x="1407628" y="626357"/>
                  </a:lnTo>
                  <a:lnTo>
                    <a:pt x="1422279" y="577381"/>
                  </a:lnTo>
                  <a:lnTo>
                    <a:pt x="1436135" y="529833"/>
                  </a:lnTo>
                  <a:lnTo>
                    <a:pt x="1449479" y="483793"/>
                  </a:lnTo>
                  <a:lnTo>
                    <a:pt x="1462596" y="439338"/>
                  </a:lnTo>
                  <a:lnTo>
                    <a:pt x="1475771" y="396548"/>
                  </a:lnTo>
                  <a:lnTo>
                    <a:pt x="1489288" y="355502"/>
                  </a:lnTo>
                  <a:lnTo>
                    <a:pt x="1503431" y="316277"/>
                  </a:lnTo>
                  <a:lnTo>
                    <a:pt x="1518485" y="278953"/>
                  </a:lnTo>
                  <a:lnTo>
                    <a:pt x="1534734" y="243609"/>
                  </a:lnTo>
                  <a:lnTo>
                    <a:pt x="1571957" y="179172"/>
                  </a:lnTo>
                  <a:lnTo>
                    <a:pt x="1617374" y="123596"/>
                  </a:lnTo>
                  <a:lnTo>
                    <a:pt x="1673263" y="77511"/>
                  </a:lnTo>
                  <a:lnTo>
                    <a:pt x="1741899" y="41545"/>
                  </a:lnTo>
                  <a:lnTo>
                    <a:pt x="1781708" y="27553"/>
                  </a:lnTo>
                  <a:lnTo>
                    <a:pt x="1825558" y="16328"/>
                  </a:lnTo>
                  <a:lnTo>
                    <a:pt x="1873731" y="7947"/>
                  </a:lnTo>
                  <a:lnTo>
                    <a:pt x="1926514" y="2490"/>
                  </a:lnTo>
                  <a:lnTo>
                    <a:pt x="1984191" y="34"/>
                  </a:lnTo>
                  <a:lnTo>
                    <a:pt x="1985705" y="0"/>
                  </a:lnTo>
                  <a:lnTo>
                    <a:pt x="1988751" y="0"/>
                  </a:lnTo>
                  <a:lnTo>
                    <a:pt x="2053931" y="6468"/>
                  </a:lnTo>
                  <a:lnTo>
                    <a:pt x="2123115" y="25226"/>
                  </a:lnTo>
                  <a:lnTo>
                    <a:pt x="2159017" y="38908"/>
                  </a:lnTo>
                  <a:lnTo>
                    <a:pt x="2195689" y="55297"/>
                  </a:lnTo>
                  <a:lnTo>
                    <a:pt x="2233055" y="74271"/>
                  </a:lnTo>
                  <a:lnTo>
                    <a:pt x="2271038" y="95708"/>
                  </a:lnTo>
                  <a:lnTo>
                    <a:pt x="2309561" y="119486"/>
                  </a:lnTo>
                  <a:lnTo>
                    <a:pt x="2348548" y="145484"/>
                  </a:lnTo>
                  <a:lnTo>
                    <a:pt x="2387922" y="173579"/>
                  </a:lnTo>
                  <a:lnTo>
                    <a:pt x="2427606" y="203650"/>
                  </a:lnTo>
                  <a:lnTo>
                    <a:pt x="2467523" y="235575"/>
                  </a:lnTo>
                  <a:lnTo>
                    <a:pt x="2507598" y="269233"/>
                  </a:lnTo>
                  <a:lnTo>
                    <a:pt x="2547752" y="304500"/>
                  </a:lnTo>
                  <a:lnTo>
                    <a:pt x="2587909" y="341257"/>
                  </a:lnTo>
                  <a:lnTo>
                    <a:pt x="2627993" y="379380"/>
                  </a:lnTo>
                  <a:lnTo>
                    <a:pt x="2667926" y="418748"/>
                  </a:lnTo>
                  <a:lnTo>
                    <a:pt x="2707632" y="459240"/>
                  </a:lnTo>
                  <a:lnTo>
                    <a:pt x="2747035" y="500733"/>
                  </a:lnTo>
                  <a:lnTo>
                    <a:pt x="2786057" y="543105"/>
                  </a:lnTo>
                  <a:lnTo>
                    <a:pt x="2824622" y="586236"/>
                  </a:lnTo>
                  <a:lnTo>
                    <a:pt x="2862652" y="630002"/>
                  </a:lnTo>
                  <a:lnTo>
                    <a:pt x="2900072" y="674282"/>
                  </a:lnTo>
                  <a:lnTo>
                    <a:pt x="2936805" y="718955"/>
                  </a:lnTo>
                  <a:lnTo>
                    <a:pt x="2972773" y="763899"/>
                  </a:lnTo>
                  <a:lnTo>
                    <a:pt x="3007900" y="808991"/>
                  </a:lnTo>
                  <a:lnTo>
                    <a:pt x="3042109" y="854110"/>
                  </a:lnTo>
                  <a:lnTo>
                    <a:pt x="3075324" y="899134"/>
                  </a:lnTo>
                  <a:lnTo>
                    <a:pt x="3107467" y="943942"/>
                  </a:lnTo>
                  <a:lnTo>
                    <a:pt x="3138463" y="988411"/>
                  </a:lnTo>
                  <a:lnTo>
                    <a:pt x="3168234" y="1032420"/>
                  </a:lnTo>
                  <a:lnTo>
                    <a:pt x="3196703" y="1075847"/>
                  </a:lnTo>
                  <a:lnTo>
                    <a:pt x="3223794" y="1118570"/>
                  </a:lnTo>
                  <a:lnTo>
                    <a:pt x="3249431" y="1160468"/>
                  </a:lnTo>
                  <a:lnTo>
                    <a:pt x="3273535" y="1201418"/>
                  </a:lnTo>
                  <a:lnTo>
                    <a:pt x="3296031" y="1241299"/>
                  </a:lnTo>
                  <a:lnTo>
                    <a:pt x="3316842" y="1279988"/>
                  </a:lnTo>
                  <a:lnTo>
                    <a:pt x="3335891" y="1317365"/>
                  </a:lnTo>
                  <a:lnTo>
                    <a:pt x="3353101" y="1353307"/>
                  </a:lnTo>
                  <a:lnTo>
                    <a:pt x="3381698" y="1420400"/>
                  </a:lnTo>
                  <a:lnTo>
                    <a:pt x="3402019" y="1480292"/>
                  </a:lnTo>
                  <a:lnTo>
                    <a:pt x="3413451" y="1532010"/>
                  </a:lnTo>
                  <a:lnTo>
                    <a:pt x="3417170" y="1579273"/>
                  </a:lnTo>
                  <a:lnTo>
                    <a:pt x="3414914" y="1625971"/>
                  </a:lnTo>
                  <a:lnTo>
                    <a:pt x="3407216" y="1672061"/>
                  </a:lnTo>
                  <a:lnTo>
                    <a:pt x="3394609" y="1717505"/>
                  </a:lnTo>
                  <a:lnTo>
                    <a:pt x="3377625" y="1762261"/>
                  </a:lnTo>
                  <a:lnTo>
                    <a:pt x="3356798" y="1806290"/>
                  </a:lnTo>
                  <a:lnTo>
                    <a:pt x="3332660" y="1849551"/>
                  </a:lnTo>
                  <a:lnTo>
                    <a:pt x="3305745" y="1892004"/>
                  </a:lnTo>
                  <a:lnTo>
                    <a:pt x="3276585" y="1933608"/>
                  </a:lnTo>
                  <a:lnTo>
                    <a:pt x="3245714" y="1974324"/>
                  </a:lnTo>
                  <a:lnTo>
                    <a:pt x="3213663" y="2014111"/>
                  </a:lnTo>
                  <a:lnTo>
                    <a:pt x="3180967" y="2052928"/>
                  </a:lnTo>
                  <a:lnTo>
                    <a:pt x="3148159" y="2090736"/>
                  </a:lnTo>
                  <a:lnTo>
                    <a:pt x="3115770" y="2127494"/>
                  </a:lnTo>
                  <a:lnTo>
                    <a:pt x="3084334" y="2163162"/>
                  </a:lnTo>
                  <a:lnTo>
                    <a:pt x="3054384" y="2197700"/>
                  </a:lnTo>
                  <a:lnTo>
                    <a:pt x="3026454" y="2231067"/>
                  </a:lnTo>
                  <a:lnTo>
                    <a:pt x="3001075" y="2263223"/>
                  </a:lnTo>
                  <a:lnTo>
                    <a:pt x="2978780" y="2294127"/>
                  </a:lnTo>
                  <a:lnTo>
                    <a:pt x="2945578" y="2352021"/>
                  </a:lnTo>
                  <a:lnTo>
                    <a:pt x="2931110" y="2404427"/>
                  </a:lnTo>
                  <a:lnTo>
                    <a:pt x="2931686" y="2438307"/>
                  </a:lnTo>
                  <a:lnTo>
                    <a:pt x="2937611" y="2476271"/>
                  </a:lnTo>
                  <a:lnTo>
                    <a:pt x="2948120" y="2517771"/>
                  </a:lnTo>
                  <a:lnTo>
                    <a:pt x="2962447" y="2562262"/>
                  </a:lnTo>
                  <a:lnTo>
                    <a:pt x="2979828" y="2609198"/>
                  </a:lnTo>
                  <a:lnTo>
                    <a:pt x="2999497" y="2658032"/>
                  </a:lnTo>
                  <a:lnTo>
                    <a:pt x="3020690" y="2708218"/>
                  </a:lnTo>
                  <a:lnTo>
                    <a:pt x="3042639" y="2759210"/>
                  </a:lnTo>
                  <a:lnTo>
                    <a:pt x="3064582" y="2810462"/>
                  </a:lnTo>
                  <a:lnTo>
                    <a:pt x="3085751" y="2861428"/>
                  </a:lnTo>
                  <a:lnTo>
                    <a:pt x="3105383" y="2911561"/>
                  </a:lnTo>
                  <a:lnTo>
                    <a:pt x="3122711" y="2960315"/>
                  </a:lnTo>
                  <a:lnTo>
                    <a:pt x="3136971" y="3007144"/>
                  </a:lnTo>
                  <a:lnTo>
                    <a:pt x="3147397" y="3051503"/>
                  </a:lnTo>
                  <a:lnTo>
                    <a:pt x="3153224" y="3092843"/>
                  </a:lnTo>
                  <a:lnTo>
                    <a:pt x="3153687" y="3130621"/>
                  </a:lnTo>
                  <a:lnTo>
                    <a:pt x="3148021" y="3164288"/>
                  </a:lnTo>
                  <a:lnTo>
                    <a:pt x="3135460" y="3193300"/>
                  </a:lnTo>
                  <a:lnTo>
                    <a:pt x="3075241" y="3291491"/>
                  </a:lnTo>
                  <a:lnTo>
                    <a:pt x="3038498" y="3351859"/>
                  </a:lnTo>
                  <a:lnTo>
                    <a:pt x="3020166" y="3382294"/>
                  </a:lnTo>
                  <a:lnTo>
                    <a:pt x="3015181" y="3390685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133046" y="1717032"/>
              <a:ext cx="3418204" cy="3378200"/>
            </a:xfrm>
            <a:custGeom>
              <a:avLst/>
              <a:gdLst/>
              <a:ahLst/>
              <a:cxnLst/>
              <a:rect l="l" t="t" r="r" b="b"/>
              <a:pathLst>
                <a:path w="3418204" h="3378200">
                  <a:moveTo>
                    <a:pt x="1059829" y="2082799"/>
                  </a:moveTo>
                  <a:lnTo>
                    <a:pt x="201523" y="2082799"/>
                  </a:lnTo>
                  <a:lnTo>
                    <a:pt x="218826" y="2057399"/>
                  </a:lnTo>
                  <a:lnTo>
                    <a:pt x="225227" y="2031999"/>
                  </a:lnTo>
                  <a:lnTo>
                    <a:pt x="225227" y="2019299"/>
                  </a:lnTo>
                  <a:lnTo>
                    <a:pt x="224614" y="2019299"/>
                  </a:lnTo>
                  <a:lnTo>
                    <a:pt x="223985" y="2006599"/>
                  </a:lnTo>
                  <a:lnTo>
                    <a:pt x="215710" y="1943099"/>
                  </a:lnTo>
                  <a:lnTo>
                    <a:pt x="210303" y="1892299"/>
                  </a:lnTo>
                  <a:lnTo>
                    <a:pt x="204938" y="1841499"/>
                  </a:lnTo>
                  <a:lnTo>
                    <a:pt x="200282" y="1790699"/>
                  </a:lnTo>
                  <a:lnTo>
                    <a:pt x="196999" y="1727199"/>
                  </a:lnTo>
                  <a:lnTo>
                    <a:pt x="195757" y="1650999"/>
                  </a:lnTo>
                  <a:lnTo>
                    <a:pt x="196566" y="1600199"/>
                  </a:lnTo>
                  <a:lnTo>
                    <a:pt x="199181" y="1549399"/>
                  </a:lnTo>
                  <a:lnTo>
                    <a:pt x="203880" y="1498599"/>
                  </a:lnTo>
                  <a:lnTo>
                    <a:pt x="210945" y="1447799"/>
                  </a:lnTo>
                  <a:lnTo>
                    <a:pt x="220654" y="1396999"/>
                  </a:lnTo>
                  <a:lnTo>
                    <a:pt x="233288" y="1358899"/>
                  </a:lnTo>
                  <a:lnTo>
                    <a:pt x="249127" y="1308099"/>
                  </a:lnTo>
                  <a:lnTo>
                    <a:pt x="268450" y="1257299"/>
                  </a:lnTo>
                  <a:lnTo>
                    <a:pt x="291537" y="1219199"/>
                  </a:lnTo>
                  <a:lnTo>
                    <a:pt x="318668" y="1181099"/>
                  </a:lnTo>
                  <a:lnTo>
                    <a:pt x="350124" y="1155699"/>
                  </a:lnTo>
                  <a:lnTo>
                    <a:pt x="386183" y="1130299"/>
                  </a:lnTo>
                  <a:lnTo>
                    <a:pt x="427127" y="1104899"/>
                  </a:lnTo>
                  <a:lnTo>
                    <a:pt x="465117" y="1079499"/>
                  </a:lnTo>
                  <a:lnTo>
                    <a:pt x="504343" y="1066799"/>
                  </a:lnTo>
                  <a:lnTo>
                    <a:pt x="544635" y="1066799"/>
                  </a:lnTo>
                  <a:lnTo>
                    <a:pt x="627738" y="1041399"/>
                  </a:lnTo>
                  <a:lnTo>
                    <a:pt x="670210" y="1041399"/>
                  </a:lnTo>
                  <a:lnTo>
                    <a:pt x="713069" y="1028699"/>
                  </a:lnTo>
                  <a:lnTo>
                    <a:pt x="842272" y="1028699"/>
                  </a:lnTo>
                  <a:lnTo>
                    <a:pt x="884983" y="1015999"/>
                  </a:lnTo>
                  <a:lnTo>
                    <a:pt x="968850" y="1015999"/>
                  </a:lnTo>
                  <a:lnTo>
                    <a:pt x="1009668" y="1003299"/>
                  </a:lnTo>
                  <a:lnTo>
                    <a:pt x="1049515" y="1003299"/>
                  </a:lnTo>
                  <a:lnTo>
                    <a:pt x="1088223" y="990599"/>
                  </a:lnTo>
                  <a:lnTo>
                    <a:pt x="1125620" y="977899"/>
                  </a:lnTo>
                  <a:lnTo>
                    <a:pt x="1161538" y="965199"/>
                  </a:lnTo>
                  <a:lnTo>
                    <a:pt x="1195806" y="939799"/>
                  </a:lnTo>
                  <a:lnTo>
                    <a:pt x="1228256" y="927099"/>
                  </a:lnTo>
                  <a:lnTo>
                    <a:pt x="1258717" y="901699"/>
                  </a:lnTo>
                  <a:lnTo>
                    <a:pt x="1287020" y="876299"/>
                  </a:lnTo>
                  <a:lnTo>
                    <a:pt x="1312995" y="838199"/>
                  </a:lnTo>
                  <a:lnTo>
                    <a:pt x="1336472" y="812799"/>
                  </a:lnTo>
                  <a:lnTo>
                    <a:pt x="1357281" y="761999"/>
                  </a:lnTo>
                  <a:lnTo>
                    <a:pt x="1375254" y="723899"/>
                  </a:lnTo>
                  <a:lnTo>
                    <a:pt x="1392351" y="673099"/>
                  </a:lnTo>
                  <a:lnTo>
                    <a:pt x="1408083" y="622299"/>
                  </a:lnTo>
                  <a:lnTo>
                    <a:pt x="1422734" y="571499"/>
                  </a:lnTo>
                  <a:lnTo>
                    <a:pt x="1436590" y="520699"/>
                  </a:lnTo>
                  <a:lnTo>
                    <a:pt x="1449934" y="482599"/>
                  </a:lnTo>
                  <a:lnTo>
                    <a:pt x="1463051" y="431799"/>
                  </a:lnTo>
                  <a:lnTo>
                    <a:pt x="1476226" y="393699"/>
                  </a:lnTo>
                  <a:lnTo>
                    <a:pt x="1489743" y="342899"/>
                  </a:lnTo>
                  <a:lnTo>
                    <a:pt x="1503886" y="304799"/>
                  </a:lnTo>
                  <a:lnTo>
                    <a:pt x="1518939" y="266699"/>
                  </a:lnTo>
                  <a:lnTo>
                    <a:pt x="1535189" y="241299"/>
                  </a:lnTo>
                  <a:lnTo>
                    <a:pt x="1552918" y="203199"/>
                  </a:lnTo>
                  <a:lnTo>
                    <a:pt x="1572411" y="177799"/>
                  </a:lnTo>
                  <a:lnTo>
                    <a:pt x="1593954" y="139699"/>
                  </a:lnTo>
                  <a:lnTo>
                    <a:pt x="1617829" y="114299"/>
                  </a:lnTo>
                  <a:lnTo>
                    <a:pt x="1644323" y="88899"/>
                  </a:lnTo>
                  <a:lnTo>
                    <a:pt x="1673718" y="76199"/>
                  </a:lnTo>
                  <a:lnTo>
                    <a:pt x="1706301" y="50799"/>
                  </a:lnTo>
                  <a:lnTo>
                    <a:pt x="1742354" y="38099"/>
                  </a:lnTo>
                  <a:lnTo>
                    <a:pt x="1782163" y="25399"/>
                  </a:lnTo>
                  <a:lnTo>
                    <a:pt x="1826012" y="12699"/>
                  </a:lnTo>
                  <a:lnTo>
                    <a:pt x="1874186" y="0"/>
                  </a:lnTo>
                  <a:lnTo>
                    <a:pt x="2057159" y="0"/>
                  </a:lnTo>
                  <a:lnTo>
                    <a:pt x="2129047" y="25399"/>
                  </a:lnTo>
                  <a:lnTo>
                    <a:pt x="2204546" y="50799"/>
                  </a:lnTo>
                  <a:lnTo>
                    <a:pt x="2243435" y="76199"/>
                  </a:lnTo>
                  <a:lnTo>
                    <a:pt x="2323064" y="126999"/>
                  </a:lnTo>
                  <a:lnTo>
                    <a:pt x="2404594" y="177799"/>
                  </a:lnTo>
                  <a:lnTo>
                    <a:pt x="2445857" y="215899"/>
                  </a:lnTo>
                  <a:lnTo>
                    <a:pt x="2487339" y="241299"/>
                  </a:lnTo>
                  <a:lnTo>
                    <a:pt x="2653741" y="393699"/>
                  </a:lnTo>
                  <a:lnTo>
                    <a:pt x="2674386" y="419099"/>
                  </a:lnTo>
                  <a:lnTo>
                    <a:pt x="2239937" y="419099"/>
                  </a:lnTo>
                  <a:lnTo>
                    <a:pt x="2223672" y="431799"/>
                  </a:lnTo>
                  <a:lnTo>
                    <a:pt x="2190221" y="431799"/>
                  </a:lnTo>
                  <a:lnTo>
                    <a:pt x="2179323" y="444499"/>
                  </a:lnTo>
                  <a:lnTo>
                    <a:pt x="2166985" y="444499"/>
                  </a:lnTo>
                  <a:lnTo>
                    <a:pt x="2153380" y="457199"/>
                  </a:lnTo>
                  <a:lnTo>
                    <a:pt x="2138683" y="469899"/>
                  </a:lnTo>
                  <a:lnTo>
                    <a:pt x="2115260" y="495299"/>
                  </a:lnTo>
                  <a:lnTo>
                    <a:pt x="2090741" y="507999"/>
                  </a:lnTo>
                  <a:lnTo>
                    <a:pt x="2066104" y="533399"/>
                  </a:lnTo>
                  <a:lnTo>
                    <a:pt x="2042326" y="571499"/>
                  </a:lnTo>
                  <a:lnTo>
                    <a:pt x="2020285" y="596899"/>
                  </a:lnTo>
                  <a:lnTo>
                    <a:pt x="2000831" y="622299"/>
                  </a:lnTo>
                  <a:lnTo>
                    <a:pt x="1984944" y="647699"/>
                  </a:lnTo>
                  <a:lnTo>
                    <a:pt x="1973603" y="673099"/>
                  </a:lnTo>
                  <a:lnTo>
                    <a:pt x="1967609" y="685799"/>
                  </a:lnTo>
                  <a:lnTo>
                    <a:pt x="1963396" y="711199"/>
                  </a:lnTo>
                  <a:lnTo>
                    <a:pt x="1960910" y="723899"/>
                  </a:lnTo>
                  <a:lnTo>
                    <a:pt x="1960093" y="736599"/>
                  </a:lnTo>
                  <a:lnTo>
                    <a:pt x="1970451" y="774699"/>
                  </a:lnTo>
                  <a:lnTo>
                    <a:pt x="1998453" y="812799"/>
                  </a:lnTo>
                  <a:lnTo>
                    <a:pt x="2024529" y="838199"/>
                  </a:lnTo>
                  <a:lnTo>
                    <a:pt x="2051482" y="863599"/>
                  </a:lnTo>
                  <a:lnTo>
                    <a:pt x="2079354" y="901699"/>
                  </a:lnTo>
                  <a:lnTo>
                    <a:pt x="2106920" y="939799"/>
                  </a:lnTo>
                  <a:lnTo>
                    <a:pt x="2132951" y="990599"/>
                  </a:lnTo>
                  <a:lnTo>
                    <a:pt x="2156221" y="1028699"/>
                  </a:lnTo>
                  <a:lnTo>
                    <a:pt x="2175503" y="1079499"/>
                  </a:lnTo>
                  <a:lnTo>
                    <a:pt x="2188890" y="1117599"/>
                  </a:lnTo>
                  <a:lnTo>
                    <a:pt x="2203427" y="1155699"/>
                  </a:lnTo>
                  <a:lnTo>
                    <a:pt x="2219345" y="1181099"/>
                  </a:lnTo>
                  <a:lnTo>
                    <a:pt x="2236876" y="1219199"/>
                  </a:lnTo>
                  <a:lnTo>
                    <a:pt x="2254171" y="1244599"/>
                  </a:lnTo>
                  <a:lnTo>
                    <a:pt x="2273078" y="1257299"/>
                  </a:lnTo>
                  <a:lnTo>
                    <a:pt x="2293826" y="1282699"/>
                  </a:lnTo>
                  <a:lnTo>
                    <a:pt x="2316643" y="1295399"/>
                  </a:lnTo>
                  <a:lnTo>
                    <a:pt x="2285137" y="1308099"/>
                  </a:lnTo>
                  <a:lnTo>
                    <a:pt x="2239939" y="1333499"/>
                  </a:lnTo>
                  <a:lnTo>
                    <a:pt x="2188756" y="1371599"/>
                  </a:lnTo>
                  <a:lnTo>
                    <a:pt x="2139295" y="1396999"/>
                  </a:lnTo>
                  <a:lnTo>
                    <a:pt x="2113052" y="1422399"/>
                  </a:lnTo>
                  <a:lnTo>
                    <a:pt x="2071380" y="1447799"/>
                  </a:lnTo>
                  <a:lnTo>
                    <a:pt x="2055836" y="1460499"/>
                  </a:lnTo>
                  <a:lnTo>
                    <a:pt x="2046632" y="1460499"/>
                  </a:lnTo>
                  <a:lnTo>
                    <a:pt x="2039876" y="1473199"/>
                  </a:lnTo>
                  <a:lnTo>
                    <a:pt x="2022539" y="1473199"/>
                  </a:lnTo>
                  <a:lnTo>
                    <a:pt x="2010113" y="1485899"/>
                  </a:lnTo>
                  <a:lnTo>
                    <a:pt x="1993546" y="1485899"/>
                  </a:lnTo>
                  <a:lnTo>
                    <a:pt x="1974215" y="1498599"/>
                  </a:lnTo>
                  <a:lnTo>
                    <a:pt x="1927348" y="1523999"/>
                  </a:lnTo>
                  <a:lnTo>
                    <a:pt x="1905951" y="1536699"/>
                  </a:lnTo>
                  <a:lnTo>
                    <a:pt x="1888290" y="1562099"/>
                  </a:lnTo>
                  <a:lnTo>
                    <a:pt x="1866931" y="1587499"/>
                  </a:lnTo>
                  <a:lnTo>
                    <a:pt x="1851323" y="1612899"/>
                  </a:lnTo>
                  <a:lnTo>
                    <a:pt x="1841007" y="1625599"/>
                  </a:lnTo>
                  <a:lnTo>
                    <a:pt x="1835526" y="1638299"/>
                  </a:lnTo>
                  <a:lnTo>
                    <a:pt x="1812970" y="1638299"/>
                  </a:lnTo>
                  <a:lnTo>
                    <a:pt x="1771544" y="1650999"/>
                  </a:lnTo>
                  <a:lnTo>
                    <a:pt x="1716084" y="1663699"/>
                  </a:lnTo>
                  <a:lnTo>
                    <a:pt x="1651424" y="1676399"/>
                  </a:lnTo>
                  <a:lnTo>
                    <a:pt x="1537240" y="1714499"/>
                  </a:lnTo>
                  <a:lnTo>
                    <a:pt x="1500450" y="1727199"/>
                  </a:lnTo>
                  <a:lnTo>
                    <a:pt x="1434861" y="1752599"/>
                  </a:lnTo>
                  <a:lnTo>
                    <a:pt x="1407329" y="1777999"/>
                  </a:lnTo>
                  <a:lnTo>
                    <a:pt x="1384459" y="1790699"/>
                  </a:lnTo>
                  <a:lnTo>
                    <a:pt x="1374129" y="1790699"/>
                  </a:lnTo>
                  <a:lnTo>
                    <a:pt x="1354706" y="1803399"/>
                  </a:lnTo>
                  <a:lnTo>
                    <a:pt x="1328376" y="1803399"/>
                  </a:lnTo>
                  <a:lnTo>
                    <a:pt x="1297325" y="1816099"/>
                  </a:lnTo>
                  <a:lnTo>
                    <a:pt x="1259939" y="1828799"/>
                  </a:lnTo>
                  <a:lnTo>
                    <a:pt x="1222378" y="1854199"/>
                  </a:lnTo>
                  <a:lnTo>
                    <a:pt x="1187465" y="1879599"/>
                  </a:lnTo>
                  <a:lnTo>
                    <a:pt x="1158023" y="1892299"/>
                  </a:lnTo>
                  <a:lnTo>
                    <a:pt x="1134067" y="1917699"/>
                  </a:lnTo>
                  <a:lnTo>
                    <a:pt x="1113678" y="1955799"/>
                  </a:lnTo>
                  <a:lnTo>
                    <a:pt x="1096740" y="1981199"/>
                  </a:lnTo>
                  <a:lnTo>
                    <a:pt x="1083140" y="2006599"/>
                  </a:lnTo>
                  <a:lnTo>
                    <a:pt x="1073806" y="2031999"/>
                  </a:lnTo>
                  <a:lnTo>
                    <a:pt x="1066885" y="2057399"/>
                  </a:lnTo>
                  <a:lnTo>
                    <a:pt x="1062264" y="2070099"/>
                  </a:lnTo>
                  <a:lnTo>
                    <a:pt x="1059829" y="2082799"/>
                  </a:lnTo>
                  <a:close/>
                </a:path>
                <a:path w="3418204" h="3378200">
                  <a:moveTo>
                    <a:pt x="2397651" y="1574799"/>
                  </a:moveTo>
                  <a:lnTo>
                    <a:pt x="2387221" y="1562099"/>
                  </a:lnTo>
                  <a:lnTo>
                    <a:pt x="2408545" y="1536699"/>
                  </a:lnTo>
                  <a:lnTo>
                    <a:pt x="2423466" y="1523999"/>
                  </a:lnTo>
                  <a:lnTo>
                    <a:pt x="2440001" y="1511299"/>
                  </a:lnTo>
                  <a:lnTo>
                    <a:pt x="2463472" y="1485899"/>
                  </a:lnTo>
                  <a:lnTo>
                    <a:pt x="2486484" y="1447799"/>
                  </a:lnTo>
                  <a:lnTo>
                    <a:pt x="2506967" y="1422399"/>
                  </a:lnTo>
                  <a:lnTo>
                    <a:pt x="2522847" y="1396999"/>
                  </a:lnTo>
                  <a:lnTo>
                    <a:pt x="2530307" y="1384299"/>
                  </a:lnTo>
                  <a:lnTo>
                    <a:pt x="2536962" y="1371599"/>
                  </a:lnTo>
                  <a:lnTo>
                    <a:pt x="2542698" y="1358899"/>
                  </a:lnTo>
                  <a:lnTo>
                    <a:pt x="2547400" y="1358899"/>
                  </a:lnTo>
                  <a:lnTo>
                    <a:pt x="2551164" y="1346199"/>
                  </a:lnTo>
                  <a:lnTo>
                    <a:pt x="2554070" y="1333499"/>
                  </a:lnTo>
                  <a:lnTo>
                    <a:pt x="2555942" y="1333499"/>
                  </a:lnTo>
                  <a:lnTo>
                    <a:pt x="2556605" y="1320799"/>
                  </a:lnTo>
                  <a:lnTo>
                    <a:pt x="2555942" y="1320799"/>
                  </a:lnTo>
                  <a:lnTo>
                    <a:pt x="2554070" y="1308099"/>
                  </a:lnTo>
                  <a:lnTo>
                    <a:pt x="2551164" y="1295399"/>
                  </a:lnTo>
                  <a:lnTo>
                    <a:pt x="2547400" y="1295399"/>
                  </a:lnTo>
                  <a:lnTo>
                    <a:pt x="2542477" y="1282699"/>
                  </a:lnTo>
                  <a:lnTo>
                    <a:pt x="2535198" y="1269999"/>
                  </a:lnTo>
                  <a:lnTo>
                    <a:pt x="2525734" y="1257299"/>
                  </a:lnTo>
                  <a:lnTo>
                    <a:pt x="2514254" y="1244599"/>
                  </a:lnTo>
                  <a:lnTo>
                    <a:pt x="2486681" y="1206499"/>
                  </a:lnTo>
                  <a:lnTo>
                    <a:pt x="2454640" y="1155699"/>
                  </a:lnTo>
                  <a:lnTo>
                    <a:pt x="2420519" y="1117599"/>
                  </a:lnTo>
                  <a:lnTo>
                    <a:pt x="2386704" y="1066799"/>
                  </a:lnTo>
                  <a:lnTo>
                    <a:pt x="2355582" y="1028699"/>
                  </a:lnTo>
                  <a:lnTo>
                    <a:pt x="2329540" y="1003299"/>
                  </a:lnTo>
                  <a:lnTo>
                    <a:pt x="2306091" y="965199"/>
                  </a:lnTo>
                  <a:lnTo>
                    <a:pt x="2282360" y="927099"/>
                  </a:lnTo>
                  <a:lnTo>
                    <a:pt x="2259206" y="901699"/>
                  </a:lnTo>
                  <a:lnTo>
                    <a:pt x="2237489" y="863599"/>
                  </a:lnTo>
                  <a:lnTo>
                    <a:pt x="2217505" y="825499"/>
                  </a:lnTo>
                  <a:lnTo>
                    <a:pt x="2200511" y="800099"/>
                  </a:lnTo>
                  <a:lnTo>
                    <a:pt x="2187428" y="774699"/>
                  </a:lnTo>
                  <a:lnTo>
                    <a:pt x="2179179" y="749299"/>
                  </a:lnTo>
                  <a:lnTo>
                    <a:pt x="2174440" y="736599"/>
                  </a:lnTo>
                  <a:lnTo>
                    <a:pt x="2171200" y="723899"/>
                  </a:lnTo>
                  <a:lnTo>
                    <a:pt x="2169342" y="711199"/>
                  </a:lnTo>
                  <a:lnTo>
                    <a:pt x="2168748" y="698499"/>
                  </a:lnTo>
                  <a:lnTo>
                    <a:pt x="2169313" y="685799"/>
                  </a:lnTo>
                  <a:lnTo>
                    <a:pt x="2170970" y="673099"/>
                  </a:lnTo>
                  <a:lnTo>
                    <a:pt x="2173665" y="660399"/>
                  </a:lnTo>
                  <a:lnTo>
                    <a:pt x="2177340" y="647699"/>
                  </a:lnTo>
                  <a:lnTo>
                    <a:pt x="2181016" y="647699"/>
                  </a:lnTo>
                  <a:lnTo>
                    <a:pt x="2184708" y="634999"/>
                  </a:lnTo>
                  <a:lnTo>
                    <a:pt x="2197208" y="634999"/>
                  </a:lnTo>
                  <a:lnTo>
                    <a:pt x="2213391" y="609599"/>
                  </a:lnTo>
                  <a:lnTo>
                    <a:pt x="2231649" y="596899"/>
                  </a:lnTo>
                  <a:lnTo>
                    <a:pt x="2268034" y="558799"/>
                  </a:lnTo>
                  <a:lnTo>
                    <a:pt x="2293690" y="507999"/>
                  </a:lnTo>
                  <a:lnTo>
                    <a:pt x="2298233" y="482599"/>
                  </a:lnTo>
                  <a:lnTo>
                    <a:pt x="2297448" y="469899"/>
                  </a:lnTo>
                  <a:lnTo>
                    <a:pt x="2295168" y="457199"/>
                  </a:lnTo>
                  <a:lnTo>
                    <a:pt x="2291507" y="444499"/>
                  </a:lnTo>
                  <a:lnTo>
                    <a:pt x="2286577" y="431799"/>
                  </a:lnTo>
                  <a:lnTo>
                    <a:pt x="2277984" y="431799"/>
                  </a:lnTo>
                  <a:lnTo>
                    <a:pt x="2272454" y="419099"/>
                  </a:lnTo>
                  <a:lnTo>
                    <a:pt x="2674386" y="419099"/>
                  </a:lnTo>
                  <a:lnTo>
                    <a:pt x="2695032" y="444499"/>
                  </a:lnTo>
                  <a:lnTo>
                    <a:pt x="2776646" y="520699"/>
                  </a:lnTo>
                  <a:lnTo>
                    <a:pt x="2816798" y="571499"/>
                  </a:lnTo>
                  <a:lnTo>
                    <a:pt x="2815755" y="584199"/>
                  </a:lnTo>
                  <a:lnTo>
                    <a:pt x="2814422" y="596899"/>
                  </a:lnTo>
                  <a:lnTo>
                    <a:pt x="2812743" y="609599"/>
                  </a:lnTo>
                  <a:lnTo>
                    <a:pt x="2810656" y="622299"/>
                  </a:lnTo>
                  <a:lnTo>
                    <a:pt x="2803940" y="647699"/>
                  </a:lnTo>
                  <a:lnTo>
                    <a:pt x="2793125" y="685799"/>
                  </a:lnTo>
                  <a:lnTo>
                    <a:pt x="2778979" y="736599"/>
                  </a:lnTo>
                  <a:lnTo>
                    <a:pt x="2762271" y="787399"/>
                  </a:lnTo>
                  <a:lnTo>
                    <a:pt x="2743770" y="850899"/>
                  </a:lnTo>
                  <a:lnTo>
                    <a:pt x="2727582" y="901699"/>
                  </a:lnTo>
                  <a:lnTo>
                    <a:pt x="2711205" y="939799"/>
                  </a:lnTo>
                  <a:lnTo>
                    <a:pt x="2695065" y="990599"/>
                  </a:lnTo>
                  <a:lnTo>
                    <a:pt x="2679588" y="1041399"/>
                  </a:lnTo>
                  <a:lnTo>
                    <a:pt x="2665202" y="1079499"/>
                  </a:lnTo>
                  <a:lnTo>
                    <a:pt x="2652332" y="1117599"/>
                  </a:lnTo>
                  <a:lnTo>
                    <a:pt x="2637384" y="1168399"/>
                  </a:lnTo>
                  <a:lnTo>
                    <a:pt x="2627294" y="1219199"/>
                  </a:lnTo>
                  <a:lnTo>
                    <a:pt x="2621180" y="1269999"/>
                  </a:lnTo>
                  <a:lnTo>
                    <a:pt x="2618160" y="1320799"/>
                  </a:lnTo>
                  <a:lnTo>
                    <a:pt x="2617349" y="1371599"/>
                  </a:lnTo>
                  <a:lnTo>
                    <a:pt x="2617646" y="1384299"/>
                  </a:lnTo>
                  <a:lnTo>
                    <a:pt x="2618344" y="1409699"/>
                  </a:lnTo>
                  <a:lnTo>
                    <a:pt x="2619158" y="1422399"/>
                  </a:lnTo>
                  <a:lnTo>
                    <a:pt x="2619799" y="1435099"/>
                  </a:lnTo>
                  <a:lnTo>
                    <a:pt x="2602229" y="1435099"/>
                  </a:lnTo>
                  <a:lnTo>
                    <a:pt x="2574933" y="1447799"/>
                  </a:lnTo>
                  <a:lnTo>
                    <a:pt x="2542918" y="1473199"/>
                  </a:lnTo>
                  <a:lnTo>
                    <a:pt x="2511192" y="1485899"/>
                  </a:lnTo>
                  <a:lnTo>
                    <a:pt x="2493093" y="1498599"/>
                  </a:lnTo>
                  <a:lnTo>
                    <a:pt x="2473674" y="1511299"/>
                  </a:lnTo>
                  <a:lnTo>
                    <a:pt x="2435697" y="1536699"/>
                  </a:lnTo>
                  <a:lnTo>
                    <a:pt x="2427309" y="1549399"/>
                  </a:lnTo>
                  <a:lnTo>
                    <a:pt x="2419668" y="1549399"/>
                  </a:lnTo>
                  <a:lnTo>
                    <a:pt x="2412831" y="1562099"/>
                  </a:lnTo>
                  <a:lnTo>
                    <a:pt x="2399489" y="1562099"/>
                  </a:lnTo>
                  <a:lnTo>
                    <a:pt x="2397651" y="1574799"/>
                  </a:lnTo>
                  <a:close/>
                </a:path>
                <a:path w="3418204" h="3378200">
                  <a:moveTo>
                    <a:pt x="3110723" y="2920999"/>
                  </a:moveTo>
                  <a:lnTo>
                    <a:pt x="1601706" y="2920999"/>
                  </a:lnTo>
                  <a:lnTo>
                    <a:pt x="1602931" y="2908299"/>
                  </a:lnTo>
                  <a:lnTo>
                    <a:pt x="1606010" y="2908299"/>
                  </a:lnTo>
                  <a:lnTo>
                    <a:pt x="1625147" y="2895599"/>
                  </a:lnTo>
                  <a:lnTo>
                    <a:pt x="1658510" y="2870199"/>
                  </a:lnTo>
                  <a:lnTo>
                    <a:pt x="1704275" y="2844799"/>
                  </a:lnTo>
                  <a:lnTo>
                    <a:pt x="1760616" y="2806699"/>
                  </a:lnTo>
                  <a:lnTo>
                    <a:pt x="1825708" y="2768599"/>
                  </a:lnTo>
                  <a:lnTo>
                    <a:pt x="1871002" y="2755899"/>
                  </a:lnTo>
                  <a:lnTo>
                    <a:pt x="1908242" y="2730499"/>
                  </a:lnTo>
                  <a:lnTo>
                    <a:pt x="1938581" y="2705099"/>
                  </a:lnTo>
                  <a:lnTo>
                    <a:pt x="1983643" y="2654299"/>
                  </a:lnTo>
                  <a:lnTo>
                    <a:pt x="2016069" y="2603499"/>
                  </a:lnTo>
                  <a:lnTo>
                    <a:pt x="2045293" y="2539999"/>
                  </a:lnTo>
                  <a:lnTo>
                    <a:pt x="2060201" y="2514599"/>
                  </a:lnTo>
                  <a:lnTo>
                    <a:pt x="2074765" y="2463799"/>
                  </a:lnTo>
                  <a:lnTo>
                    <a:pt x="2088352" y="2425699"/>
                  </a:lnTo>
                  <a:lnTo>
                    <a:pt x="2094204" y="2412999"/>
                  </a:lnTo>
                  <a:lnTo>
                    <a:pt x="2099710" y="2400299"/>
                  </a:lnTo>
                  <a:lnTo>
                    <a:pt x="2104757" y="2374899"/>
                  </a:lnTo>
                  <a:lnTo>
                    <a:pt x="2109229" y="2362199"/>
                  </a:lnTo>
                  <a:lnTo>
                    <a:pt x="2111680" y="2362199"/>
                  </a:lnTo>
                  <a:lnTo>
                    <a:pt x="2114130" y="2349499"/>
                  </a:lnTo>
                  <a:lnTo>
                    <a:pt x="2116580" y="2349499"/>
                  </a:lnTo>
                  <a:lnTo>
                    <a:pt x="2116580" y="2336799"/>
                  </a:lnTo>
                  <a:lnTo>
                    <a:pt x="2119047" y="2336799"/>
                  </a:lnTo>
                  <a:lnTo>
                    <a:pt x="2120272" y="2324099"/>
                  </a:lnTo>
                  <a:lnTo>
                    <a:pt x="2130084" y="2311399"/>
                  </a:lnTo>
                  <a:lnTo>
                    <a:pt x="2136660" y="2298699"/>
                  </a:lnTo>
                  <a:lnTo>
                    <a:pt x="2143583" y="2285999"/>
                  </a:lnTo>
                  <a:lnTo>
                    <a:pt x="2150382" y="2273299"/>
                  </a:lnTo>
                  <a:lnTo>
                    <a:pt x="2156549" y="2247899"/>
                  </a:lnTo>
                  <a:lnTo>
                    <a:pt x="2161452" y="2235199"/>
                  </a:lnTo>
                  <a:lnTo>
                    <a:pt x="2164460" y="2197099"/>
                  </a:lnTo>
                  <a:lnTo>
                    <a:pt x="2167131" y="2171699"/>
                  </a:lnTo>
                  <a:lnTo>
                    <a:pt x="2168825" y="2146299"/>
                  </a:lnTo>
                  <a:lnTo>
                    <a:pt x="2169715" y="2133599"/>
                  </a:lnTo>
                  <a:lnTo>
                    <a:pt x="2169973" y="2120899"/>
                  </a:lnTo>
                  <a:lnTo>
                    <a:pt x="2368198" y="1943099"/>
                  </a:lnTo>
                  <a:lnTo>
                    <a:pt x="2381701" y="1943099"/>
                  </a:lnTo>
                  <a:lnTo>
                    <a:pt x="2409278" y="1930399"/>
                  </a:lnTo>
                  <a:lnTo>
                    <a:pt x="2448096" y="1904999"/>
                  </a:lnTo>
                  <a:lnTo>
                    <a:pt x="2495320" y="1879599"/>
                  </a:lnTo>
                  <a:lnTo>
                    <a:pt x="2548116" y="1841499"/>
                  </a:lnTo>
                  <a:lnTo>
                    <a:pt x="2603650" y="1790699"/>
                  </a:lnTo>
                  <a:lnTo>
                    <a:pt x="2703806" y="1676399"/>
                  </a:lnTo>
                  <a:lnTo>
                    <a:pt x="2739321" y="1638299"/>
                  </a:lnTo>
                  <a:lnTo>
                    <a:pt x="2787346" y="1549399"/>
                  </a:lnTo>
                  <a:lnTo>
                    <a:pt x="2802624" y="1511299"/>
                  </a:lnTo>
                  <a:lnTo>
                    <a:pt x="2813419" y="1473199"/>
                  </a:lnTo>
                  <a:lnTo>
                    <a:pt x="2820995" y="1422399"/>
                  </a:lnTo>
                  <a:lnTo>
                    <a:pt x="2826616" y="1384299"/>
                  </a:lnTo>
                  <a:lnTo>
                    <a:pt x="2845750" y="1193799"/>
                  </a:lnTo>
                  <a:lnTo>
                    <a:pt x="2858660" y="1066799"/>
                  </a:lnTo>
                  <a:lnTo>
                    <a:pt x="2865274" y="1003299"/>
                  </a:lnTo>
                  <a:lnTo>
                    <a:pt x="2870771" y="952499"/>
                  </a:lnTo>
                  <a:lnTo>
                    <a:pt x="2876094" y="901699"/>
                  </a:lnTo>
                  <a:lnTo>
                    <a:pt x="2881069" y="850899"/>
                  </a:lnTo>
                  <a:lnTo>
                    <a:pt x="2885522" y="812799"/>
                  </a:lnTo>
                  <a:lnTo>
                    <a:pt x="2887360" y="800099"/>
                  </a:lnTo>
                  <a:lnTo>
                    <a:pt x="2889136" y="774699"/>
                  </a:lnTo>
                  <a:lnTo>
                    <a:pt x="2890794" y="761999"/>
                  </a:lnTo>
                  <a:lnTo>
                    <a:pt x="2892277" y="749299"/>
                  </a:lnTo>
                  <a:lnTo>
                    <a:pt x="2892890" y="749299"/>
                  </a:lnTo>
                  <a:lnTo>
                    <a:pt x="2893502" y="736599"/>
                  </a:lnTo>
                  <a:lnTo>
                    <a:pt x="2894744" y="736599"/>
                  </a:lnTo>
                  <a:lnTo>
                    <a:pt x="2894744" y="723899"/>
                  </a:lnTo>
                  <a:lnTo>
                    <a:pt x="2896582" y="723899"/>
                  </a:lnTo>
                  <a:lnTo>
                    <a:pt x="2899032" y="711199"/>
                  </a:lnTo>
                  <a:lnTo>
                    <a:pt x="2904938" y="711199"/>
                  </a:lnTo>
                  <a:lnTo>
                    <a:pt x="2908787" y="698499"/>
                  </a:lnTo>
                  <a:lnTo>
                    <a:pt x="2914379" y="698499"/>
                  </a:lnTo>
                  <a:lnTo>
                    <a:pt x="2916217" y="685799"/>
                  </a:lnTo>
                  <a:lnTo>
                    <a:pt x="2918054" y="685799"/>
                  </a:lnTo>
                  <a:lnTo>
                    <a:pt x="2959233" y="736599"/>
                  </a:lnTo>
                  <a:lnTo>
                    <a:pt x="2999363" y="787399"/>
                  </a:lnTo>
                  <a:lnTo>
                    <a:pt x="3038333" y="838199"/>
                  </a:lnTo>
                  <a:lnTo>
                    <a:pt x="3076033" y="888999"/>
                  </a:lnTo>
                  <a:lnTo>
                    <a:pt x="3112352" y="939799"/>
                  </a:lnTo>
                  <a:lnTo>
                    <a:pt x="3147180" y="990599"/>
                  </a:lnTo>
                  <a:lnTo>
                    <a:pt x="3180406" y="1041399"/>
                  </a:lnTo>
                  <a:lnTo>
                    <a:pt x="3211920" y="1092199"/>
                  </a:lnTo>
                  <a:lnTo>
                    <a:pt x="3241610" y="1142999"/>
                  </a:lnTo>
                  <a:lnTo>
                    <a:pt x="3269366" y="1181099"/>
                  </a:lnTo>
                  <a:lnTo>
                    <a:pt x="3295078" y="1231899"/>
                  </a:lnTo>
                  <a:lnTo>
                    <a:pt x="3318636" y="1269999"/>
                  </a:lnTo>
                  <a:lnTo>
                    <a:pt x="3339927" y="1320799"/>
                  </a:lnTo>
                  <a:lnTo>
                    <a:pt x="3358843" y="1358899"/>
                  </a:lnTo>
                  <a:lnTo>
                    <a:pt x="3375271" y="1396999"/>
                  </a:lnTo>
                  <a:lnTo>
                    <a:pt x="3389103" y="1435099"/>
                  </a:lnTo>
                  <a:lnTo>
                    <a:pt x="3400226" y="1460499"/>
                  </a:lnTo>
                  <a:lnTo>
                    <a:pt x="3408530" y="1498599"/>
                  </a:lnTo>
                  <a:lnTo>
                    <a:pt x="3415524" y="1536699"/>
                  </a:lnTo>
                  <a:lnTo>
                    <a:pt x="3417598" y="1574799"/>
                  </a:lnTo>
                  <a:lnTo>
                    <a:pt x="3414563" y="1625599"/>
                  </a:lnTo>
                  <a:lnTo>
                    <a:pt x="3405688" y="1676399"/>
                  </a:lnTo>
                  <a:lnTo>
                    <a:pt x="3391576" y="1727199"/>
                  </a:lnTo>
                  <a:lnTo>
                    <a:pt x="3372832" y="1765299"/>
                  </a:lnTo>
                  <a:lnTo>
                    <a:pt x="3350062" y="1816099"/>
                  </a:lnTo>
                  <a:lnTo>
                    <a:pt x="3323870" y="1854199"/>
                  </a:lnTo>
                  <a:lnTo>
                    <a:pt x="3294860" y="1904999"/>
                  </a:lnTo>
                  <a:lnTo>
                    <a:pt x="3263638" y="1943099"/>
                  </a:lnTo>
                  <a:lnTo>
                    <a:pt x="3230808" y="1981199"/>
                  </a:lnTo>
                  <a:lnTo>
                    <a:pt x="3196975" y="2031999"/>
                  </a:lnTo>
                  <a:lnTo>
                    <a:pt x="3128718" y="2108199"/>
                  </a:lnTo>
                  <a:lnTo>
                    <a:pt x="3095504" y="2146299"/>
                  </a:lnTo>
                  <a:lnTo>
                    <a:pt x="3063706" y="2184399"/>
                  </a:lnTo>
                  <a:lnTo>
                    <a:pt x="3033929" y="2222499"/>
                  </a:lnTo>
                  <a:lnTo>
                    <a:pt x="3006777" y="2247899"/>
                  </a:lnTo>
                  <a:lnTo>
                    <a:pt x="2982855" y="2285999"/>
                  </a:lnTo>
                  <a:lnTo>
                    <a:pt x="2962769" y="2311399"/>
                  </a:lnTo>
                  <a:lnTo>
                    <a:pt x="2947121" y="2349499"/>
                  </a:lnTo>
                  <a:lnTo>
                    <a:pt x="2936518" y="2374899"/>
                  </a:lnTo>
                  <a:lnTo>
                    <a:pt x="2931565" y="2400299"/>
                  </a:lnTo>
                  <a:lnTo>
                    <a:pt x="2930935" y="2400299"/>
                  </a:lnTo>
                  <a:lnTo>
                    <a:pt x="2930935" y="2412999"/>
                  </a:lnTo>
                  <a:lnTo>
                    <a:pt x="2933789" y="2451099"/>
                  </a:lnTo>
                  <a:lnTo>
                    <a:pt x="2941818" y="2489199"/>
                  </a:lnTo>
                  <a:lnTo>
                    <a:pt x="2954226" y="2527299"/>
                  </a:lnTo>
                  <a:lnTo>
                    <a:pt x="2970215" y="2578099"/>
                  </a:lnTo>
                  <a:lnTo>
                    <a:pt x="2988987" y="2628899"/>
                  </a:lnTo>
                  <a:lnTo>
                    <a:pt x="3009745" y="2679699"/>
                  </a:lnTo>
                  <a:lnTo>
                    <a:pt x="3031690" y="2730499"/>
                  </a:lnTo>
                  <a:lnTo>
                    <a:pt x="3054027" y="2781299"/>
                  </a:lnTo>
                  <a:lnTo>
                    <a:pt x="3075956" y="2832099"/>
                  </a:lnTo>
                  <a:lnTo>
                    <a:pt x="3096681" y="2882899"/>
                  </a:lnTo>
                  <a:lnTo>
                    <a:pt x="3110723" y="2920999"/>
                  </a:lnTo>
                  <a:close/>
                </a:path>
                <a:path w="3418204" h="3378200">
                  <a:moveTo>
                    <a:pt x="713710" y="2654299"/>
                  </a:moveTo>
                  <a:lnTo>
                    <a:pt x="12267" y="2425699"/>
                  </a:lnTo>
                  <a:lnTo>
                    <a:pt x="10350" y="2412999"/>
                  </a:lnTo>
                  <a:lnTo>
                    <a:pt x="6133" y="2387599"/>
                  </a:lnTo>
                  <a:lnTo>
                    <a:pt x="1916" y="2336799"/>
                  </a:lnTo>
                  <a:lnTo>
                    <a:pt x="0" y="2285999"/>
                  </a:lnTo>
                  <a:lnTo>
                    <a:pt x="1304" y="2247899"/>
                  </a:lnTo>
                  <a:lnTo>
                    <a:pt x="5831" y="2209799"/>
                  </a:lnTo>
                  <a:lnTo>
                    <a:pt x="14499" y="2171699"/>
                  </a:lnTo>
                  <a:lnTo>
                    <a:pt x="51142" y="2108199"/>
                  </a:lnTo>
                  <a:lnTo>
                    <a:pt x="80242" y="2095499"/>
                  </a:lnTo>
                  <a:lnTo>
                    <a:pt x="145601" y="2095499"/>
                  </a:lnTo>
                  <a:lnTo>
                    <a:pt x="176166" y="2082799"/>
                  </a:lnTo>
                  <a:lnTo>
                    <a:pt x="1053075" y="2082799"/>
                  </a:lnTo>
                  <a:lnTo>
                    <a:pt x="1038249" y="2095499"/>
                  </a:lnTo>
                  <a:lnTo>
                    <a:pt x="1018249" y="2108199"/>
                  </a:lnTo>
                  <a:lnTo>
                    <a:pt x="995257" y="2133599"/>
                  </a:lnTo>
                  <a:lnTo>
                    <a:pt x="971454" y="2146299"/>
                  </a:lnTo>
                  <a:lnTo>
                    <a:pt x="959850" y="2158999"/>
                  </a:lnTo>
                  <a:lnTo>
                    <a:pt x="949055" y="2158999"/>
                  </a:lnTo>
                  <a:lnTo>
                    <a:pt x="939183" y="2171699"/>
                  </a:lnTo>
                  <a:lnTo>
                    <a:pt x="930345" y="2171699"/>
                  </a:lnTo>
                  <a:lnTo>
                    <a:pt x="902059" y="2197099"/>
                  </a:lnTo>
                  <a:lnTo>
                    <a:pt x="870062" y="2222499"/>
                  </a:lnTo>
                  <a:lnTo>
                    <a:pt x="837418" y="2247899"/>
                  </a:lnTo>
                  <a:lnTo>
                    <a:pt x="807193" y="2298699"/>
                  </a:lnTo>
                  <a:lnTo>
                    <a:pt x="782451" y="2349499"/>
                  </a:lnTo>
                  <a:lnTo>
                    <a:pt x="769313" y="2400299"/>
                  </a:lnTo>
                  <a:lnTo>
                    <a:pt x="756061" y="2451099"/>
                  </a:lnTo>
                  <a:lnTo>
                    <a:pt x="743268" y="2501899"/>
                  </a:lnTo>
                  <a:lnTo>
                    <a:pt x="731508" y="2565399"/>
                  </a:lnTo>
                  <a:lnTo>
                    <a:pt x="726225" y="2590799"/>
                  </a:lnTo>
                  <a:lnTo>
                    <a:pt x="721461" y="2603499"/>
                  </a:lnTo>
                  <a:lnTo>
                    <a:pt x="717272" y="2628899"/>
                  </a:lnTo>
                  <a:lnTo>
                    <a:pt x="713710" y="2654299"/>
                  </a:lnTo>
                  <a:close/>
                </a:path>
                <a:path w="3418204" h="3378200">
                  <a:moveTo>
                    <a:pt x="1528678" y="2336799"/>
                  </a:moveTo>
                  <a:lnTo>
                    <a:pt x="1081915" y="2336799"/>
                  </a:lnTo>
                  <a:lnTo>
                    <a:pt x="1083752" y="2324099"/>
                  </a:lnTo>
                  <a:lnTo>
                    <a:pt x="1097416" y="2324099"/>
                  </a:lnTo>
                  <a:lnTo>
                    <a:pt x="1107580" y="2311399"/>
                  </a:lnTo>
                  <a:lnTo>
                    <a:pt x="1119348" y="2311399"/>
                  </a:lnTo>
                  <a:lnTo>
                    <a:pt x="1157512" y="2285999"/>
                  </a:lnTo>
                  <a:lnTo>
                    <a:pt x="1232230" y="2235199"/>
                  </a:lnTo>
                  <a:lnTo>
                    <a:pt x="1253137" y="2222499"/>
                  </a:lnTo>
                  <a:lnTo>
                    <a:pt x="1270947" y="2235199"/>
                  </a:lnTo>
                  <a:lnTo>
                    <a:pt x="1303161" y="2247899"/>
                  </a:lnTo>
                  <a:lnTo>
                    <a:pt x="1347411" y="2273299"/>
                  </a:lnTo>
                  <a:lnTo>
                    <a:pt x="1401326" y="2298699"/>
                  </a:lnTo>
                  <a:lnTo>
                    <a:pt x="1462539" y="2311399"/>
                  </a:lnTo>
                  <a:lnTo>
                    <a:pt x="1528678" y="2336799"/>
                  </a:lnTo>
                  <a:close/>
                </a:path>
                <a:path w="3418204" h="3378200">
                  <a:moveTo>
                    <a:pt x="3020621" y="3378199"/>
                  </a:moveTo>
                  <a:lnTo>
                    <a:pt x="3015635" y="3378199"/>
                  </a:lnTo>
                  <a:lnTo>
                    <a:pt x="2854232" y="3327399"/>
                  </a:lnTo>
                  <a:lnTo>
                    <a:pt x="2850556" y="3327399"/>
                  </a:lnTo>
                  <a:lnTo>
                    <a:pt x="840744" y="2692399"/>
                  </a:lnTo>
                  <a:lnTo>
                    <a:pt x="852832" y="2666999"/>
                  </a:lnTo>
                  <a:lnTo>
                    <a:pt x="869353" y="2641599"/>
                  </a:lnTo>
                  <a:lnTo>
                    <a:pt x="891052" y="2616199"/>
                  </a:lnTo>
                  <a:lnTo>
                    <a:pt x="918673" y="2590799"/>
                  </a:lnTo>
                  <a:lnTo>
                    <a:pt x="953189" y="2552699"/>
                  </a:lnTo>
                  <a:lnTo>
                    <a:pt x="983962" y="2514599"/>
                  </a:lnTo>
                  <a:lnTo>
                    <a:pt x="1010935" y="2463799"/>
                  </a:lnTo>
                  <a:lnTo>
                    <a:pt x="1034052" y="2425699"/>
                  </a:lnTo>
                  <a:lnTo>
                    <a:pt x="1043808" y="2400299"/>
                  </a:lnTo>
                  <a:lnTo>
                    <a:pt x="1052698" y="2387599"/>
                  </a:lnTo>
                  <a:lnTo>
                    <a:pt x="1060551" y="2374899"/>
                  </a:lnTo>
                  <a:lnTo>
                    <a:pt x="1067197" y="2362199"/>
                  </a:lnTo>
                  <a:lnTo>
                    <a:pt x="1074547" y="2336799"/>
                  </a:lnTo>
                  <a:lnTo>
                    <a:pt x="1634741" y="2336799"/>
                  </a:lnTo>
                  <a:lnTo>
                    <a:pt x="1668592" y="2349499"/>
                  </a:lnTo>
                  <a:lnTo>
                    <a:pt x="1826322" y="2349499"/>
                  </a:lnTo>
                  <a:lnTo>
                    <a:pt x="1788888" y="2463799"/>
                  </a:lnTo>
                  <a:lnTo>
                    <a:pt x="1781041" y="2463799"/>
                  </a:lnTo>
                  <a:lnTo>
                    <a:pt x="1768477" y="2476499"/>
                  </a:lnTo>
                  <a:lnTo>
                    <a:pt x="1752464" y="2489199"/>
                  </a:lnTo>
                  <a:lnTo>
                    <a:pt x="1734270" y="2489199"/>
                  </a:lnTo>
                  <a:lnTo>
                    <a:pt x="1711740" y="2514599"/>
                  </a:lnTo>
                  <a:lnTo>
                    <a:pt x="1689848" y="2527299"/>
                  </a:lnTo>
                  <a:lnTo>
                    <a:pt x="1670834" y="2539999"/>
                  </a:lnTo>
                  <a:lnTo>
                    <a:pt x="1656937" y="2565399"/>
                  </a:lnTo>
                  <a:lnTo>
                    <a:pt x="1642645" y="2590799"/>
                  </a:lnTo>
                  <a:lnTo>
                    <a:pt x="1621735" y="2628899"/>
                  </a:lnTo>
                  <a:lnTo>
                    <a:pt x="1596795" y="2679699"/>
                  </a:lnTo>
                  <a:lnTo>
                    <a:pt x="1570415" y="2717799"/>
                  </a:lnTo>
                  <a:lnTo>
                    <a:pt x="1557699" y="2743199"/>
                  </a:lnTo>
                  <a:lnTo>
                    <a:pt x="1545559" y="2768599"/>
                  </a:lnTo>
                  <a:lnTo>
                    <a:pt x="1534341" y="2781299"/>
                  </a:lnTo>
                  <a:lnTo>
                    <a:pt x="1524390" y="2806699"/>
                  </a:lnTo>
                  <a:lnTo>
                    <a:pt x="1516041" y="2819399"/>
                  </a:lnTo>
                  <a:lnTo>
                    <a:pt x="1509651" y="2819399"/>
                  </a:lnTo>
                  <a:lnTo>
                    <a:pt x="1504125" y="2832099"/>
                  </a:lnTo>
                  <a:lnTo>
                    <a:pt x="1502900" y="2832099"/>
                  </a:lnTo>
                  <a:lnTo>
                    <a:pt x="1503513" y="2844799"/>
                  </a:lnTo>
                  <a:lnTo>
                    <a:pt x="1505367" y="2844799"/>
                  </a:lnTo>
                  <a:lnTo>
                    <a:pt x="1594951" y="2920999"/>
                  </a:lnTo>
                  <a:lnTo>
                    <a:pt x="3110723" y="2920999"/>
                  </a:lnTo>
                  <a:lnTo>
                    <a:pt x="3115404" y="2933699"/>
                  </a:lnTo>
                  <a:lnTo>
                    <a:pt x="3131328" y="2984499"/>
                  </a:lnTo>
                  <a:lnTo>
                    <a:pt x="3143654" y="3022599"/>
                  </a:lnTo>
                  <a:lnTo>
                    <a:pt x="3151586" y="3073399"/>
                  </a:lnTo>
                  <a:lnTo>
                    <a:pt x="3154325" y="3111499"/>
                  </a:lnTo>
                  <a:lnTo>
                    <a:pt x="3153260" y="3136899"/>
                  </a:lnTo>
                  <a:lnTo>
                    <a:pt x="3149950" y="3149599"/>
                  </a:lnTo>
                  <a:lnTo>
                    <a:pt x="3144225" y="3174999"/>
                  </a:lnTo>
                  <a:lnTo>
                    <a:pt x="3135915" y="3187699"/>
                  </a:lnTo>
                  <a:lnTo>
                    <a:pt x="3075696" y="3289299"/>
                  </a:lnTo>
                  <a:lnTo>
                    <a:pt x="3038952" y="3340099"/>
                  </a:lnTo>
                  <a:lnTo>
                    <a:pt x="3020621" y="3378199"/>
                  </a:lnTo>
                  <a:close/>
                </a:path>
                <a:path w="3418204" h="3378200">
                  <a:moveTo>
                    <a:pt x="1826322" y="2349499"/>
                  </a:moveTo>
                  <a:lnTo>
                    <a:pt x="1668592" y="2349499"/>
                  </a:lnTo>
                  <a:lnTo>
                    <a:pt x="1723264" y="2336799"/>
                  </a:lnTo>
                  <a:lnTo>
                    <a:pt x="1831222" y="2336799"/>
                  </a:lnTo>
                  <a:lnTo>
                    <a:pt x="1826322" y="2349499"/>
                  </a:lnTo>
                  <a:close/>
                </a:path>
              </a:pathLst>
            </a:custGeom>
            <a:solidFill>
              <a:srgbClr val="FF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344147" y="4219028"/>
              <a:ext cx="2888615" cy="921385"/>
            </a:xfrm>
            <a:custGeom>
              <a:avLst/>
              <a:gdLst/>
              <a:ahLst/>
              <a:cxnLst/>
              <a:rect l="l" t="t" r="r" b="b"/>
              <a:pathLst>
                <a:path w="2888615" h="921385">
                  <a:moveTo>
                    <a:pt x="2643733" y="837298"/>
                  </a:moveTo>
                  <a:lnTo>
                    <a:pt x="2641904" y="834212"/>
                  </a:lnTo>
                  <a:lnTo>
                    <a:pt x="2639453" y="833589"/>
                  </a:lnTo>
                  <a:lnTo>
                    <a:pt x="7366" y="152"/>
                  </a:lnTo>
                  <a:lnTo>
                    <a:pt x="6934" y="50"/>
                  </a:lnTo>
                  <a:lnTo>
                    <a:pt x="6502" y="0"/>
                  </a:lnTo>
                  <a:lnTo>
                    <a:pt x="6057" y="0"/>
                  </a:lnTo>
                  <a:lnTo>
                    <a:pt x="3924" y="0"/>
                  </a:lnTo>
                  <a:lnTo>
                    <a:pt x="1727" y="1193"/>
                  </a:lnTo>
                  <a:lnTo>
                    <a:pt x="1219" y="3251"/>
                  </a:lnTo>
                  <a:lnTo>
                    <a:pt x="0" y="6350"/>
                  </a:lnTo>
                  <a:lnTo>
                    <a:pt x="1841" y="9436"/>
                  </a:lnTo>
                  <a:lnTo>
                    <a:pt x="4305" y="10045"/>
                  </a:lnTo>
                  <a:lnTo>
                    <a:pt x="2636367" y="843495"/>
                  </a:lnTo>
                  <a:lnTo>
                    <a:pt x="2636774" y="843597"/>
                  </a:lnTo>
                  <a:lnTo>
                    <a:pt x="2637205" y="843648"/>
                  </a:lnTo>
                  <a:lnTo>
                    <a:pt x="2639784" y="843648"/>
                  </a:lnTo>
                  <a:lnTo>
                    <a:pt x="2642006" y="842365"/>
                  </a:lnTo>
                  <a:lnTo>
                    <a:pt x="2642514" y="839774"/>
                  </a:lnTo>
                  <a:lnTo>
                    <a:pt x="2643733" y="837298"/>
                  </a:lnTo>
                  <a:close/>
                </a:path>
                <a:path w="2888615" h="921385">
                  <a:moveTo>
                    <a:pt x="2887992" y="914628"/>
                  </a:moveTo>
                  <a:lnTo>
                    <a:pt x="2886760" y="911542"/>
                  </a:lnTo>
                  <a:lnTo>
                    <a:pt x="2883687" y="910932"/>
                  </a:lnTo>
                  <a:lnTo>
                    <a:pt x="2741930" y="865759"/>
                  </a:lnTo>
                  <a:lnTo>
                    <a:pt x="2741523" y="865657"/>
                  </a:lnTo>
                  <a:lnTo>
                    <a:pt x="2741091" y="865606"/>
                  </a:lnTo>
                  <a:lnTo>
                    <a:pt x="2740672" y="865606"/>
                  </a:lnTo>
                  <a:lnTo>
                    <a:pt x="2738526" y="865606"/>
                  </a:lnTo>
                  <a:lnTo>
                    <a:pt x="2736304" y="866889"/>
                  </a:lnTo>
                  <a:lnTo>
                    <a:pt x="2735783" y="869480"/>
                  </a:lnTo>
                  <a:lnTo>
                    <a:pt x="2734564" y="871956"/>
                  </a:lnTo>
                  <a:lnTo>
                    <a:pt x="2736405" y="875042"/>
                  </a:lnTo>
                  <a:lnTo>
                    <a:pt x="2738869" y="875652"/>
                  </a:lnTo>
                  <a:lnTo>
                    <a:pt x="2880626" y="920826"/>
                  </a:lnTo>
                  <a:lnTo>
                    <a:pt x="2881134" y="920927"/>
                  </a:lnTo>
                  <a:lnTo>
                    <a:pt x="2881630" y="920978"/>
                  </a:lnTo>
                  <a:lnTo>
                    <a:pt x="2884462" y="920978"/>
                  </a:lnTo>
                  <a:lnTo>
                    <a:pt x="2886354" y="919695"/>
                  </a:lnTo>
                  <a:lnTo>
                    <a:pt x="2887370" y="917117"/>
                  </a:lnTo>
                  <a:lnTo>
                    <a:pt x="2887992" y="91462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5407" y="1330933"/>
              <a:ext cx="3091727" cy="38125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129375" y="2664299"/>
            <a:ext cx="582295" cy="2479675"/>
            <a:chOff x="8129375" y="2664299"/>
            <a:chExt cx="582295" cy="2479675"/>
          </a:xfrm>
        </p:grpSpPr>
        <p:sp>
          <p:nvSpPr>
            <p:cNvPr id="3" name="object 3" descr=""/>
            <p:cNvSpPr/>
            <p:nvPr/>
          </p:nvSpPr>
          <p:spPr>
            <a:xfrm>
              <a:off x="8415512" y="2664299"/>
              <a:ext cx="9525" cy="2479675"/>
            </a:xfrm>
            <a:custGeom>
              <a:avLst/>
              <a:gdLst/>
              <a:ahLst/>
              <a:cxnLst/>
              <a:rect l="l" t="t" r="r" b="b"/>
              <a:pathLst>
                <a:path w="9525" h="2479675">
                  <a:moveTo>
                    <a:pt x="9524" y="2479200"/>
                  </a:moveTo>
                  <a:lnTo>
                    <a:pt x="0" y="2479200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4792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133825" y="4297200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4" h="572770">
                  <a:moveTo>
                    <a:pt x="286424" y="572299"/>
                  </a:moveTo>
                  <a:lnTo>
                    <a:pt x="239950" y="568553"/>
                  </a:lnTo>
                  <a:lnTo>
                    <a:pt x="195868" y="557706"/>
                  </a:lnTo>
                  <a:lnTo>
                    <a:pt x="154768" y="540346"/>
                  </a:lnTo>
                  <a:lnTo>
                    <a:pt x="117239" y="517061"/>
                  </a:lnTo>
                  <a:lnTo>
                    <a:pt x="83868" y="488440"/>
                  </a:lnTo>
                  <a:lnTo>
                    <a:pt x="55245" y="455071"/>
                  </a:lnTo>
                  <a:lnTo>
                    <a:pt x="31958" y="417542"/>
                  </a:lnTo>
                  <a:lnTo>
                    <a:pt x="14596" y="376440"/>
                  </a:lnTo>
                  <a:lnTo>
                    <a:pt x="3747" y="332355"/>
                  </a:lnTo>
                  <a:lnTo>
                    <a:pt x="0" y="285874"/>
                  </a:lnTo>
                  <a:lnTo>
                    <a:pt x="3747" y="239549"/>
                  </a:lnTo>
                  <a:lnTo>
                    <a:pt x="14596" y="195587"/>
                  </a:lnTo>
                  <a:lnTo>
                    <a:pt x="31958" y="154580"/>
                  </a:lnTo>
                  <a:lnTo>
                    <a:pt x="55245" y="117120"/>
                  </a:lnTo>
                  <a:lnTo>
                    <a:pt x="83868" y="83799"/>
                  </a:lnTo>
                  <a:lnTo>
                    <a:pt x="117239" y="55210"/>
                  </a:lnTo>
                  <a:lnTo>
                    <a:pt x="154768" y="31943"/>
                  </a:lnTo>
                  <a:lnTo>
                    <a:pt x="195868" y="14591"/>
                  </a:lnTo>
                  <a:lnTo>
                    <a:pt x="239950" y="3746"/>
                  </a:lnTo>
                  <a:lnTo>
                    <a:pt x="286424" y="0"/>
                  </a:lnTo>
                  <a:lnTo>
                    <a:pt x="332905" y="3746"/>
                  </a:lnTo>
                  <a:lnTo>
                    <a:pt x="376990" y="14591"/>
                  </a:lnTo>
                  <a:lnTo>
                    <a:pt x="418092" y="31943"/>
                  </a:lnTo>
                  <a:lnTo>
                    <a:pt x="455621" y="55210"/>
                  </a:lnTo>
                  <a:lnTo>
                    <a:pt x="488990" y="83799"/>
                  </a:lnTo>
                  <a:lnTo>
                    <a:pt x="517611" y="117120"/>
                  </a:lnTo>
                  <a:lnTo>
                    <a:pt x="540896" y="154580"/>
                  </a:lnTo>
                  <a:lnTo>
                    <a:pt x="558256" y="195587"/>
                  </a:lnTo>
                  <a:lnTo>
                    <a:pt x="569103" y="239549"/>
                  </a:lnTo>
                  <a:lnTo>
                    <a:pt x="572849" y="285874"/>
                  </a:lnTo>
                  <a:lnTo>
                    <a:pt x="569103" y="332355"/>
                  </a:lnTo>
                  <a:lnTo>
                    <a:pt x="558256" y="376440"/>
                  </a:lnTo>
                  <a:lnTo>
                    <a:pt x="540896" y="417542"/>
                  </a:lnTo>
                  <a:lnTo>
                    <a:pt x="517611" y="455071"/>
                  </a:lnTo>
                  <a:lnTo>
                    <a:pt x="488990" y="488440"/>
                  </a:lnTo>
                  <a:lnTo>
                    <a:pt x="455621" y="517061"/>
                  </a:lnTo>
                  <a:lnTo>
                    <a:pt x="418092" y="540346"/>
                  </a:lnTo>
                  <a:lnTo>
                    <a:pt x="376990" y="557706"/>
                  </a:lnTo>
                  <a:lnTo>
                    <a:pt x="332905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129375" y="4292200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5" h="582929">
                  <a:moveTo>
                    <a:pt x="290874" y="582324"/>
                  </a:moveTo>
                  <a:lnTo>
                    <a:pt x="243735" y="578512"/>
                  </a:lnTo>
                  <a:lnTo>
                    <a:pt x="199001" y="567474"/>
                  </a:lnTo>
                  <a:lnTo>
                    <a:pt x="157276" y="549810"/>
                  </a:lnTo>
                  <a:lnTo>
                    <a:pt x="119161" y="526116"/>
                  </a:lnTo>
                  <a:lnTo>
                    <a:pt x="85259" y="496993"/>
                  </a:lnTo>
                  <a:lnTo>
                    <a:pt x="56171" y="463038"/>
                  </a:lnTo>
                  <a:lnTo>
                    <a:pt x="32499" y="424851"/>
                  </a:lnTo>
                  <a:lnTo>
                    <a:pt x="14845" y="383028"/>
                  </a:lnTo>
                  <a:lnTo>
                    <a:pt x="3811" y="338170"/>
                  </a:lnTo>
                  <a:lnTo>
                    <a:pt x="0" y="290874"/>
                  </a:lnTo>
                  <a:lnTo>
                    <a:pt x="3811" y="243735"/>
                  </a:lnTo>
                  <a:lnTo>
                    <a:pt x="14845" y="199001"/>
                  </a:lnTo>
                  <a:lnTo>
                    <a:pt x="32499" y="157276"/>
                  </a:lnTo>
                  <a:lnTo>
                    <a:pt x="56171" y="119161"/>
                  </a:lnTo>
                  <a:lnTo>
                    <a:pt x="85259" y="85259"/>
                  </a:lnTo>
                  <a:lnTo>
                    <a:pt x="119161" y="56171"/>
                  </a:lnTo>
                  <a:lnTo>
                    <a:pt x="157276" y="32499"/>
                  </a:lnTo>
                  <a:lnTo>
                    <a:pt x="199001" y="14845"/>
                  </a:lnTo>
                  <a:lnTo>
                    <a:pt x="243735" y="3811"/>
                  </a:lnTo>
                  <a:lnTo>
                    <a:pt x="290874" y="0"/>
                  </a:lnTo>
                  <a:lnTo>
                    <a:pt x="338021" y="3811"/>
                  </a:lnTo>
                  <a:lnTo>
                    <a:pt x="360985" y="9474"/>
                  </a:lnTo>
                  <a:lnTo>
                    <a:pt x="290874" y="9474"/>
                  </a:lnTo>
                  <a:lnTo>
                    <a:pt x="234007" y="15151"/>
                  </a:lnTo>
                  <a:lnTo>
                    <a:pt x="181106" y="31484"/>
                  </a:lnTo>
                  <a:lnTo>
                    <a:pt x="133220" y="57431"/>
                  </a:lnTo>
                  <a:lnTo>
                    <a:pt x="91399" y="91949"/>
                  </a:lnTo>
                  <a:lnTo>
                    <a:pt x="57113" y="133529"/>
                  </a:lnTo>
                  <a:lnTo>
                    <a:pt x="31140" y="181381"/>
                  </a:lnTo>
                  <a:lnTo>
                    <a:pt x="14678" y="234248"/>
                  </a:lnTo>
                  <a:lnTo>
                    <a:pt x="8924" y="290874"/>
                  </a:lnTo>
                  <a:lnTo>
                    <a:pt x="14678" y="347753"/>
                  </a:lnTo>
                  <a:lnTo>
                    <a:pt x="31140" y="400656"/>
                  </a:lnTo>
                  <a:lnTo>
                    <a:pt x="57113" y="448543"/>
                  </a:lnTo>
                  <a:lnTo>
                    <a:pt x="91399" y="490374"/>
                  </a:lnTo>
                  <a:lnTo>
                    <a:pt x="133220" y="524650"/>
                  </a:lnTo>
                  <a:lnTo>
                    <a:pt x="181106" y="550624"/>
                  </a:lnTo>
                  <a:lnTo>
                    <a:pt x="234007" y="567092"/>
                  </a:lnTo>
                  <a:lnTo>
                    <a:pt x="290874" y="572849"/>
                  </a:lnTo>
                  <a:lnTo>
                    <a:pt x="360974" y="572849"/>
                  </a:lnTo>
                  <a:lnTo>
                    <a:pt x="338021" y="578512"/>
                  </a:lnTo>
                  <a:lnTo>
                    <a:pt x="290874" y="582324"/>
                  </a:lnTo>
                  <a:close/>
                </a:path>
                <a:path w="582295" h="582929">
                  <a:moveTo>
                    <a:pt x="360974" y="572849"/>
                  </a:moveTo>
                  <a:lnTo>
                    <a:pt x="290874" y="572849"/>
                  </a:lnTo>
                  <a:lnTo>
                    <a:pt x="347748" y="567092"/>
                  </a:lnTo>
                  <a:lnTo>
                    <a:pt x="400596" y="550624"/>
                  </a:lnTo>
                  <a:lnTo>
                    <a:pt x="448322" y="524650"/>
                  </a:lnTo>
                  <a:lnTo>
                    <a:pt x="489824" y="490374"/>
                  </a:lnTo>
                  <a:lnTo>
                    <a:pt x="524343" y="448543"/>
                  </a:lnTo>
                  <a:lnTo>
                    <a:pt x="550290" y="400656"/>
                  </a:lnTo>
                  <a:lnTo>
                    <a:pt x="566623" y="347753"/>
                  </a:lnTo>
                  <a:lnTo>
                    <a:pt x="572299" y="290874"/>
                  </a:lnTo>
                  <a:lnTo>
                    <a:pt x="566623" y="234248"/>
                  </a:lnTo>
                  <a:lnTo>
                    <a:pt x="550290" y="181381"/>
                  </a:lnTo>
                  <a:lnTo>
                    <a:pt x="524343" y="133529"/>
                  </a:lnTo>
                  <a:lnTo>
                    <a:pt x="489824" y="91949"/>
                  </a:lnTo>
                  <a:lnTo>
                    <a:pt x="448322" y="57431"/>
                  </a:lnTo>
                  <a:lnTo>
                    <a:pt x="400596" y="31484"/>
                  </a:lnTo>
                  <a:lnTo>
                    <a:pt x="347748" y="15151"/>
                  </a:lnTo>
                  <a:lnTo>
                    <a:pt x="290874" y="9474"/>
                  </a:lnTo>
                  <a:lnTo>
                    <a:pt x="360985" y="9474"/>
                  </a:lnTo>
                  <a:lnTo>
                    <a:pt x="424489" y="32499"/>
                  </a:lnTo>
                  <a:lnTo>
                    <a:pt x="462607" y="56171"/>
                  </a:lnTo>
                  <a:lnTo>
                    <a:pt x="496512" y="85259"/>
                  </a:lnTo>
                  <a:lnTo>
                    <a:pt x="525602" y="119161"/>
                  </a:lnTo>
                  <a:lnTo>
                    <a:pt x="549275" y="157276"/>
                  </a:lnTo>
                  <a:lnTo>
                    <a:pt x="566929" y="199001"/>
                  </a:lnTo>
                  <a:lnTo>
                    <a:pt x="577963" y="243735"/>
                  </a:lnTo>
                  <a:lnTo>
                    <a:pt x="581774" y="290874"/>
                  </a:lnTo>
                  <a:lnTo>
                    <a:pt x="577963" y="338170"/>
                  </a:lnTo>
                  <a:lnTo>
                    <a:pt x="566929" y="383028"/>
                  </a:lnTo>
                  <a:lnTo>
                    <a:pt x="549275" y="424851"/>
                  </a:lnTo>
                  <a:lnTo>
                    <a:pt x="525602" y="463038"/>
                  </a:lnTo>
                  <a:lnTo>
                    <a:pt x="496512" y="496993"/>
                  </a:lnTo>
                  <a:lnTo>
                    <a:pt x="462607" y="526116"/>
                  </a:lnTo>
                  <a:lnTo>
                    <a:pt x="424489" y="549810"/>
                  </a:lnTo>
                  <a:lnTo>
                    <a:pt x="382760" y="567474"/>
                  </a:lnTo>
                  <a:lnTo>
                    <a:pt x="360974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206275" y="4369649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89">
                  <a:moveTo>
                    <a:pt x="213974" y="427424"/>
                  </a:moveTo>
                  <a:lnTo>
                    <a:pt x="164928" y="421771"/>
                  </a:lnTo>
                  <a:lnTo>
                    <a:pt x="119896" y="405666"/>
                  </a:lnTo>
                  <a:lnTo>
                    <a:pt x="80165" y="380399"/>
                  </a:lnTo>
                  <a:lnTo>
                    <a:pt x="47023" y="347254"/>
                  </a:lnTo>
                  <a:lnTo>
                    <a:pt x="21757" y="307519"/>
                  </a:lnTo>
                  <a:lnTo>
                    <a:pt x="5653" y="262480"/>
                  </a:lnTo>
                  <a:lnTo>
                    <a:pt x="0" y="213424"/>
                  </a:lnTo>
                  <a:lnTo>
                    <a:pt x="5653" y="164408"/>
                  </a:lnTo>
                  <a:lnTo>
                    <a:pt x="21757" y="119455"/>
                  </a:lnTo>
                  <a:lnTo>
                    <a:pt x="47023" y="79832"/>
                  </a:lnTo>
                  <a:lnTo>
                    <a:pt x="80165" y="46807"/>
                  </a:lnTo>
                  <a:lnTo>
                    <a:pt x="119896" y="21648"/>
                  </a:lnTo>
                  <a:lnTo>
                    <a:pt x="164928" y="5623"/>
                  </a:lnTo>
                  <a:lnTo>
                    <a:pt x="213974" y="0"/>
                  </a:lnTo>
                  <a:lnTo>
                    <a:pt x="263030" y="5623"/>
                  </a:lnTo>
                  <a:lnTo>
                    <a:pt x="308069" y="21648"/>
                  </a:lnTo>
                  <a:lnTo>
                    <a:pt x="347804" y="46807"/>
                  </a:lnTo>
                  <a:lnTo>
                    <a:pt x="380949" y="79832"/>
                  </a:lnTo>
                  <a:lnTo>
                    <a:pt x="406216" y="119455"/>
                  </a:lnTo>
                  <a:lnTo>
                    <a:pt x="422321" y="164408"/>
                  </a:lnTo>
                  <a:lnTo>
                    <a:pt x="427974" y="213424"/>
                  </a:lnTo>
                  <a:lnTo>
                    <a:pt x="422321" y="262480"/>
                  </a:lnTo>
                  <a:lnTo>
                    <a:pt x="406216" y="307519"/>
                  </a:lnTo>
                  <a:lnTo>
                    <a:pt x="380949" y="347254"/>
                  </a:lnTo>
                  <a:lnTo>
                    <a:pt x="347804" y="380399"/>
                  </a:lnTo>
                  <a:lnTo>
                    <a:pt x="308069" y="405666"/>
                  </a:lnTo>
                  <a:lnTo>
                    <a:pt x="263030" y="421771"/>
                  </a:lnTo>
                  <a:lnTo>
                    <a:pt x="213974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201825" y="4364625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79" h="437514">
                  <a:moveTo>
                    <a:pt x="218424" y="437449"/>
                  </a:moveTo>
                  <a:lnTo>
                    <a:pt x="168250" y="431664"/>
                  </a:lnTo>
                  <a:lnTo>
                    <a:pt x="122239" y="415186"/>
                  </a:lnTo>
                  <a:lnTo>
                    <a:pt x="81688" y="389330"/>
                  </a:lnTo>
                  <a:lnTo>
                    <a:pt x="47893" y="355412"/>
                  </a:lnTo>
                  <a:lnTo>
                    <a:pt x="22149" y="314749"/>
                  </a:lnTo>
                  <a:lnTo>
                    <a:pt x="5753" y="268656"/>
                  </a:lnTo>
                  <a:lnTo>
                    <a:pt x="0" y="218449"/>
                  </a:lnTo>
                  <a:lnTo>
                    <a:pt x="5753" y="168454"/>
                  </a:lnTo>
                  <a:lnTo>
                    <a:pt x="22149" y="122510"/>
                  </a:lnTo>
                  <a:lnTo>
                    <a:pt x="47893" y="81945"/>
                  </a:lnTo>
                  <a:lnTo>
                    <a:pt x="81688" y="48084"/>
                  </a:lnTo>
                  <a:lnTo>
                    <a:pt x="122239" y="22255"/>
                  </a:lnTo>
                  <a:lnTo>
                    <a:pt x="168250" y="5784"/>
                  </a:lnTo>
                  <a:lnTo>
                    <a:pt x="218424" y="0"/>
                  </a:lnTo>
                  <a:lnTo>
                    <a:pt x="268428" y="5784"/>
                  </a:lnTo>
                  <a:lnTo>
                    <a:pt x="278721" y="9474"/>
                  </a:lnTo>
                  <a:lnTo>
                    <a:pt x="218424" y="9474"/>
                  </a:lnTo>
                  <a:lnTo>
                    <a:pt x="176146" y="13726"/>
                  </a:lnTo>
                  <a:lnTo>
                    <a:pt x="136793" y="25921"/>
                  </a:lnTo>
                  <a:lnTo>
                    <a:pt x="101199" y="45218"/>
                  </a:lnTo>
                  <a:lnTo>
                    <a:pt x="70199" y="70774"/>
                  </a:lnTo>
                  <a:lnTo>
                    <a:pt x="44632" y="101766"/>
                  </a:lnTo>
                  <a:lnTo>
                    <a:pt x="25337" y="137299"/>
                  </a:lnTo>
                  <a:lnTo>
                    <a:pt x="13148" y="176489"/>
                  </a:lnTo>
                  <a:lnTo>
                    <a:pt x="8899" y="218449"/>
                  </a:lnTo>
                  <a:lnTo>
                    <a:pt x="13148" y="260731"/>
                  </a:lnTo>
                  <a:lnTo>
                    <a:pt x="25337" y="300090"/>
                  </a:lnTo>
                  <a:lnTo>
                    <a:pt x="44632" y="335685"/>
                  </a:lnTo>
                  <a:lnTo>
                    <a:pt x="70199" y="366674"/>
                  </a:lnTo>
                  <a:lnTo>
                    <a:pt x="101199" y="392242"/>
                  </a:lnTo>
                  <a:lnTo>
                    <a:pt x="136793" y="411537"/>
                  </a:lnTo>
                  <a:lnTo>
                    <a:pt x="176146" y="423726"/>
                  </a:lnTo>
                  <a:lnTo>
                    <a:pt x="218424" y="427974"/>
                  </a:lnTo>
                  <a:lnTo>
                    <a:pt x="278716" y="427974"/>
                  </a:lnTo>
                  <a:lnTo>
                    <a:pt x="268428" y="431664"/>
                  </a:lnTo>
                  <a:lnTo>
                    <a:pt x="218424" y="437449"/>
                  </a:lnTo>
                  <a:close/>
                </a:path>
                <a:path w="436879" h="437514">
                  <a:moveTo>
                    <a:pt x="278716" y="427974"/>
                  </a:moveTo>
                  <a:lnTo>
                    <a:pt x="218424" y="427974"/>
                  </a:lnTo>
                  <a:lnTo>
                    <a:pt x="260631" y="423726"/>
                  </a:lnTo>
                  <a:lnTo>
                    <a:pt x="299799" y="411537"/>
                  </a:lnTo>
                  <a:lnTo>
                    <a:pt x="335199" y="392242"/>
                  </a:lnTo>
                  <a:lnTo>
                    <a:pt x="366099" y="366674"/>
                  </a:lnTo>
                  <a:lnTo>
                    <a:pt x="391667" y="335685"/>
                  </a:lnTo>
                  <a:lnTo>
                    <a:pt x="410962" y="300090"/>
                  </a:lnTo>
                  <a:lnTo>
                    <a:pt x="423151" y="260731"/>
                  </a:lnTo>
                  <a:lnTo>
                    <a:pt x="427399" y="218449"/>
                  </a:lnTo>
                  <a:lnTo>
                    <a:pt x="423151" y="176489"/>
                  </a:lnTo>
                  <a:lnTo>
                    <a:pt x="410962" y="137299"/>
                  </a:lnTo>
                  <a:lnTo>
                    <a:pt x="391667" y="101766"/>
                  </a:lnTo>
                  <a:lnTo>
                    <a:pt x="366099" y="70774"/>
                  </a:lnTo>
                  <a:lnTo>
                    <a:pt x="335199" y="45218"/>
                  </a:lnTo>
                  <a:lnTo>
                    <a:pt x="299799" y="25921"/>
                  </a:lnTo>
                  <a:lnTo>
                    <a:pt x="260631" y="13726"/>
                  </a:lnTo>
                  <a:lnTo>
                    <a:pt x="218424" y="9474"/>
                  </a:lnTo>
                  <a:lnTo>
                    <a:pt x="278721" y="9474"/>
                  </a:lnTo>
                  <a:lnTo>
                    <a:pt x="354940" y="48084"/>
                  </a:lnTo>
                  <a:lnTo>
                    <a:pt x="388798" y="81945"/>
                  </a:lnTo>
                  <a:lnTo>
                    <a:pt x="414623" y="122510"/>
                  </a:lnTo>
                  <a:lnTo>
                    <a:pt x="431091" y="168454"/>
                  </a:lnTo>
                  <a:lnTo>
                    <a:pt x="436874" y="218449"/>
                  </a:lnTo>
                  <a:lnTo>
                    <a:pt x="431091" y="268656"/>
                  </a:lnTo>
                  <a:lnTo>
                    <a:pt x="414623" y="314749"/>
                  </a:lnTo>
                  <a:lnTo>
                    <a:pt x="388798" y="355412"/>
                  </a:lnTo>
                  <a:lnTo>
                    <a:pt x="354940" y="389330"/>
                  </a:lnTo>
                  <a:lnTo>
                    <a:pt x="314374" y="415186"/>
                  </a:lnTo>
                  <a:lnTo>
                    <a:pt x="278716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284850" y="4448224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10">
                  <a:moveTo>
                    <a:pt x="135399" y="270274"/>
                  </a:moveTo>
                  <a:lnTo>
                    <a:pt x="92643" y="263359"/>
                  </a:lnTo>
                  <a:lnTo>
                    <a:pt x="55479" y="244111"/>
                  </a:lnTo>
                  <a:lnTo>
                    <a:pt x="26154" y="214779"/>
                  </a:lnTo>
                  <a:lnTo>
                    <a:pt x="6912" y="177609"/>
                  </a:lnTo>
                  <a:lnTo>
                    <a:pt x="0" y="134849"/>
                  </a:lnTo>
                  <a:lnTo>
                    <a:pt x="6912" y="92371"/>
                  </a:lnTo>
                  <a:lnTo>
                    <a:pt x="26154" y="55371"/>
                  </a:lnTo>
                  <a:lnTo>
                    <a:pt x="55479" y="26126"/>
                  </a:lnTo>
                  <a:lnTo>
                    <a:pt x="92643" y="6910"/>
                  </a:lnTo>
                  <a:lnTo>
                    <a:pt x="135399" y="0"/>
                  </a:lnTo>
                  <a:lnTo>
                    <a:pt x="178102" y="6910"/>
                  </a:lnTo>
                  <a:lnTo>
                    <a:pt x="215135" y="26126"/>
                  </a:lnTo>
                  <a:lnTo>
                    <a:pt x="244305" y="55371"/>
                  </a:lnTo>
                  <a:lnTo>
                    <a:pt x="263416" y="92371"/>
                  </a:lnTo>
                  <a:lnTo>
                    <a:pt x="270274" y="134849"/>
                  </a:lnTo>
                  <a:lnTo>
                    <a:pt x="263416" y="177609"/>
                  </a:lnTo>
                  <a:lnTo>
                    <a:pt x="244305" y="214779"/>
                  </a:lnTo>
                  <a:lnTo>
                    <a:pt x="215135" y="244111"/>
                  </a:lnTo>
                  <a:lnTo>
                    <a:pt x="178102" y="263359"/>
                  </a:lnTo>
                  <a:lnTo>
                    <a:pt x="135399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280400" y="4443775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49" y="279174"/>
                  </a:moveTo>
                  <a:lnTo>
                    <a:pt x="95564" y="272065"/>
                  </a:lnTo>
                  <a:lnTo>
                    <a:pt x="57164" y="252251"/>
                  </a:lnTo>
                  <a:lnTo>
                    <a:pt x="26921" y="222005"/>
                  </a:lnTo>
                  <a:lnTo>
                    <a:pt x="7109" y="183597"/>
                  </a:lnTo>
                  <a:lnTo>
                    <a:pt x="0" y="139299"/>
                  </a:lnTo>
                  <a:lnTo>
                    <a:pt x="7109" y="95283"/>
                  </a:lnTo>
                  <a:lnTo>
                    <a:pt x="26921" y="57045"/>
                  </a:lnTo>
                  <a:lnTo>
                    <a:pt x="57164" y="26886"/>
                  </a:lnTo>
                  <a:lnTo>
                    <a:pt x="95564" y="7104"/>
                  </a:lnTo>
                  <a:lnTo>
                    <a:pt x="139849" y="0"/>
                  </a:lnTo>
                  <a:lnTo>
                    <a:pt x="183926" y="7104"/>
                  </a:lnTo>
                  <a:lnTo>
                    <a:pt x="187409" y="8899"/>
                  </a:lnTo>
                  <a:lnTo>
                    <a:pt x="139849" y="8899"/>
                  </a:lnTo>
                  <a:lnTo>
                    <a:pt x="113496" y="11539"/>
                  </a:lnTo>
                  <a:lnTo>
                    <a:pt x="66826" y="31238"/>
                  </a:lnTo>
                  <a:lnTo>
                    <a:pt x="31556" y="66586"/>
                  </a:lnTo>
                  <a:lnTo>
                    <a:pt x="12081" y="113187"/>
                  </a:lnTo>
                  <a:lnTo>
                    <a:pt x="9449" y="139299"/>
                  </a:lnTo>
                  <a:lnTo>
                    <a:pt x="12081" y="165744"/>
                  </a:lnTo>
                  <a:lnTo>
                    <a:pt x="31556" y="212569"/>
                  </a:lnTo>
                  <a:lnTo>
                    <a:pt x="66826" y="247604"/>
                  </a:lnTo>
                  <a:lnTo>
                    <a:pt x="113496" y="267072"/>
                  </a:lnTo>
                  <a:lnTo>
                    <a:pt x="139849" y="269699"/>
                  </a:lnTo>
                  <a:lnTo>
                    <a:pt x="188508" y="269699"/>
                  </a:lnTo>
                  <a:lnTo>
                    <a:pt x="183926" y="272065"/>
                  </a:lnTo>
                  <a:lnTo>
                    <a:pt x="139849" y="279174"/>
                  </a:lnTo>
                  <a:close/>
                </a:path>
                <a:path w="280034" h="279400">
                  <a:moveTo>
                    <a:pt x="188508" y="269699"/>
                  </a:moveTo>
                  <a:lnTo>
                    <a:pt x="139849" y="269699"/>
                  </a:lnTo>
                  <a:lnTo>
                    <a:pt x="166208" y="267072"/>
                  </a:lnTo>
                  <a:lnTo>
                    <a:pt x="190634" y="259534"/>
                  </a:lnTo>
                  <a:lnTo>
                    <a:pt x="231799" y="231799"/>
                  </a:lnTo>
                  <a:lnTo>
                    <a:pt x="260015" y="190359"/>
                  </a:lnTo>
                  <a:lnTo>
                    <a:pt x="270249" y="139299"/>
                  </a:lnTo>
                  <a:lnTo>
                    <a:pt x="267613" y="113187"/>
                  </a:lnTo>
                  <a:lnTo>
                    <a:pt x="247922" y="66586"/>
                  </a:lnTo>
                  <a:lnTo>
                    <a:pt x="212655" y="31238"/>
                  </a:lnTo>
                  <a:lnTo>
                    <a:pt x="166208" y="11539"/>
                  </a:lnTo>
                  <a:lnTo>
                    <a:pt x="139849" y="8899"/>
                  </a:lnTo>
                  <a:lnTo>
                    <a:pt x="187409" y="8899"/>
                  </a:lnTo>
                  <a:lnTo>
                    <a:pt x="222306" y="26886"/>
                  </a:lnTo>
                  <a:lnTo>
                    <a:pt x="252636" y="57045"/>
                  </a:lnTo>
                  <a:lnTo>
                    <a:pt x="272560" y="95283"/>
                  </a:lnTo>
                  <a:lnTo>
                    <a:pt x="279724" y="139299"/>
                  </a:lnTo>
                  <a:lnTo>
                    <a:pt x="272560" y="183597"/>
                  </a:lnTo>
                  <a:lnTo>
                    <a:pt x="252636" y="222005"/>
                  </a:lnTo>
                  <a:lnTo>
                    <a:pt x="222306" y="252251"/>
                  </a:lnTo>
                  <a:lnTo>
                    <a:pt x="188508" y="2696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79262" y="3725625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0999" y="282524"/>
                  </a:moveTo>
                  <a:lnTo>
                    <a:pt x="96374" y="275346"/>
                  </a:lnTo>
                  <a:lnTo>
                    <a:pt x="57661" y="255328"/>
                  </a:lnTo>
                  <a:lnTo>
                    <a:pt x="27160" y="224744"/>
                  </a:lnTo>
                  <a:lnTo>
                    <a:pt x="7173" y="185868"/>
                  </a:lnTo>
                  <a:lnTo>
                    <a:pt x="0" y="140974"/>
                  </a:lnTo>
                  <a:lnTo>
                    <a:pt x="7173" y="96361"/>
                  </a:lnTo>
                  <a:lnTo>
                    <a:pt x="27160" y="57655"/>
                  </a:lnTo>
                  <a:lnTo>
                    <a:pt x="57661" y="27159"/>
                  </a:lnTo>
                  <a:lnTo>
                    <a:pt x="96374" y="7173"/>
                  </a:lnTo>
                  <a:lnTo>
                    <a:pt x="140999" y="0"/>
                  </a:lnTo>
                  <a:lnTo>
                    <a:pt x="185891" y="7173"/>
                  </a:lnTo>
                  <a:lnTo>
                    <a:pt x="224761" y="27159"/>
                  </a:lnTo>
                  <a:lnTo>
                    <a:pt x="255337" y="57655"/>
                  </a:lnTo>
                  <a:lnTo>
                    <a:pt x="275349" y="96361"/>
                  </a:lnTo>
                  <a:lnTo>
                    <a:pt x="282524" y="140974"/>
                  </a:lnTo>
                  <a:lnTo>
                    <a:pt x="275349" y="185868"/>
                  </a:lnTo>
                  <a:lnTo>
                    <a:pt x="255337" y="224744"/>
                  </a:lnTo>
                  <a:lnTo>
                    <a:pt x="224761" y="255328"/>
                  </a:lnTo>
                  <a:lnTo>
                    <a:pt x="185891" y="275346"/>
                  </a:lnTo>
                  <a:lnTo>
                    <a:pt x="140999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74262" y="3720600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5">
                  <a:moveTo>
                    <a:pt x="145999" y="292574"/>
                  </a:moveTo>
                  <a:lnTo>
                    <a:pt x="99999" y="285087"/>
                  </a:lnTo>
                  <a:lnTo>
                    <a:pt x="59939" y="264250"/>
                  </a:lnTo>
                  <a:lnTo>
                    <a:pt x="28279" y="232499"/>
                  </a:lnTo>
                  <a:lnTo>
                    <a:pt x="7479" y="192270"/>
                  </a:lnTo>
                  <a:lnTo>
                    <a:pt x="0" y="145999"/>
                  </a:lnTo>
                  <a:lnTo>
                    <a:pt x="7479" y="99999"/>
                  </a:lnTo>
                  <a:lnTo>
                    <a:pt x="28279" y="59939"/>
                  </a:lnTo>
                  <a:lnTo>
                    <a:pt x="59939" y="28279"/>
                  </a:lnTo>
                  <a:lnTo>
                    <a:pt x="99999" y="7479"/>
                  </a:lnTo>
                  <a:lnTo>
                    <a:pt x="145999" y="0"/>
                  </a:lnTo>
                  <a:lnTo>
                    <a:pt x="192211" y="7479"/>
                  </a:lnTo>
                  <a:lnTo>
                    <a:pt x="196056" y="9474"/>
                  </a:lnTo>
                  <a:lnTo>
                    <a:pt x="145999" y="9474"/>
                  </a:lnTo>
                  <a:lnTo>
                    <a:pt x="118625" y="12218"/>
                  </a:lnTo>
                  <a:lnTo>
                    <a:pt x="69735" y="32751"/>
                  </a:lnTo>
                  <a:lnTo>
                    <a:pt x="32730" y="69760"/>
                  </a:lnTo>
                  <a:lnTo>
                    <a:pt x="12214" y="118639"/>
                  </a:lnTo>
                  <a:lnTo>
                    <a:pt x="9474" y="145999"/>
                  </a:lnTo>
                  <a:lnTo>
                    <a:pt x="12214" y="173692"/>
                  </a:lnTo>
                  <a:lnTo>
                    <a:pt x="32730" y="222805"/>
                  </a:lnTo>
                  <a:lnTo>
                    <a:pt x="69735" y="259580"/>
                  </a:lnTo>
                  <a:lnTo>
                    <a:pt x="118625" y="280275"/>
                  </a:lnTo>
                  <a:lnTo>
                    <a:pt x="145999" y="283099"/>
                  </a:lnTo>
                  <a:lnTo>
                    <a:pt x="196035" y="283099"/>
                  </a:lnTo>
                  <a:lnTo>
                    <a:pt x="192211" y="285087"/>
                  </a:lnTo>
                  <a:lnTo>
                    <a:pt x="145999" y="292574"/>
                  </a:lnTo>
                  <a:close/>
                </a:path>
                <a:path w="292100" h="292735">
                  <a:moveTo>
                    <a:pt x="196035" y="283099"/>
                  </a:moveTo>
                  <a:lnTo>
                    <a:pt x="145999" y="283099"/>
                  </a:lnTo>
                  <a:lnTo>
                    <a:pt x="173600" y="280275"/>
                  </a:lnTo>
                  <a:lnTo>
                    <a:pt x="199274" y="272224"/>
                  </a:lnTo>
                  <a:lnTo>
                    <a:pt x="242949" y="242974"/>
                  </a:lnTo>
                  <a:lnTo>
                    <a:pt x="272209" y="199503"/>
                  </a:lnTo>
                  <a:lnTo>
                    <a:pt x="283074" y="145999"/>
                  </a:lnTo>
                  <a:lnTo>
                    <a:pt x="280254" y="118639"/>
                  </a:lnTo>
                  <a:lnTo>
                    <a:pt x="259566" y="69760"/>
                  </a:lnTo>
                  <a:lnTo>
                    <a:pt x="222549" y="32751"/>
                  </a:lnTo>
                  <a:lnTo>
                    <a:pt x="173600" y="12218"/>
                  </a:lnTo>
                  <a:lnTo>
                    <a:pt x="145999" y="9474"/>
                  </a:lnTo>
                  <a:lnTo>
                    <a:pt x="196056" y="9474"/>
                  </a:lnTo>
                  <a:lnTo>
                    <a:pt x="232297" y="28279"/>
                  </a:lnTo>
                  <a:lnTo>
                    <a:pt x="263878" y="59939"/>
                  </a:lnTo>
                  <a:lnTo>
                    <a:pt x="284572" y="99999"/>
                  </a:lnTo>
                  <a:lnTo>
                    <a:pt x="291999" y="145999"/>
                  </a:lnTo>
                  <a:lnTo>
                    <a:pt x="284572" y="192270"/>
                  </a:lnTo>
                  <a:lnTo>
                    <a:pt x="263878" y="232499"/>
                  </a:lnTo>
                  <a:lnTo>
                    <a:pt x="232297" y="264250"/>
                  </a:lnTo>
                  <a:lnTo>
                    <a:pt x="196035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6662" y="3783024"/>
              <a:ext cx="167724" cy="1677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2762" y="3212500"/>
              <a:ext cx="174999" cy="174974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432849" y="612"/>
            <a:ext cx="582295" cy="2501900"/>
            <a:chOff x="432849" y="612"/>
            <a:chExt cx="582295" cy="2501900"/>
          </a:xfrm>
        </p:grpSpPr>
        <p:sp>
          <p:nvSpPr>
            <p:cNvPr id="15" name="object 15" descr=""/>
            <p:cNvSpPr/>
            <p:nvPr/>
          </p:nvSpPr>
          <p:spPr>
            <a:xfrm>
              <a:off x="723724" y="612"/>
              <a:ext cx="0" cy="2501900"/>
            </a:xfrm>
            <a:custGeom>
              <a:avLst/>
              <a:gdLst/>
              <a:ahLst/>
              <a:cxnLst/>
              <a:rect l="l" t="t" r="r" b="b"/>
              <a:pathLst>
                <a:path w="0" h="2501900">
                  <a:moveTo>
                    <a:pt x="0" y="0"/>
                  </a:moveTo>
                  <a:lnTo>
                    <a:pt x="0" y="2501399"/>
                  </a:lnTo>
                </a:path>
              </a:pathLst>
            </a:custGeom>
            <a:ln w="9524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37324" y="296812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5" h="572769">
                  <a:moveTo>
                    <a:pt x="286424" y="572299"/>
                  </a:moveTo>
                  <a:lnTo>
                    <a:pt x="239944" y="568553"/>
                  </a:lnTo>
                  <a:lnTo>
                    <a:pt x="195859" y="557708"/>
                  </a:lnTo>
                  <a:lnTo>
                    <a:pt x="154757" y="540356"/>
                  </a:lnTo>
                  <a:lnTo>
                    <a:pt x="117228" y="517089"/>
                  </a:lnTo>
                  <a:lnTo>
                    <a:pt x="83859" y="488499"/>
                  </a:lnTo>
                  <a:lnTo>
                    <a:pt x="55238" y="455179"/>
                  </a:lnTo>
                  <a:lnTo>
                    <a:pt x="31953" y="417719"/>
                  </a:lnTo>
                  <a:lnTo>
                    <a:pt x="14593" y="376712"/>
                  </a:lnTo>
                  <a:lnTo>
                    <a:pt x="3746" y="332750"/>
                  </a:lnTo>
                  <a:lnTo>
                    <a:pt x="0" y="286424"/>
                  </a:lnTo>
                  <a:lnTo>
                    <a:pt x="3746" y="239944"/>
                  </a:lnTo>
                  <a:lnTo>
                    <a:pt x="14593" y="195859"/>
                  </a:lnTo>
                  <a:lnTo>
                    <a:pt x="31953" y="154757"/>
                  </a:lnTo>
                  <a:lnTo>
                    <a:pt x="55238" y="117228"/>
                  </a:lnTo>
                  <a:lnTo>
                    <a:pt x="83859" y="83859"/>
                  </a:lnTo>
                  <a:lnTo>
                    <a:pt x="117228" y="55238"/>
                  </a:lnTo>
                  <a:lnTo>
                    <a:pt x="154757" y="31953"/>
                  </a:lnTo>
                  <a:lnTo>
                    <a:pt x="195859" y="14593"/>
                  </a:lnTo>
                  <a:lnTo>
                    <a:pt x="239944" y="3746"/>
                  </a:lnTo>
                  <a:lnTo>
                    <a:pt x="286424" y="0"/>
                  </a:lnTo>
                  <a:lnTo>
                    <a:pt x="332899" y="3746"/>
                  </a:lnTo>
                  <a:lnTo>
                    <a:pt x="376981" y="14593"/>
                  </a:lnTo>
                  <a:lnTo>
                    <a:pt x="418081" y="31953"/>
                  </a:lnTo>
                  <a:lnTo>
                    <a:pt x="455610" y="55238"/>
                  </a:lnTo>
                  <a:lnTo>
                    <a:pt x="488981" y="83859"/>
                  </a:lnTo>
                  <a:lnTo>
                    <a:pt x="517604" y="117228"/>
                  </a:lnTo>
                  <a:lnTo>
                    <a:pt x="540891" y="154757"/>
                  </a:lnTo>
                  <a:lnTo>
                    <a:pt x="558253" y="195859"/>
                  </a:lnTo>
                  <a:lnTo>
                    <a:pt x="569102" y="239944"/>
                  </a:lnTo>
                  <a:lnTo>
                    <a:pt x="572849" y="286424"/>
                  </a:lnTo>
                  <a:lnTo>
                    <a:pt x="569102" y="332750"/>
                  </a:lnTo>
                  <a:lnTo>
                    <a:pt x="558253" y="376712"/>
                  </a:lnTo>
                  <a:lnTo>
                    <a:pt x="540891" y="417719"/>
                  </a:lnTo>
                  <a:lnTo>
                    <a:pt x="517604" y="455179"/>
                  </a:lnTo>
                  <a:lnTo>
                    <a:pt x="488981" y="488499"/>
                  </a:lnTo>
                  <a:lnTo>
                    <a:pt x="455610" y="517089"/>
                  </a:lnTo>
                  <a:lnTo>
                    <a:pt x="418081" y="540356"/>
                  </a:lnTo>
                  <a:lnTo>
                    <a:pt x="376981" y="557708"/>
                  </a:lnTo>
                  <a:lnTo>
                    <a:pt x="332899" y="568553"/>
                  </a:lnTo>
                  <a:lnTo>
                    <a:pt x="286424" y="572299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32849" y="291787"/>
              <a:ext cx="582295" cy="582930"/>
            </a:xfrm>
            <a:custGeom>
              <a:avLst/>
              <a:gdLst/>
              <a:ahLst/>
              <a:cxnLst/>
              <a:rect l="l" t="t" r="r" b="b"/>
              <a:pathLst>
                <a:path w="582294" h="582930">
                  <a:moveTo>
                    <a:pt x="290899" y="582324"/>
                  </a:moveTo>
                  <a:lnTo>
                    <a:pt x="243753" y="578513"/>
                  </a:lnTo>
                  <a:lnTo>
                    <a:pt x="199014" y="567479"/>
                  </a:lnTo>
                  <a:lnTo>
                    <a:pt x="157285" y="549825"/>
                  </a:lnTo>
                  <a:lnTo>
                    <a:pt x="119167" y="526153"/>
                  </a:lnTo>
                  <a:lnTo>
                    <a:pt x="85262" y="497065"/>
                  </a:lnTo>
                  <a:lnTo>
                    <a:pt x="56172" y="463163"/>
                  </a:lnTo>
                  <a:lnTo>
                    <a:pt x="32499" y="425048"/>
                  </a:lnTo>
                  <a:lnTo>
                    <a:pt x="14845" y="383323"/>
                  </a:lnTo>
                  <a:lnTo>
                    <a:pt x="3811" y="338589"/>
                  </a:lnTo>
                  <a:lnTo>
                    <a:pt x="0" y="291449"/>
                  </a:lnTo>
                  <a:lnTo>
                    <a:pt x="3811" y="244154"/>
                  </a:lnTo>
                  <a:lnTo>
                    <a:pt x="14845" y="199295"/>
                  </a:lnTo>
                  <a:lnTo>
                    <a:pt x="32499" y="157473"/>
                  </a:lnTo>
                  <a:lnTo>
                    <a:pt x="56172" y="119285"/>
                  </a:lnTo>
                  <a:lnTo>
                    <a:pt x="85262" y="85331"/>
                  </a:lnTo>
                  <a:lnTo>
                    <a:pt x="119167" y="56207"/>
                  </a:lnTo>
                  <a:lnTo>
                    <a:pt x="157285" y="32514"/>
                  </a:lnTo>
                  <a:lnTo>
                    <a:pt x="199014" y="14849"/>
                  </a:lnTo>
                  <a:lnTo>
                    <a:pt x="243753" y="3812"/>
                  </a:lnTo>
                  <a:lnTo>
                    <a:pt x="290899" y="0"/>
                  </a:lnTo>
                  <a:lnTo>
                    <a:pt x="338039" y="3812"/>
                  </a:lnTo>
                  <a:lnTo>
                    <a:pt x="360989" y="9474"/>
                  </a:lnTo>
                  <a:lnTo>
                    <a:pt x="290899" y="9474"/>
                  </a:lnTo>
                  <a:lnTo>
                    <a:pt x="234026" y="15232"/>
                  </a:lnTo>
                  <a:lnTo>
                    <a:pt x="181178" y="31699"/>
                  </a:lnTo>
                  <a:lnTo>
                    <a:pt x="133452" y="57674"/>
                  </a:lnTo>
                  <a:lnTo>
                    <a:pt x="91949" y="91949"/>
                  </a:lnTo>
                  <a:lnTo>
                    <a:pt x="57431" y="133781"/>
                  </a:lnTo>
                  <a:lnTo>
                    <a:pt x="31484" y="181668"/>
                  </a:lnTo>
                  <a:lnTo>
                    <a:pt x="15151" y="234571"/>
                  </a:lnTo>
                  <a:lnTo>
                    <a:pt x="9474" y="291449"/>
                  </a:lnTo>
                  <a:lnTo>
                    <a:pt x="15151" y="348076"/>
                  </a:lnTo>
                  <a:lnTo>
                    <a:pt x="31484" y="400943"/>
                  </a:lnTo>
                  <a:lnTo>
                    <a:pt x="57431" y="448795"/>
                  </a:lnTo>
                  <a:lnTo>
                    <a:pt x="91949" y="490374"/>
                  </a:lnTo>
                  <a:lnTo>
                    <a:pt x="133452" y="524893"/>
                  </a:lnTo>
                  <a:lnTo>
                    <a:pt x="181178" y="550840"/>
                  </a:lnTo>
                  <a:lnTo>
                    <a:pt x="234026" y="567173"/>
                  </a:lnTo>
                  <a:lnTo>
                    <a:pt x="290899" y="572849"/>
                  </a:lnTo>
                  <a:lnTo>
                    <a:pt x="361000" y="572849"/>
                  </a:lnTo>
                  <a:lnTo>
                    <a:pt x="338039" y="578513"/>
                  </a:lnTo>
                  <a:lnTo>
                    <a:pt x="290899" y="582324"/>
                  </a:lnTo>
                  <a:close/>
                </a:path>
                <a:path w="582294" h="582930">
                  <a:moveTo>
                    <a:pt x="361000" y="572849"/>
                  </a:moveTo>
                  <a:lnTo>
                    <a:pt x="290899" y="572849"/>
                  </a:lnTo>
                  <a:lnTo>
                    <a:pt x="347767" y="567173"/>
                  </a:lnTo>
                  <a:lnTo>
                    <a:pt x="400668" y="550840"/>
                  </a:lnTo>
                  <a:lnTo>
                    <a:pt x="448554" y="524893"/>
                  </a:lnTo>
                  <a:lnTo>
                    <a:pt x="490374" y="490374"/>
                  </a:lnTo>
                  <a:lnTo>
                    <a:pt x="524661" y="448795"/>
                  </a:lnTo>
                  <a:lnTo>
                    <a:pt x="550634" y="400943"/>
                  </a:lnTo>
                  <a:lnTo>
                    <a:pt x="567096" y="348076"/>
                  </a:lnTo>
                  <a:lnTo>
                    <a:pt x="572849" y="291449"/>
                  </a:lnTo>
                  <a:lnTo>
                    <a:pt x="567096" y="234571"/>
                  </a:lnTo>
                  <a:lnTo>
                    <a:pt x="550634" y="181668"/>
                  </a:lnTo>
                  <a:lnTo>
                    <a:pt x="524661" y="133781"/>
                  </a:lnTo>
                  <a:lnTo>
                    <a:pt x="490374" y="91949"/>
                  </a:lnTo>
                  <a:lnTo>
                    <a:pt x="448554" y="57674"/>
                  </a:lnTo>
                  <a:lnTo>
                    <a:pt x="400668" y="31699"/>
                  </a:lnTo>
                  <a:lnTo>
                    <a:pt x="347767" y="15232"/>
                  </a:lnTo>
                  <a:lnTo>
                    <a:pt x="290899" y="9474"/>
                  </a:lnTo>
                  <a:lnTo>
                    <a:pt x="360989" y="9474"/>
                  </a:lnTo>
                  <a:lnTo>
                    <a:pt x="424498" y="32514"/>
                  </a:lnTo>
                  <a:lnTo>
                    <a:pt x="462613" y="56207"/>
                  </a:lnTo>
                  <a:lnTo>
                    <a:pt x="496515" y="85331"/>
                  </a:lnTo>
                  <a:lnTo>
                    <a:pt x="525603" y="119285"/>
                  </a:lnTo>
                  <a:lnTo>
                    <a:pt x="549275" y="157473"/>
                  </a:lnTo>
                  <a:lnTo>
                    <a:pt x="566929" y="199295"/>
                  </a:lnTo>
                  <a:lnTo>
                    <a:pt x="577963" y="244154"/>
                  </a:lnTo>
                  <a:lnTo>
                    <a:pt x="581774" y="291449"/>
                  </a:lnTo>
                  <a:lnTo>
                    <a:pt x="577963" y="338589"/>
                  </a:lnTo>
                  <a:lnTo>
                    <a:pt x="566929" y="383323"/>
                  </a:lnTo>
                  <a:lnTo>
                    <a:pt x="549275" y="425048"/>
                  </a:lnTo>
                  <a:lnTo>
                    <a:pt x="525603" y="463163"/>
                  </a:lnTo>
                  <a:lnTo>
                    <a:pt x="496515" y="497065"/>
                  </a:lnTo>
                  <a:lnTo>
                    <a:pt x="462613" y="526153"/>
                  </a:lnTo>
                  <a:lnTo>
                    <a:pt x="424498" y="549825"/>
                  </a:lnTo>
                  <a:lnTo>
                    <a:pt x="382773" y="567479"/>
                  </a:lnTo>
                  <a:lnTo>
                    <a:pt x="361000" y="57284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9749" y="369237"/>
              <a:ext cx="427990" cy="427990"/>
            </a:xfrm>
            <a:custGeom>
              <a:avLst/>
              <a:gdLst/>
              <a:ahLst/>
              <a:cxnLst/>
              <a:rect l="l" t="t" r="r" b="b"/>
              <a:pathLst>
                <a:path w="427990" h="427990">
                  <a:moveTo>
                    <a:pt x="213999" y="427424"/>
                  </a:moveTo>
                  <a:lnTo>
                    <a:pt x="164944" y="421801"/>
                  </a:lnTo>
                  <a:lnTo>
                    <a:pt x="119905" y="405776"/>
                  </a:lnTo>
                  <a:lnTo>
                    <a:pt x="80170" y="380617"/>
                  </a:lnTo>
                  <a:lnTo>
                    <a:pt x="47025" y="347592"/>
                  </a:lnTo>
                  <a:lnTo>
                    <a:pt x="21758" y="307969"/>
                  </a:lnTo>
                  <a:lnTo>
                    <a:pt x="5653" y="263016"/>
                  </a:lnTo>
                  <a:lnTo>
                    <a:pt x="0" y="213999"/>
                  </a:lnTo>
                  <a:lnTo>
                    <a:pt x="5653" y="164944"/>
                  </a:lnTo>
                  <a:lnTo>
                    <a:pt x="21758" y="119905"/>
                  </a:lnTo>
                  <a:lnTo>
                    <a:pt x="47025" y="80170"/>
                  </a:lnTo>
                  <a:lnTo>
                    <a:pt x="80170" y="47025"/>
                  </a:lnTo>
                  <a:lnTo>
                    <a:pt x="119905" y="21758"/>
                  </a:lnTo>
                  <a:lnTo>
                    <a:pt x="164944" y="5653"/>
                  </a:lnTo>
                  <a:lnTo>
                    <a:pt x="213999" y="0"/>
                  </a:lnTo>
                  <a:lnTo>
                    <a:pt x="263046" y="5653"/>
                  </a:lnTo>
                  <a:lnTo>
                    <a:pt x="308078" y="21758"/>
                  </a:lnTo>
                  <a:lnTo>
                    <a:pt x="347809" y="47025"/>
                  </a:lnTo>
                  <a:lnTo>
                    <a:pt x="380951" y="80170"/>
                  </a:lnTo>
                  <a:lnTo>
                    <a:pt x="406217" y="119905"/>
                  </a:lnTo>
                  <a:lnTo>
                    <a:pt x="422321" y="164944"/>
                  </a:lnTo>
                  <a:lnTo>
                    <a:pt x="427974" y="213999"/>
                  </a:lnTo>
                  <a:lnTo>
                    <a:pt x="422321" y="263016"/>
                  </a:lnTo>
                  <a:lnTo>
                    <a:pt x="406217" y="307969"/>
                  </a:lnTo>
                  <a:lnTo>
                    <a:pt x="380951" y="347592"/>
                  </a:lnTo>
                  <a:lnTo>
                    <a:pt x="347809" y="380617"/>
                  </a:lnTo>
                  <a:lnTo>
                    <a:pt x="308078" y="405776"/>
                  </a:lnTo>
                  <a:lnTo>
                    <a:pt x="263046" y="421801"/>
                  </a:lnTo>
                  <a:lnTo>
                    <a:pt x="213999" y="42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05299" y="364237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80" h="437515">
                  <a:moveTo>
                    <a:pt x="218449" y="437449"/>
                  </a:moveTo>
                  <a:lnTo>
                    <a:pt x="168446" y="431665"/>
                  </a:lnTo>
                  <a:lnTo>
                    <a:pt x="122499" y="415194"/>
                  </a:lnTo>
                  <a:lnTo>
                    <a:pt x="81934" y="389365"/>
                  </a:lnTo>
                  <a:lnTo>
                    <a:pt x="48076" y="355504"/>
                  </a:lnTo>
                  <a:lnTo>
                    <a:pt x="22251" y="314939"/>
                  </a:lnTo>
                  <a:lnTo>
                    <a:pt x="5783" y="268995"/>
                  </a:lnTo>
                  <a:lnTo>
                    <a:pt x="0" y="218999"/>
                  </a:lnTo>
                  <a:lnTo>
                    <a:pt x="5783" y="168793"/>
                  </a:lnTo>
                  <a:lnTo>
                    <a:pt x="22251" y="122700"/>
                  </a:lnTo>
                  <a:lnTo>
                    <a:pt x="48076" y="82037"/>
                  </a:lnTo>
                  <a:lnTo>
                    <a:pt x="81934" y="48119"/>
                  </a:lnTo>
                  <a:lnTo>
                    <a:pt x="122499" y="22263"/>
                  </a:lnTo>
                  <a:lnTo>
                    <a:pt x="168446" y="5785"/>
                  </a:lnTo>
                  <a:lnTo>
                    <a:pt x="218449" y="0"/>
                  </a:lnTo>
                  <a:lnTo>
                    <a:pt x="268624" y="5785"/>
                  </a:lnTo>
                  <a:lnTo>
                    <a:pt x="278927" y="9474"/>
                  </a:lnTo>
                  <a:lnTo>
                    <a:pt x="218449" y="9474"/>
                  </a:lnTo>
                  <a:lnTo>
                    <a:pt x="176243" y="13723"/>
                  </a:lnTo>
                  <a:lnTo>
                    <a:pt x="137074" y="25912"/>
                  </a:lnTo>
                  <a:lnTo>
                    <a:pt x="101674" y="45207"/>
                  </a:lnTo>
                  <a:lnTo>
                    <a:pt x="70774" y="70774"/>
                  </a:lnTo>
                  <a:lnTo>
                    <a:pt x="45207" y="101764"/>
                  </a:lnTo>
                  <a:lnTo>
                    <a:pt x="25912" y="137359"/>
                  </a:lnTo>
                  <a:lnTo>
                    <a:pt x="13723" y="176718"/>
                  </a:lnTo>
                  <a:lnTo>
                    <a:pt x="9474" y="218999"/>
                  </a:lnTo>
                  <a:lnTo>
                    <a:pt x="13723" y="260960"/>
                  </a:lnTo>
                  <a:lnTo>
                    <a:pt x="25912" y="300149"/>
                  </a:lnTo>
                  <a:lnTo>
                    <a:pt x="45207" y="335683"/>
                  </a:lnTo>
                  <a:lnTo>
                    <a:pt x="70774" y="366674"/>
                  </a:lnTo>
                  <a:lnTo>
                    <a:pt x="101674" y="392231"/>
                  </a:lnTo>
                  <a:lnTo>
                    <a:pt x="137074" y="411528"/>
                  </a:lnTo>
                  <a:lnTo>
                    <a:pt x="176243" y="423723"/>
                  </a:lnTo>
                  <a:lnTo>
                    <a:pt x="218449" y="427974"/>
                  </a:lnTo>
                  <a:lnTo>
                    <a:pt x="278933" y="427974"/>
                  </a:lnTo>
                  <a:lnTo>
                    <a:pt x="268624" y="431665"/>
                  </a:lnTo>
                  <a:lnTo>
                    <a:pt x="218449" y="437449"/>
                  </a:lnTo>
                  <a:close/>
                </a:path>
                <a:path w="436880" h="437515">
                  <a:moveTo>
                    <a:pt x="278933" y="427974"/>
                  </a:moveTo>
                  <a:lnTo>
                    <a:pt x="218449" y="427974"/>
                  </a:lnTo>
                  <a:lnTo>
                    <a:pt x="260728" y="423723"/>
                  </a:lnTo>
                  <a:lnTo>
                    <a:pt x="300081" y="411528"/>
                  </a:lnTo>
                  <a:lnTo>
                    <a:pt x="335674" y="392231"/>
                  </a:lnTo>
                  <a:lnTo>
                    <a:pt x="366674" y="366674"/>
                  </a:lnTo>
                  <a:lnTo>
                    <a:pt x="392242" y="335683"/>
                  </a:lnTo>
                  <a:lnTo>
                    <a:pt x="411537" y="300149"/>
                  </a:lnTo>
                  <a:lnTo>
                    <a:pt x="423726" y="260960"/>
                  </a:lnTo>
                  <a:lnTo>
                    <a:pt x="427974" y="218999"/>
                  </a:lnTo>
                  <a:lnTo>
                    <a:pt x="423726" y="176718"/>
                  </a:lnTo>
                  <a:lnTo>
                    <a:pt x="411537" y="137359"/>
                  </a:lnTo>
                  <a:lnTo>
                    <a:pt x="392242" y="101764"/>
                  </a:lnTo>
                  <a:lnTo>
                    <a:pt x="366674" y="70774"/>
                  </a:lnTo>
                  <a:lnTo>
                    <a:pt x="335674" y="45207"/>
                  </a:lnTo>
                  <a:lnTo>
                    <a:pt x="300081" y="25912"/>
                  </a:lnTo>
                  <a:lnTo>
                    <a:pt x="260728" y="13723"/>
                  </a:lnTo>
                  <a:lnTo>
                    <a:pt x="218449" y="9474"/>
                  </a:lnTo>
                  <a:lnTo>
                    <a:pt x="278927" y="9474"/>
                  </a:lnTo>
                  <a:lnTo>
                    <a:pt x="355186" y="48119"/>
                  </a:lnTo>
                  <a:lnTo>
                    <a:pt x="388981" y="82037"/>
                  </a:lnTo>
                  <a:lnTo>
                    <a:pt x="414725" y="122700"/>
                  </a:lnTo>
                  <a:lnTo>
                    <a:pt x="431121" y="168793"/>
                  </a:lnTo>
                  <a:lnTo>
                    <a:pt x="436874" y="218999"/>
                  </a:lnTo>
                  <a:lnTo>
                    <a:pt x="431121" y="268995"/>
                  </a:lnTo>
                  <a:lnTo>
                    <a:pt x="414725" y="314939"/>
                  </a:lnTo>
                  <a:lnTo>
                    <a:pt x="388981" y="355504"/>
                  </a:lnTo>
                  <a:lnTo>
                    <a:pt x="355186" y="389365"/>
                  </a:lnTo>
                  <a:lnTo>
                    <a:pt x="314635" y="415194"/>
                  </a:lnTo>
                  <a:lnTo>
                    <a:pt x="278933" y="4279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88874" y="447812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134874" y="270274"/>
                  </a:moveTo>
                  <a:lnTo>
                    <a:pt x="92172" y="263364"/>
                  </a:lnTo>
                  <a:lnTo>
                    <a:pt x="55139" y="244148"/>
                  </a:lnTo>
                  <a:lnTo>
                    <a:pt x="25969" y="214903"/>
                  </a:lnTo>
                  <a:lnTo>
                    <a:pt x="6858" y="177903"/>
                  </a:lnTo>
                  <a:lnTo>
                    <a:pt x="0" y="135424"/>
                  </a:lnTo>
                  <a:lnTo>
                    <a:pt x="6858" y="92665"/>
                  </a:lnTo>
                  <a:lnTo>
                    <a:pt x="25969" y="55495"/>
                  </a:lnTo>
                  <a:lnTo>
                    <a:pt x="55139" y="26163"/>
                  </a:lnTo>
                  <a:lnTo>
                    <a:pt x="92172" y="6915"/>
                  </a:lnTo>
                  <a:lnTo>
                    <a:pt x="134874" y="0"/>
                  </a:lnTo>
                  <a:lnTo>
                    <a:pt x="177631" y="6915"/>
                  </a:lnTo>
                  <a:lnTo>
                    <a:pt x="214795" y="26163"/>
                  </a:lnTo>
                  <a:lnTo>
                    <a:pt x="244120" y="55495"/>
                  </a:lnTo>
                  <a:lnTo>
                    <a:pt x="263362" y="92665"/>
                  </a:lnTo>
                  <a:lnTo>
                    <a:pt x="270274" y="135424"/>
                  </a:lnTo>
                  <a:lnTo>
                    <a:pt x="263362" y="177903"/>
                  </a:lnTo>
                  <a:lnTo>
                    <a:pt x="244120" y="214903"/>
                  </a:lnTo>
                  <a:lnTo>
                    <a:pt x="214795" y="244148"/>
                  </a:lnTo>
                  <a:lnTo>
                    <a:pt x="177631" y="263364"/>
                  </a:lnTo>
                  <a:lnTo>
                    <a:pt x="134874" y="270274"/>
                  </a:lnTo>
                  <a:close/>
                </a:path>
              </a:pathLst>
            </a:custGeom>
            <a:solidFill>
              <a:srgbClr val="FF8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83874" y="443362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>
                  <a:moveTo>
                    <a:pt x="139874" y="279174"/>
                  </a:moveTo>
                  <a:lnTo>
                    <a:pt x="95798" y="272070"/>
                  </a:lnTo>
                  <a:lnTo>
                    <a:pt x="57418" y="252288"/>
                  </a:lnTo>
                  <a:lnTo>
                    <a:pt x="27088" y="222129"/>
                  </a:lnTo>
                  <a:lnTo>
                    <a:pt x="7164" y="183891"/>
                  </a:lnTo>
                  <a:lnTo>
                    <a:pt x="0" y="139874"/>
                  </a:lnTo>
                  <a:lnTo>
                    <a:pt x="7164" y="95577"/>
                  </a:lnTo>
                  <a:lnTo>
                    <a:pt x="27088" y="57169"/>
                  </a:lnTo>
                  <a:lnTo>
                    <a:pt x="57418" y="26923"/>
                  </a:lnTo>
                  <a:lnTo>
                    <a:pt x="95798" y="7109"/>
                  </a:lnTo>
                  <a:lnTo>
                    <a:pt x="139874" y="0"/>
                  </a:lnTo>
                  <a:lnTo>
                    <a:pt x="184160" y="7109"/>
                  </a:lnTo>
                  <a:lnTo>
                    <a:pt x="188744" y="9474"/>
                  </a:lnTo>
                  <a:lnTo>
                    <a:pt x="139874" y="9474"/>
                  </a:lnTo>
                  <a:lnTo>
                    <a:pt x="113516" y="12102"/>
                  </a:lnTo>
                  <a:lnTo>
                    <a:pt x="67069" y="31570"/>
                  </a:lnTo>
                  <a:lnTo>
                    <a:pt x="31802" y="66605"/>
                  </a:lnTo>
                  <a:lnTo>
                    <a:pt x="12111" y="113430"/>
                  </a:lnTo>
                  <a:lnTo>
                    <a:pt x="9474" y="139874"/>
                  </a:lnTo>
                  <a:lnTo>
                    <a:pt x="12111" y="165987"/>
                  </a:lnTo>
                  <a:lnTo>
                    <a:pt x="31802" y="212588"/>
                  </a:lnTo>
                  <a:lnTo>
                    <a:pt x="67069" y="247936"/>
                  </a:lnTo>
                  <a:lnTo>
                    <a:pt x="113516" y="267635"/>
                  </a:lnTo>
                  <a:lnTo>
                    <a:pt x="139874" y="270274"/>
                  </a:lnTo>
                  <a:lnTo>
                    <a:pt x="187645" y="270274"/>
                  </a:lnTo>
                  <a:lnTo>
                    <a:pt x="184160" y="272070"/>
                  </a:lnTo>
                  <a:lnTo>
                    <a:pt x="139874" y="279174"/>
                  </a:lnTo>
                  <a:close/>
                </a:path>
                <a:path w="280034" h="279400">
                  <a:moveTo>
                    <a:pt x="187645" y="270274"/>
                  </a:moveTo>
                  <a:lnTo>
                    <a:pt x="139874" y="270274"/>
                  </a:lnTo>
                  <a:lnTo>
                    <a:pt x="166228" y="267635"/>
                  </a:lnTo>
                  <a:lnTo>
                    <a:pt x="190709" y="260031"/>
                  </a:lnTo>
                  <a:lnTo>
                    <a:pt x="232374" y="231824"/>
                  </a:lnTo>
                  <a:lnTo>
                    <a:pt x="260099" y="190434"/>
                  </a:lnTo>
                  <a:lnTo>
                    <a:pt x="270274" y="139874"/>
                  </a:lnTo>
                  <a:lnTo>
                    <a:pt x="267643" y="113430"/>
                  </a:lnTo>
                  <a:lnTo>
                    <a:pt x="248168" y="66605"/>
                  </a:lnTo>
                  <a:lnTo>
                    <a:pt x="212898" y="31570"/>
                  </a:lnTo>
                  <a:lnTo>
                    <a:pt x="166228" y="12102"/>
                  </a:lnTo>
                  <a:lnTo>
                    <a:pt x="139874" y="9474"/>
                  </a:lnTo>
                  <a:lnTo>
                    <a:pt x="188744" y="9474"/>
                  </a:lnTo>
                  <a:lnTo>
                    <a:pt x="222560" y="26923"/>
                  </a:lnTo>
                  <a:lnTo>
                    <a:pt x="252803" y="57169"/>
                  </a:lnTo>
                  <a:lnTo>
                    <a:pt x="272615" y="95577"/>
                  </a:lnTo>
                  <a:lnTo>
                    <a:pt x="279724" y="139874"/>
                  </a:lnTo>
                  <a:lnTo>
                    <a:pt x="272615" y="183891"/>
                  </a:lnTo>
                  <a:lnTo>
                    <a:pt x="252803" y="222129"/>
                  </a:lnTo>
                  <a:lnTo>
                    <a:pt x="222560" y="252288"/>
                  </a:lnTo>
                  <a:lnTo>
                    <a:pt x="187645" y="2702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82212" y="1158162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524" y="282524"/>
                  </a:moveTo>
                  <a:lnTo>
                    <a:pt x="96633" y="275351"/>
                  </a:lnTo>
                  <a:lnTo>
                    <a:pt x="57763" y="255365"/>
                  </a:lnTo>
                  <a:lnTo>
                    <a:pt x="27187" y="224869"/>
                  </a:lnTo>
                  <a:lnTo>
                    <a:pt x="7175" y="186163"/>
                  </a:lnTo>
                  <a:lnTo>
                    <a:pt x="0" y="141549"/>
                  </a:lnTo>
                  <a:lnTo>
                    <a:pt x="7175" y="96655"/>
                  </a:lnTo>
                  <a:lnTo>
                    <a:pt x="27187" y="57779"/>
                  </a:lnTo>
                  <a:lnTo>
                    <a:pt x="57763" y="27195"/>
                  </a:lnTo>
                  <a:lnTo>
                    <a:pt x="96633" y="7177"/>
                  </a:lnTo>
                  <a:lnTo>
                    <a:pt x="141524" y="0"/>
                  </a:lnTo>
                  <a:lnTo>
                    <a:pt x="186150" y="7177"/>
                  </a:lnTo>
                  <a:lnTo>
                    <a:pt x="224863" y="27195"/>
                  </a:lnTo>
                  <a:lnTo>
                    <a:pt x="255364" y="57779"/>
                  </a:lnTo>
                  <a:lnTo>
                    <a:pt x="275351" y="96655"/>
                  </a:lnTo>
                  <a:lnTo>
                    <a:pt x="282524" y="141549"/>
                  </a:lnTo>
                  <a:lnTo>
                    <a:pt x="275351" y="186163"/>
                  </a:lnTo>
                  <a:lnTo>
                    <a:pt x="255364" y="224869"/>
                  </a:lnTo>
                  <a:lnTo>
                    <a:pt x="224863" y="255365"/>
                  </a:lnTo>
                  <a:lnTo>
                    <a:pt x="186150" y="275351"/>
                  </a:lnTo>
                  <a:lnTo>
                    <a:pt x="141524" y="28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77737" y="1153137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>
                  <a:moveTo>
                    <a:pt x="145999" y="292574"/>
                  </a:moveTo>
                  <a:lnTo>
                    <a:pt x="99788" y="285094"/>
                  </a:lnTo>
                  <a:lnTo>
                    <a:pt x="59702" y="264294"/>
                  </a:lnTo>
                  <a:lnTo>
                    <a:pt x="28121" y="232634"/>
                  </a:lnTo>
                  <a:lnTo>
                    <a:pt x="7427" y="192574"/>
                  </a:lnTo>
                  <a:lnTo>
                    <a:pt x="0" y="146574"/>
                  </a:lnTo>
                  <a:lnTo>
                    <a:pt x="7427" y="100303"/>
                  </a:lnTo>
                  <a:lnTo>
                    <a:pt x="28121" y="60074"/>
                  </a:lnTo>
                  <a:lnTo>
                    <a:pt x="59702" y="28323"/>
                  </a:lnTo>
                  <a:lnTo>
                    <a:pt x="99788" y="7486"/>
                  </a:lnTo>
                  <a:lnTo>
                    <a:pt x="145999" y="0"/>
                  </a:lnTo>
                  <a:lnTo>
                    <a:pt x="191999" y="7486"/>
                  </a:lnTo>
                  <a:lnTo>
                    <a:pt x="195822" y="9474"/>
                  </a:lnTo>
                  <a:lnTo>
                    <a:pt x="145999" y="9474"/>
                  </a:lnTo>
                  <a:lnTo>
                    <a:pt x="118399" y="12299"/>
                  </a:lnTo>
                  <a:lnTo>
                    <a:pt x="69450" y="32994"/>
                  </a:lnTo>
                  <a:lnTo>
                    <a:pt x="32433" y="69769"/>
                  </a:lnTo>
                  <a:lnTo>
                    <a:pt x="11745" y="118882"/>
                  </a:lnTo>
                  <a:lnTo>
                    <a:pt x="8924" y="146574"/>
                  </a:lnTo>
                  <a:lnTo>
                    <a:pt x="11745" y="173935"/>
                  </a:lnTo>
                  <a:lnTo>
                    <a:pt x="32433" y="222814"/>
                  </a:lnTo>
                  <a:lnTo>
                    <a:pt x="69450" y="259823"/>
                  </a:lnTo>
                  <a:lnTo>
                    <a:pt x="118399" y="280356"/>
                  </a:lnTo>
                  <a:lnTo>
                    <a:pt x="145999" y="283099"/>
                  </a:lnTo>
                  <a:lnTo>
                    <a:pt x="195842" y="283099"/>
                  </a:lnTo>
                  <a:lnTo>
                    <a:pt x="191999" y="285094"/>
                  </a:lnTo>
                  <a:lnTo>
                    <a:pt x="145999" y="292574"/>
                  </a:lnTo>
                  <a:close/>
                </a:path>
                <a:path w="292100" h="292734">
                  <a:moveTo>
                    <a:pt x="195842" y="283099"/>
                  </a:moveTo>
                  <a:lnTo>
                    <a:pt x="145999" y="283099"/>
                  </a:lnTo>
                  <a:lnTo>
                    <a:pt x="173374" y="280356"/>
                  </a:lnTo>
                  <a:lnTo>
                    <a:pt x="199021" y="272440"/>
                  </a:lnTo>
                  <a:lnTo>
                    <a:pt x="242424" y="242974"/>
                  </a:lnTo>
                  <a:lnTo>
                    <a:pt x="271878" y="199574"/>
                  </a:lnTo>
                  <a:lnTo>
                    <a:pt x="282524" y="146574"/>
                  </a:lnTo>
                  <a:lnTo>
                    <a:pt x="279785" y="118882"/>
                  </a:lnTo>
                  <a:lnTo>
                    <a:pt x="259269" y="69769"/>
                  </a:lnTo>
                  <a:lnTo>
                    <a:pt x="222264" y="32994"/>
                  </a:lnTo>
                  <a:lnTo>
                    <a:pt x="173374" y="12299"/>
                  </a:lnTo>
                  <a:lnTo>
                    <a:pt x="145999" y="9474"/>
                  </a:lnTo>
                  <a:lnTo>
                    <a:pt x="195822" y="9474"/>
                  </a:lnTo>
                  <a:lnTo>
                    <a:pt x="232059" y="28323"/>
                  </a:lnTo>
                  <a:lnTo>
                    <a:pt x="263719" y="60074"/>
                  </a:lnTo>
                  <a:lnTo>
                    <a:pt x="284519" y="100303"/>
                  </a:lnTo>
                  <a:lnTo>
                    <a:pt x="291999" y="146574"/>
                  </a:lnTo>
                  <a:lnTo>
                    <a:pt x="284519" y="192574"/>
                  </a:lnTo>
                  <a:lnTo>
                    <a:pt x="263719" y="232634"/>
                  </a:lnTo>
                  <a:lnTo>
                    <a:pt x="232059" y="264294"/>
                  </a:lnTo>
                  <a:lnTo>
                    <a:pt x="195842" y="2830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612" y="1215562"/>
              <a:ext cx="167724" cy="16772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237" y="1778837"/>
              <a:ext cx="174999" cy="17497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32841" y="208495"/>
              <a:ext cx="530860" cy="1821814"/>
            </a:xfrm>
            <a:custGeom>
              <a:avLst/>
              <a:gdLst/>
              <a:ahLst/>
              <a:cxnLst/>
              <a:rect l="l" t="t" r="r" b="b"/>
              <a:pathLst>
                <a:path w="530860" h="1821814">
                  <a:moveTo>
                    <a:pt x="27000" y="1804593"/>
                  </a:moveTo>
                  <a:lnTo>
                    <a:pt x="25577" y="1801164"/>
                  </a:lnTo>
                  <a:lnTo>
                    <a:pt x="20510" y="1796097"/>
                  </a:lnTo>
                  <a:lnTo>
                    <a:pt x="17081" y="1794675"/>
                  </a:lnTo>
                  <a:lnTo>
                    <a:pt x="6045" y="1794675"/>
                  </a:lnTo>
                  <a:lnTo>
                    <a:pt x="0" y="1800720"/>
                  </a:lnTo>
                  <a:lnTo>
                    <a:pt x="0" y="1808175"/>
                  </a:lnTo>
                  <a:lnTo>
                    <a:pt x="0" y="1815630"/>
                  </a:lnTo>
                  <a:lnTo>
                    <a:pt x="6045" y="1821675"/>
                  </a:lnTo>
                  <a:lnTo>
                    <a:pt x="20955" y="1821675"/>
                  </a:lnTo>
                  <a:lnTo>
                    <a:pt x="27000" y="1815630"/>
                  </a:lnTo>
                  <a:lnTo>
                    <a:pt x="27000" y="1804593"/>
                  </a:lnTo>
                  <a:close/>
                </a:path>
                <a:path w="530860" h="1821814">
                  <a:moveTo>
                    <a:pt x="101003" y="1804593"/>
                  </a:moveTo>
                  <a:lnTo>
                    <a:pt x="99580" y="1801164"/>
                  </a:lnTo>
                  <a:lnTo>
                    <a:pt x="94526" y="1796097"/>
                  </a:lnTo>
                  <a:lnTo>
                    <a:pt x="91084" y="1794675"/>
                  </a:lnTo>
                  <a:lnTo>
                    <a:pt x="80048" y="1794675"/>
                  </a:lnTo>
                  <a:lnTo>
                    <a:pt x="74002" y="1800720"/>
                  </a:lnTo>
                  <a:lnTo>
                    <a:pt x="74002" y="1808175"/>
                  </a:lnTo>
                  <a:lnTo>
                    <a:pt x="74002" y="1815630"/>
                  </a:lnTo>
                  <a:lnTo>
                    <a:pt x="80048" y="1821675"/>
                  </a:lnTo>
                  <a:lnTo>
                    <a:pt x="94970" y="1821675"/>
                  </a:lnTo>
                  <a:lnTo>
                    <a:pt x="101003" y="1815630"/>
                  </a:lnTo>
                  <a:lnTo>
                    <a:pt x="101003" y="1804593"/>
                  </a:lnTo>
                  <a:close/>
                </a:path>
                <a:path w="530860" h="1821814">
                  <a:moveTo>
                    <a:pt x="175018" y="1804593"/>
                  </a:moveTo>
                  <a:lnTo>
                    <a:pt x="173596" y="1801164"/>
                  </a:lnTo>
                  <a:lnTo>
                    <a:pt x="168529" y="1796097"/>
                  </a:lnTo>
                  <a:lnTo>
                    <a:pt x="165100" y="1794675"/>
                  </a:lnTo>
                  <a:lnTo>
                    <a:pt x="154063" y="1794675"/>
                  </a:lnTo>
                  <a:lnTo>
                    <a:pt x="148018" y="1800720"/>
                  </a:lnTo>
                  <a:lnTo>
                    <a:pt x="148018" y="1808175"/>
                  </a:lnTo>
                  <a:lnTo>
                    <a:pt x="148018" y="1815630"/>
                  </a:lnTo>
                  <a:lnTo>
                    <a:pt x="154063" y="1821675"/>
                  </a:lnTo>
                  <a:lnTo>
                    <a:pt x="168973" y="1821675"/>
                  </a:lnTo>
                  <a:lnTo>
                    <a:pt x="175018" y="1815630"/>
                  </a:lnTo>
                  <a:lnTo>
                    <a:pt x="175018" y="1804593"/>
                  </a:lnTo>
                  <a:close/>
                </a:path>
                <a:path w="530860" h="1821814">
                  <a:moveTo>
                    <a:pt x="382257" y="9918"/>
                  </a:moveTo>
                  <a:lnTo>
                    <a:pt x="380834" y="6489"/>
                  </a:lnTo>
                  <a:lnTo>
                    <a:pt x="375767" y="1422"/>
                  </a:lnTo>
                  <a:lnTo>
                    <a:pt x="372338" y="0"/>
                  </a:lnTo>
                  <a:lnTo>
                    <a:pt x="361302" y="0"/>
                  </a:lnTo>
                  <a:lnTo>
                    <a:pt x="355257" y="6045"/>
                  </a:lnTo>
                  <a:lnTo>
                    <a:pt x="355257" y="13500"/>
                  </a:lnTo>
                  <a:lnTo>
                    <a:pt x="355257" y="20955"/>
                  </a:lnTo>
                  <a:lnTo>
                    <a:pt x="361302" y="27000"/>
                  </a:lnTo>
                  <a:lnTo>
                    <a:pt x="376212" y="27000"/>
                  </a:lnTo>
                  <a:lnTo>
                    <a:pt x="382257" y="20955"/>
                  </a:lnTo>
                  <a:lnTo>
                    <a:pt x="382257" y="9918"/>
                  </a:lnTo>
                  <a:close/>
                </a:path>
                <a:path w="530860" h="1821814">
                  <a:moveTo>
                    <a:pt x="456260" y="9918"/>
                  </a:moveTo>
                  <a:lnTo>
                    <a:pt x="454837" y="6489"/>
                  </a:lnTo>
                  <a:lnTo>
                    <a:pt x="449770" y="1422"/>
                  </a:lnTo>
                  <a:lnTo>
                    <a:pt x="446341" y="0"/>
                  </a:lnTo>
                  <a:lnTo>
                    <a:pt x="435305" y="0"/>
                  </a:lnTo>
                  <a:lnTo>
                    <a:pt x="429260" y="6045"/>
                  </a:lnTo>
                  <a:lnTo>
                    <a:pt x="429260" y="13500"/>
                  </a:lnTo>
                  <a:lnTo>
                    <a:pt x="429260" y="20955"/>
                  </a:lnTo>
                  <a:lnTo>
                    <a:pt x="435305" y="27000"/>
                  </a:lnTo>
                  <a:lnTo>
                    <a:pt x="450215" y="27000"/>
                  </a:lnTo>
                  <a:lnTo>
                    <a:pt x="456260" y="20955"/>
                  </a:lnTo>
                  <a:lnTo>
                    <a:pt x="456260" y="9918"/>
                  </a:lnTo>
                  <a:close/>
                </a:path>
                <a:path w="530860" h="1821814">
                  <a:moveTo>
                    <a:pt x="530263" y="9918"/>
                  </a:moveTo>
                  <a:lnTo>
                    <a:pt x="528840" y="6489"/>
                  </a:lnTo>
                  <a:lnTo>
                    <a:pt x="523773" y="1422"/>
                  </a:lnTo>
                  <a:lnTo>
                    <a:pt x="520344" y="0"/>
                  </a:lnTo>
                  <a:lnTo>
                    <a:pt x="509308" y="0"/>
                  </a:lnTo>
                  <a:lnTo>
                    <a:pt x="503262" y="6045"/>
                  </a:lnTo>
                  <a:lnTo>
                    <a:pt x="503262" y="13500"/>
                  </a:lnTo>
                  <a:lnTo>
                    <a:pt x="503262" y="20955"/>
                  </a:lnTo>
                  <a:lnTo>
                    <a:pt x="509308" y="27000"/>
                  </a:lnTo>
                  <a:lnTo>
                    <a:pt x="524217" y="27000"/>
                  </a:lnTo>
                  <a:lnTo>
                    <a:pt x="530263" y="20955"/>
                  </a:lnTo>
                  <a:lnTo>
                    <a:pt x="530263" y="991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8129350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8203355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8277362" y="498872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8497550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5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5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8571555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6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8645562" y="3429425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0956" y="26999"/>
                </a:moveTo>
                <a:lnTo>
                  <a:pt x="6044" y="26999"/>
                </a:lnTo>
                <a:lnTo>
                  <a:pt x="0" y="20955"/>
                </a:lnTo>
                <a:lnTo>
                  <a:pt x="0" y="13499"/>
                </a:lnTo>
                <a:lnTo>
                  <a:pt x="0" y="6044"/>
                </a:lnTo>
                <a:lnTo>
                  <a:pt x="6044" y="0"/>
                </a:lnTo>
                <a:lnTo>
                  <a:pt x="17080" y="0"/>
                </a:lnTo>
                <a:lnTo>
                  <a:pt x="20513" y="1422"/>
                </a:lnTo>
                <a:lnTo>
                  <a:pt x="23045" y="3953"/>
                </a:lnTo>
                <a:lnTo>
                  <a:pt x="25577" y="6485"/>
                </a:lnTo>
                <a:lnTo>
                  <a:pt x="26999" y="9919"/>
                </a:lnTo>
                <a:lnTo>
                  <a:pt x="26999" y="20955"/>
                </a:lnTo>
                <a:lnTo>
                  <a:pt x="20956" y="2699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8407224" y="0"/>
            <a:ext cx="0" cy="2160905"/>
          </a:xfrm>
          <a:custGeom>
            <a:avLst/>
            <a:gdLst/>
            <a:ahLst/>
            <a:cxnLst/>
            <a:rect l="l" t="t" r="r" b="b"/>
            <a:pathLst>
              <a:path w="0" h="2160905">
                <a:moveTo>
                  <a:pt x="0" y="0"/>
                </a:moveTo>
                <a:lnTo>
                  <a:pt x="0" y="2160899"/>
                </a:lnTo>
              </a:path>
            </a:pathLst>
          </a:custGeom>
          <a:ln w="9524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667062" y="2985633"/>
            <a:ext cx="102235" cy="2158365"/>
            <a:chOff x="667062" y="2985633"/>
            <a:chExt cx="102235" cy="2158365"/>
          </a:xfrm>
        </p:grpSpPr>
        <p:sp>
          <p:nvSpPr>
            <p:cNvPr id="35" name="object 35" descr=""/>
            <p:cNvSpPr/>
            <p:nvPr/>
          </p:nvSpPr>
          <p:spPr>
            <a:xfrm>
              <a:off x="713262" y="2985633"/>
              <a:ext cx="9525" cy="2158365"/>
            </a:xfrm>
            <a:custGeom>
              <a:avLst/>
              <a:gdLst/>
              <a:ahLst/>
              <a:cxnLst/>
              <a:rect l="l" t="t" r="r" b="b"/>
              <a:pathLst>
                <a:path w="9525" h="2158365">
                  <a:moveTo>
                    <a:pt x="9524" y="2157866"/>
                  </a:moveTo>
                  <a:lnTo>
                    <a:pt x="0" y="2157866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15786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062" y="4583124"/>
              <a:ext cx="101924" cy="10192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062" y="3935574"/>
              <a:ext cx="101924" cy="101924"/>
            </a:xfrm>
            <a:prstGeom prst="rect">
              <a:avLst/>
            </a:prstGeom>
          </p:spPr>
        </p:pic>
      </p:grpSp>
      <p:pic>
        <p:nvPicPr>
          <p:cNvPr id="38" name="object 3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1448737"/>
            <a:ext cx="101924" cy="101924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6262" y="230112"/>
            <a:ext cx="101924" cy="101924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998382" y="397128"/>
            <a:ext cx="114554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Benefits</a:t>
            </a:r>
          </a:p>
        </p:txBody>
      </p:sp>
      <p:sp>
        <p:nvSpPr>
          <p:cNvPr id="41" name="object 41" descr=""/>
          <p:cNvSpPr txBox="1"/>
          <p:nvPr/>
        </p:nvSpPr>
        <p:spPr>
          <a:xfrm>
            <a:off x="1161047" y="1468970"/>
            <a:ext cx="1909445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414020" marR="5080" indent="-401955">
              <a:lnSpc>
                <a:spcPct val="101600"/>
              </a:lnSpc>
              <a:spcBef>
                <a:spcPts val="70"/>
              </a:spcBef>
            </a:pPr>
            <a:r>
              <a:rPr dirty="0" sz="1600" spc="-95">
                <a:solidFill>
                  <a:srgbClr val="494949"/>
                </a:solidFill>
                <a:latin typeface="Tahoma"/>
                <a:cs typeface="Tahoma"/>
              </a:rPr>
              <a:t>Helps</a:t>
            </a:r>
            <a:r>
              <a:rPr dirty="0" sz="1600" spc="-13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494949"/>
                </a:solidFill>
                <a:latin typeface="Tahoma"/>
                <a:cs typeface="Tahoma"/>
              </a:rPr>
              <a:t>users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494949"/>
                </a:solidFill>
                <a:latin typeface="Tahoma"/>
                <a:cs typeface="Tahoma"/>
              </a:rPr>
              <a:t>check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80">
                <a:solidFill>
                  <a:srgbClr val="494949"/>
                </a:solidFill>
                <a:latin typeface="Tahoma"/>
                <a:cs typeface="Tahoma"/>
              </a:rPr>
              <a:t>Wi-</a:t>
            </a:r>
            <a:r>
              <a:rPr dirty="0" sz="1600" spc="-45">
                <a:solidFill>
                  <a:srgbClr val="494949"/>
                </a:solidFill>
                <a:latin typeface="Tahoma"/>
                <a:cs typeface="Tahoma"/>
              </a:rPr>
              <a:t>Fi </a:t>
            </a:r>
            <a:r>
              <a:rPr dirty="0" sz="1600" spc="-85">
                <a:solidFill>
                  <a:srgbClr val="494949"/>
                </a:solidFill>
                <a:latin typeface="Tahoma"/>
                <a:cs typeface="Tahoma"/>
              </a:rPr>
              <a:t>safety</a:t>
            </a:r>
            <a:r>
              <a:rPr dirty="0" sz="1600" spc="-14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quickly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370620" y="1468970"/>
            <a:ext cx="2042160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73660" marR="5080" indent="-61594">
              <a:lnSpc>
                <a:spcPct val="101600"/>
              </a:lnSpc>
              <a:spcBef>
                <a:spcPts val="70"/>
              </a:spcBef>
            </a:pPr>
            <a:r>
              <a:rPr dirty="0" sz="1600" spc="-85">
                <a:solidFill>
                  <a:srgbClr val="494949"/>
                </a:solidFill>
                <a:latin typeface="Tahoma"/>
                <a:cs typeface="Tahoma"/>
              </a:rPr>
              <a:t>Useful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494949"/>
                </a:solidFill>
                <a:latin typeface="Tahoma"/>
                <a:cs typeface="Tahoma"/>
              </a:rPr>
              <a:t>for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90">
                <a:solidFill>
                  <a:srgbClr val="494949"/>
                </a:solidFill>
                <a:latin typeface="Tahoma"/>
                <a:cs typeface="Tahoma"/>
              </a:rPr>
              <a:t>IT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494949"/>
                </a:solidFill>
                <a:latin typeface="Tahoma"/>
                <a:cs typeface="Tahoma"/>
              </a:rPr>
              <a:t>students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0">
                <a:solidFill>
                  <a:srgbClr val="494949"/>
                </a:solidFill>
                <a:latin typeface="Tahoma"/>
                <a:cs typeface="Tahoma"/>
              </a:rPr>
              <a:t>and </a:t>
            </a:r>
            <a:r>
              <a:rPr dirty="0" sz="1600" spc="-70">
                <a:solidFill>
                  <a:srgbClr val="494949"/>
                </a:solidFill>
                <a:latin typeface="Tahoma"/>
                <a:cs typeface="Tahoma"/>
              </a:rPr>
              <a:t>cybersecurity</a:t>
            </a:r>
            <a:r>
              <a:rPr dirty="0" sz="1600" spc="-18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494949"/>
                </a:solidFill>
                <a:latin typeface="Tahoma"/>
                <a:cs typeface="Tahoma"/>
              </a:rPr>
              <a:t>beginners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844758" y="3674225"/>
            <a:ext cx="1818005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16535" marR="5080" indent="-204470">
              <a:lnSpc>
                <a:spcPct val="101600"/>
              </a:lnSpc>
              <a:spcBef>
                <a:spcPts val="70"/>
              </a:spcBef>
            </a:pPr>
            <a:r>
              <a:rPr dirty="0" sz="1600" spc="-85">
                <a:solidFill>
                  <a:srgbClr val="494949"/>
                </a:solidFill>
                <a:latin typeface="Tahoma"/>
                <a:cs typeface="Tahoma"/>
              </a:rPr>
              <a:t>Educates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95">
                <a:solidFill>
                  <a:srgbClr val="494949"/>
                </a:solidFill>
                <a:latin typeface="Tahoma"/>
                <a:cs typeface="Tahoma"/>
              </a:rPr>
              <a:t>people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0">
                <a:solidFill>
                  <a:srgbClr val="494949"/>
                </a:solidFill>
                <a:latin typeface="Tahoma"/>
                <a:cs typeface="Tahoma"/>
              </a:rPr>
              <a:t>about </a:t>
            </a:r>
            <a:r>
              <a:rPr dirty="0" sz="1600" spc="-125">
                <a:solidFill>
                  <a:srgbClr val="494949"/>
                </a:solidFill>
                <a:latin typeface="Tahoma"/>
                <a:cs typeface="Tahoma"/>
              </a:rPr>
              <a:t>weak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encryptions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021725" y="3674225"/>
            <a:ext cx="2015489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-105">
                <a:solidFill>
                  <a:srgbClr val="494949"/>
                </a:solidFill>
                <a:latin typeface="Tahoma"/>
                <a:cs typeface="Tahoma"/>
              </a:rPr>
              <a:t>Completely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80">
                <a:solidFill>
                  <a:srgbClr val="494949"/>
                </a:solidFill>
                <a:latin typeface="Tahoma"/>
                <a:cs typeface="Tahoma"/>
              </a:rPr>
              <a:t>safe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20">
                <a:solidFill>
                  <a:srgbClr val="494949"/>
                </a:solidFill>
                <a:latin typeface="Tahoma"/>
                <a:cs typeface="Tahoma"/>
              </a:rPr>
              <a:t>and</a:t>
            </a:r>
            <a:r>
              <a:rPr dirty="0" sz="1600" spc="-14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494949"/>
                </a:solidFill>
                <a:latin typeface="Tahoma"/>
                <a:cs typeface="Tahoma"/>
              </a:rPr>
              <a:t>legal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1600" spc="-434">
                <a:solidFill>
                  <a:srgbClr val="494949"/>
                </a:solidFill>
                <a:latin typeface="Tahoma"/>
                <a:cs typeface="Tahoma"/>
              </a:rPr>
              <a:t>—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30">
                <a:solidFill>
                  <a:srgbClr val="494949"/>
                </a:solidFill>
                <a:latin typeface="Tahoma"/>
                <a:cs typeface="Tahoma"/>
              </a:rPr>
              <a:t>no</a:t>
            </a:r>
            <a:r>
              <a:rPr dirty="0" sz="1600" spc="-155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85">
                <a:solidFill>
                  <a:srgbClr val="494949"/>
                </a:solidFill>
                <a:latin typeface="Tahoma"/>
                <a:cs typeface="Tahoma"/>
              </a:rPr>
              <a:t>packet</a:t>
            </a:r>
            <a:r>
              <a:rPr dirty="0" sz="1600" spc="-160">
                <a:solidFill>
                  <a:srgbClr val="49494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94949"/>
                </a:solidFill>
                <a:latin typeface="Tahoma"/>
                <a:cs typeface="Tahoma"/>
              </a:rPr>
              <a:t>capturing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5436" y="528493"/>
            <a:ext cx="6527256" cy="3100594"/>
          </a:xfrm>
          <a:prstGeom prst="rect">
            <a:avLst/>
          </a:prstGeom>
        </p:spPr>
      </p:pic>
      <p:sp>
        <p:nvSpPr>
          <p:cNvPr id="46" name="object 46" descr=""/>
          <p:cNvSpPr txBox="1"/>
          <p:nvPr/>
        </p:nvSpPr>
        <p:spPr>
          <a:xfrm>
            <a:off x="2089988" y="2705703"/>
            <a:ext cx="96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84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708343" y="2726028"/>
            <a:ext cx="135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>
                <a:solidFill>
                  <a:srgbClr val="FF806C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347272" y="2726028"/>
            <a:ext cx="133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958425" y="2726028"/>
            <a:ext cx="140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806C"/>
                </a:solidFill>
                <a:latin typeface="Tahoma"/>
                <a:cs typeface="Tahoma"/>
              </a:rPr>
              <a:t>4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-4762"/>
            <a:ext cx="9150985" cy="5100320"/>
            <a:chOff x="-4762" y="-4762"/>
            <a:chExt cx="9150985" cy="51003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938" y="-4762"/>
              <a:ext cx="7747857" cy="42343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4762" y="3998994"/>
              <a:ext cx="4171057" cy="109643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43288" y="894210"/>
            <a:ext cx="3662045" cy="3279140"/>
          </a:xfrm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algn="ctr" marL="12065" marR="5080">
              <a:lnSpc>
                <a:spcPct val="100400"/>
              </a:lnSpc>
              <a:spcBef>
                <a:spcPts val="65"/>
              </a:spcBef>
            </a:pPr>
            <a:r>
              <a:rPr dirty="0" sz="7100" spc="-595"/>
              <a:t>Thanks</a:t>
            </a:r>
            <a:r>
              <a:rPr dirty="0" sz="7100" spc="-695"/>
              <a:t> </a:t>
            </a:r>
            <a:r>
              <a:rPr dirty="0" sz="7100" spc="-650"/>
              <a:t>fOr </a:t>
            </a:r>
            <a:r>
              <a:rPr dirty="0" sz="7100" spc="-675"/>
              <a:t>yOur </a:t>
            </a:r>
            <a:r>
              <a:rPr dirty="0" sz="7100" spc="-475"/>
              <a:t>attentiOn</a:t>
            </a:r>
            <a:endParaRPr sz="7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Technology Consulting Orange variant</dc:title>
  <dcterms:created xsi:type="dcterms:W3CDTF">2025-12-02T17:58:19Z</dcterms:created>
  <dcterms:modified xsi:type="dcterms:W3CDTF">2025-12-02T17:58:19Z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2025-12-02T00:00:00Z</vt:filetime>
  </property>
</Properties>
</file>