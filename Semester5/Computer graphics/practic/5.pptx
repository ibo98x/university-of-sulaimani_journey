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0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78" r:id="rId6"/>
    <p:sldId id="279" r:id="rId7"/>
    <p:sldId id="280" r:id="rId8"/>
    <p:sldId id="263" r:id="rId9"/>
    <p:sldId id="277" r:id="rId10"/>
    <p:sldId id="281" r:id="rId11"/>
    <p:sldId id="282" r:id="rId12"/>
    <p:sldId id="283" r:id="rId13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6456" autoAdjust="0"/>
  </p:normalViewPr>
  <p:slideViewPr>
    <p:cSldViewPr>
      <p:cViewPr>
        <p:scale>
          <a:sx n="60" d="100"/>
          <a:sy n="60" d="100"/>
        </p:scale>
        <p:origin x="-2098" y="-61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7FC98-959D-4F9A-85B3-8E6D5F89E331}" type="datetimeFigureOut">
              <a:rPr lang="en-US" smtClean="0"/>
              <a:pPr/>
              <a:t>12/22/2021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02B27-B519-472A-BEF8-95E1659D5C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2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D84FF690-5B44-41DE-837B-E49615ED5241}" type="datetimeFigureOut">
              <a:rPr lang="ar-SA" smtClean="0"/>
              <a:pPr/>
              <a:t>18/05/1443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18/05/1443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18/05/1443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18/05/1443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18/05/1443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18/05/1443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18/05/1443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D84FF690-5B44-41DE-837B-E49615ED5241}" type="datetimeFigureOut">
              <a:rPr lang="ar-SA" smtClean="0"/>
              <a:pPr/>
              <a:t>18/05/1443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D84FF690-5B44-41DE-837B-E49615ED5241}" type="datetimeFigureOut">
              <a:rPr lang="ar-SA" smtClean="0"/>
              <a:pPr/>
              <a:t>18/05/1443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18/05/1443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18/05/1443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D84FF690-5B44-41DE-837B-E49615ED5241}" type="datetimeFigureOut">
              <a:rPr lang="ar-SA" smtClean="0"/>
              <a:pPr/>
              <a:t>18/05/1443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74320" indent="-274320" algn="r" defTabSz="914400" rtl="1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r" defTabSz="914400" rtl="1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r" defTabSz="914400" rtl="1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r" defTabSz="914400" rtl="1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r" defTabSz="914400" rtl="1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r" defTabSz="914400" rtl="1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r" defTabSz="914400" rtl="1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r" defTabSz="914400" rtl="1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r" defTabSz="914400" rtl="1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Activity1.java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31640" y="2420888"/>
            <a:ext cx="6491180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66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2D Transformation</a:t>
            </a:r>
            <a:endParaRPr lang="ar-SA" sz="66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0544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l" rtl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2D transformation consist of :</a:t>
            </a:r>
          </a:p>
          <a:p>
            <a:pPr algn="l" rtl="0"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Translation</a:t>
            </a:r>
          </a:p>
          <a:p>
            <a:pPr algn="l" rtl="0"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Rotation</a:t>
            </a:r>
          </a:p>
          <a:p>
            <a:pPr algn="l" rtl="0">
              <a:buFont typeface="Wingdings" pitchFamily="2" charset="2"/>
              <a:buChar char="v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Scaling</a:t>
            </a:r>
          </a:p>
          <a:p>
            <a:pPr marL="0" indent="0" algn="l" rtl="0">
              <a:buNone/>
            </a:pPr>
            <a:endParaRPr lang="ar-SA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5023" y="864828"/>
            <a:ext cx="6965245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66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cs typeface="+mn-cs"/>
              </a:rPr>
              <a:t>2</a:t>
            </a: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cs typeface="+mn-cs"/>
              </a:rPr>
              <a:t>D Transformation</a:t>
            </a:r>
            <a:endParaRPr lang="ar-SA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cs typeface="+mn-cs"/>
            </a:endParaRPr>
          </a:p>
        </p:txBody>
      </p:sp>
      <p:sp>
        <p:nvSpPr>
          <p:cNvPr id="10" name="Isosceles Triangle 9"/>
          <p:cNvSpPr/>
          <p:nvPr/>
        </p:nvSpPr>
        <p:spPr>
          <a:xfrm>
            <a:off x="3810000" y="4691197"/>
            <a:ext cx="381000" cy="381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2" name="Isosceles Triangle 11"/>
          <p:cNvSpPr/>
          <p:nvPr/>
        </p:nvSpPr>
        <p:spPr>
          <a:xfrm>
            <a:off x="1981200" y="3886200"/>
            <a:ext cx="381000" cy="381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3" name="Isosceles Triangle 12"/>
          <p:cNvSpPr/>
          <p:nvPr/>
        </p:nvSpPr>
        <p:spPr>
          <a:xfrm>
            <a:off x="3505200" y="5228897"/>
            <a:ext cx="990600" cy="8382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6" name="TextBox 5"/>
          <p:cNvSpPr txBox="1"/>
          <p:nvPr/>
        </p:nvSpPr>
        <p:spPr>
          <a:xfrm>
            <a:off x="5258205" y="3867090"/>
            <a:ext cx="1218795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000" b="1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Translate</a:t>
            </a:r>
            <a:endParaRPr lang="ar-SA" sz="2000" b="1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57800" y="4629090"/>
            <a:ext cx="1138453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000" b="1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Rotation</a:t>
            </a:r>
            <a:endParaRPr lang="ar-SA" sz="2000" b="1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57800" y="5467290"/>
            <a:ext cx="981359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000" b="1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Scaling</a:t>
            </a:r>
            <a:endParaRPr lang="ar-SA" sz="2000" b="1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6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44444E-6 L 0.19583 0.0055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92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nb-NO" sz="2000" b="1" dirty="0">
                <a:latin typeface="Times New Roman" pitchFamily="18" charset="0"/>
                <a:cs typeface="Times New Roman" pitchFamily="18" charset="0"/>
              </a:rPr>
              <a:t>glTranslate{fd</a:t>
            </a:r>
            <a:r>
              <a:rPr lang="nb-NO" sz="2000" b="1" dirty="0" smtClean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nb-NO" sz="2000" dirty="0" smtClean="0">
                <a:latin typeface="Times New Roman" pitchFamily="18" charset="0"/>
                <a:cs typeface="Times New Roman" pitchFamily="18" charset="0"/>
              </a:rPr>
              <a:t>( X , Y , Z )</a:t>
            </a:r>
          </a:p>
          <a:p>
            <a:pPr algn="l" rtl="0"/>
            <a:r>
              <a:rPr lang="nb-NO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gl.glTranslated( 50 , 0 , 0 )</a:t>
            </a:r>
          </a:p>
          <a:p>
            <a:pPr algn="l" rtl="0"/>
            <a:r>
              <a:rPr lang="en-US" sz="2000" b="1" dirty="0" err="1"/>
              <a:t>glRotate</a:t>
            </a:r>
            <a:r>
              <a:rPr lang="en-US" sz="2000" b="1" dirty="0"/>
              <a:t>{</a:t>
            </a:r>
            <a:r>
              <a:rPr lang="en-US" sz="2000" b="1" dirty="0" err="1"/>
              <a:t>fd</a:t>
            </a:r>
            <a:r>
              <a:rPr lang="en-US" sz="2000" b="1" dirty="0" smtClean="0"/>
              <a:t>}</a:t>
            </a:r>
            <a:r>
              <a:rPr lang="en-US" sz="2000" dirty="0" smtClean="0"/>
              <a:t>(angle</a:t>
            </a:r>
            <a:r>
              <a:rPr lang="en-US" sz="2000" dirty="0"/>
              <a:t>, </a:t>
            </a:r>
            <a:r>
              <a:rPr lang="en-US" sz="2000" dirty="0" smtClean="0"/>
              <a:t> X , Y , Z )</a:t>
            </a:r>
          </a:p>
          <a:p>
            <a:pPr algn="l" rtl="0"/>
            <a:r>
              <a:rPr lang="en-US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gl.glRotated</a:t>
            </a:r>
            <a:r>
              <a:rPr lang="en-US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( 45 , 1 , 0 , 0 )</a:t>
            </a:r>
          </a:p>
          <a:p>
            <a:pPr algn="l" rtl="0"/>
            <a:r>
              <a:rPr lang="en-US" sz="2000" b="1" dirty="0" err="1"/>
              <a:t>glScale</a:t>
            </a:r>
            <a:r>
              <a:rPr lang="en-US" sz="2000" b="1" dirty="0"/>
              <a:t>{</a:t>
            </a:r>
            <a:r>
              <a:rPr lang="en-US" sz="2000" b="1" dirty="0" err="1"/>
              <a:t>fd</a:t>
            </a:r>
            <a:r>
              <a:rPr lang="en-US" sz="2000" b="1" dirty="0" smtClean="0"/>
              <a:t>}</a:t>
            </a:r>
            <a:r>
              <a:rPr lang="en-US" sz="2000" dirty="0" smtClean="0"/>
              <a:t>( X , Y , Z )</a:t>
            </a:r>
          </a:p>
          <a:p>
            <a:pPr algn="l" rtl="0"/>
            <a:r>
              <a:rPr lang="en-US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gl.glScaled</a:t>
            </a:r>
            <a:r>
              <a:rPr lang="en-US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( 2 , 2 , </a:t>
            </a: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1)</a:t>
            </a:r>
            <a:endParaRPr lang="nb-NO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 rtl="0"/>
            <a:endParaRPr lang="ar-SA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itle 3"/>
          <p:cNvSpPr txBox="1">
            <a:spLocks/>
          </p:cNvSpPr>
          <p:nvPr/>
        </p:nvSpPr>
        <p:spPr>
          <a:xfrm>
            <a:off x="1095023" y="873204"/>
            <a:ext cx="6965245" cy="11079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6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cs typeface="+mn-cs"/>
              </a:rPr>
              <a:t>2</a:t>
            </a: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cs typeface="+mn-cs"/>
              </a:rPr>
              <a:t>D Transformation</a:t>
            </a:r>
            <a:endParaRPr lang="ar-SA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5909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rtl="0"/>
            <a:endParaRPr lang="ar-SA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l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If we have more than one transformation we need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PushMatrix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PopMatrix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command to </a:t>
            </a:r>
            <a:r>
              <a:rPr lang="ar-SA" sz="22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separate them.</a:t>
            </a:r>
          </a:p>
          <a:p>
            <a:pPr marL="0" indent="0" algn="l">
              <a:buNone/>
            </a:pP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PushMatrix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use to hold the matrix of bellow in a top stack.</a:t>
            </a:r>
          </a:p>
          <a:p>
            <a:pPr marL="0" indent="0" algn="l">
              <a:buNone/>
            </a:pP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PopMatrix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use to retrieve the matrix  of top in a stack.</a:t>
            </a:r>
            <a:endParaRPr lang="ar-SA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itle 3"/>
          <p:cNvSpPr txBox="1">
            <a:spLocks/>
          </p:cNvSpPr>
          <p:nvPr/>
        </p:nvSpPr>
        <p:spPr>
          <a:xfrm>
            <a:off x="1095023" y="873204"/>
            <a:ext cx="6965245" cy="11079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6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cs typeface="+mn-cs"/>
              </a:rPr>
              <a:t>2</a:t>
            </a: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cs typeface="+mn-cs"/>
              </a:rPr>
              <a:t>D Transformation </a:t>
            </a:r>
            <a:endParaRPr lang="ar-SA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566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 txBox="1">
            <a:spLocks noGrp="1"/>
          </p:cNvSpPr>
          <p:nvPr>
            <p:ph type="title"/>
          </p:nvPr>
        </p:nvSpPr>
        <p:spPr>
          <a:xfrm>
            <a:off x="1095023" y="864826"/>
            <a:ext cx="6965245" cy="11079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6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cs typeface="+mn-cs"/>
              </a:rPr>
              <a:t>Translation XE</a:t>
            </a:r>
            <a:endParaRPr lang="ar-SA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cs typeface="+mn-cs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025" y="2133600"/>
            <a:ext cx="4879975" cy="201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741" y="4315780"/>
            <a:ext cx="2090737" cy="12910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556" y="4336158"/>
            <a:ext cx="2056389" cy="12706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4050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 txBox="1">
            <a:spLocks/>
          </p:cNvSpPr>
          <p:nvPr/>
        </p:nvSpPr>
        <p:spPr>
          <a:xfrm>
            <a:off x="1095023" y="864826"/>
            <a:ext cx="6965245" cy="11079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6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cs typeface="+mn-cs"/>
              </a:rPr>
              <a:t>Rotation XE</a:t>
            </a:r>
            <a:endParaRPr lang="ar-SA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cs typeface="+mn-cs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123090"/>
            <a:ext cx="4636246" cy="1936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039" y="4191000"/>
            <a:ext cx="2443161" cy="15285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4204691"/>
            <a:ext cx="2428875" cy="15148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6715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1095023" y="864826"/>
            <a:ext cx="6965245" cy="11079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6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cs typeface="+mn-cs"/>
              </a:rPr>
              <a:t>Scaling XE</a:t>
            </a:r>
            <a:endParaRPr lang="ar-SA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cs typeface="+mn-cs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209800"/>
            <a:ext cx="4718857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146272"/>
            <a:ext cx="2543175" cy="15687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146272"/>
            <a:ext cx="2515223" cy="15687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472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/>
          <p:cNvSpPr txBox="1">
            <a:spLocks/>
          </p:cNvSpPr>
          <p:nvPr/>
        </p:nvSpPr>
        <p:spPr>
          <a:xfrm>
            <a:off x="1095023" y="533400"/>
            <a:ext cx="6965245" cy="11079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6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cs typeface="+mn-cs"/>
              </a:rPr>
              <a:t>Class Activity</a:t>
            </a:r>
            <a:endParaRPr lang="ar-SA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cs typeface="+mn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7645" y="3683165"/>
            <a:ext cx="3209765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245" y="1725339"/>
            <a:ext cx="3200400" cy="194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209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3"/>
          <p:cNvSpPr txBox="1">
            <a:spLocks/>
          </p:cNvSpPr>
          <p:nvPr/>
        </p:nvSpPr>
        <p:spPr>
          <a:xfrm>
            <a:off x="1095023" y="625732"/>
            <a:ext cx="6965245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5400" b="1" u="sng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hlinkClick r:id="rId2" action="ppaction://hlinkfile"/>
              </a:rPr>
              <a:t>Class Activity</a:t>
            </a:r>
            <a:r>
              <a:rPr lang="en-US" sz="3600" b="1" u="sng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hlinkClick r:id="rId2" action="ppaction://hlinkfile"/>
              </a:rPr>
              <a:t> </a:t>
            </a:r>
            <a:endParaRPr lang="ar-SA" sz="3600" b="1" u="sng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08109" y="2022288"/>
            <a:ext cx="1127781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/>
              <a:t>Translate </a:t>
            </a:r>
            <a:r>
              <a:rPr lang="en-US" b="1" dirty="0" smtClean="0">
                <a:solidFill>
                  <a:srgbClr val="FF0000"/>
                </a:solidFill>
              </a:rPr>
              <a:t>(t)</a:t>
            </a:r>
            <a:r>
              <a:rPr lang="en-US" dirty="0" smtClean="0"/>
              <a:t>      </a:t>
            </a:r>
            <a:endParaRPr lang="ar-IQ" dirty="0"/>
          </a:p>
        </p:txBody>
      </p:sp>
      <p:sp>
        <p:nvSpPr>
          <p:cNvPr id="20" name="TextBox 19"/>
          <p:cNvSpPr txBox="1"/>
          <p:nvPr/>
        </p:nvSpPr>
        <p:spPr>
          <a:xfrm rot="2411645">
            <a:off x="4177024" y="3591452"/>
            <a:ext cx="1127781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/>
              <a:t>Rotate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( r )   </a:t>
            </a:r>
            <a:endParaRPr lang="ar-IQ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767819" y="3697069"/>
            <a:ext cx="1127781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/>
              <a:t>Scale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(s)</a:t>
            </a:r>
            <a:r>
              <a:rPr lang="en-US" dirty="0" smtClean="0"/>
              <a:t>   </a:t>
            </a:r>
            <a:endParaRPr lang="ar-IQ" dirty="0"/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4090105" y="2590800"/>
            <a:ext cx="1045785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4008110" y="3702379"/>
            <a:ext cx="1127780" cy="117442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895600" y="3704746"/>
            <a:ext cx="0" cy="63865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88" t="24605" r="46442" b="33333"/>
          <a:stretch/>
        </p:blipFill>
        <p:spPr bwMode="auto">
          <a:xfrm>
            <a:off x="5217755" y="1994480"/>
            <a:ext cx="2810982" cy="1663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95" t="27263" r="46971" b="31789"/>
          <a:stretch/>
        </p:blipFill>
        <p:spPr bwMode="auto">
          <a:xfrm>
            <a:off x="1016360" y="4346028"/>
            <a:ext cx="3085255" cy="1739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59" t="24301" r="45666" b="30208"/>
          <a:stretch/>
        </p:blipFill>
        <p:spPr bwMode="auto">
          <a:xfrm>
            <a:off x="5257800" y="4289589"/>
            <a:ext cx="2866206" cy="1754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774" y="1877435"/>
            <a:ext cx="2897826" cy="1780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5095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cs typeface="+mn-cs"/>
              </a:rPr>
              <a:t>Activity 1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225566"/>
            <a:ext cx="3824287" cy="36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14400" y="2743200"/>
            <a:ext cx="2971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 3 keys: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s</a:t>
            </a:r>
          </a:p>
          <a:p>
            <a:pPr algn="l" rtl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to translate on the   x-axis.</a:t>
            </a:r>
          </a:p>
          <a:p>
            <a:pPr algn="l" rtl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to translate on the y-axis.</a:t>
            </a:r>
          </a:p>
          <a:p>
            <a:pPr algn="l" rtl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to stop translate, and stay the shape in the center point.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899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cs typeface="+mn-cs"/>
              </a:rPr>
              <a:t>Activity 2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209800"/>
            <a:ext cx="3470633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143000" y="2057400"/>
            <a:ext cx="2971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 3 keys: r, g and b</a:t>
            </a:r>
          </a:p>
          <a:p>
            <a:pPr algn="l" rtl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to translate red shape on he y-axis.</a:t>
            </a:r>
          </a:p>
          <a:p>
            <a:pPr algn="l" rtl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translate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green shape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on he y-axis.</a:t>
            </a:r>
          </a:p>
          <a:p>
            <a:pPr algn="l" rtl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translate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blue shape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y-axis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 rtl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Finally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use exit mouse to reload the shapes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842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cs typeface="+mn-cs"/>
              </a:rPr>
              <a:t>Activity 3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562" y="2286000"/>
            <a:ext cx="3518839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143000" y="2057400"/>
            <a:ext cx="2971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 3 keys: t, r and s</a:t>
            </a:r>
          </a:p>
          <a:p>
            <a:pPr algn="l" rtl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to translate the shape on he x-axis.</a:t>
            </a:r>
          </a:p>
          <a:p>
            <a:pPr algn="l" rtl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rotate the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shape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continually around the original point.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l" rtl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scale the shape in the center point.</a:t>
            </a:r>
          </a:p>
          <a:p>
            <a:pPr algn="l" rtl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Finally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use exit mouse to reload the shape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621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ushpi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Pushpin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ushp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14873</TotalTime>
  <Words>286</Words>
  <Application>Microsoft Office PowerPoint</Application>
  <PresentationFormat>On-screen Show (4:3)</PresentationFormat>
  <Paragraphs>48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Pushpin</vt:lpstr>
      <vt:lpstr>PowerPoint Presentation</vt:lpstr>
      <vt:lpstr>2D Transformation</vt:lpstr>
      <vt:lpstr>PowerPoint Presentation</vt:lpstr>
      <vt:lpstr>PowerPoint Presentation</vt:lpstr>
      <vt:lpstr>Translation XE</vt:lpstr>
      <vt:lpstr>PowerPoint Presentation</vt:lpstr>
      <vt:lpstr>Scaling XE</vt:lpstr>
      <vt:lpstr>PowerPoint Presentation</vt:lpstr>
      <vt:lpstr>PowerPoint Presentation</vt:lpstr>
      <vt:lpstr>Activity 1</vt:lpstr>
      <vt:lpstr>Activity 2</vt:lpstr>
      <vt:lpstr>Activity 3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Dear User!</dc:creator>
  <cp:lastModifiedBy>Maher</cp:lastModifiedBy>
  <cp:revision>98</cp:revision>
  <dcterms:created xsi:type="dcterms:W3CDTF">2012-10-17T21:03:15Z</dcterms:created>
  <dcterms:modified xsi:type="dcterms:W3CDTF">2021-12-26T07:02:07Z</dcterms:modified>
</cp:coreProperties>
</file>